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11.jpg" ContentType="image/jpg"/>
  <Override PartName="/ppt/media/image13.jpg" ContentType="image/jpg"/>
  <Override PartName="/ppt/media/image14.jpg" ContentType="image/jpg"/>
  <Override PartName="/ppt/media/image15.jpg" ContentType="image/jpg"/>
  <Override PartName="/ppt/media/image16.jpg" ContentType="image/jpg"/>
  <Override PartName="/ppt/media/image17.jpg" ContentType="image/jpg"/>
  <Override PartName="/ppt/media/image18.jpg" ContentType="image/jpg"/>
  <Override PartName="/ppt/media/image20.jpg" ContentType="image/jpg"/>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21.jpg" ContentType="image/jpg"/>
  <Override PartName="/ppt/media/image22.jpg" ContentType="image/jpg"/>
  <Override PartName="/ppt/notesSlides/notesSlide3.xml" ContentType="application/vnd.openxmlformats-officedocument.presentationml.notesSlide+xml"/>
  <Override PartName="/ppt/media/image30.jpg" ContentType="image/jpg"/>
  <Override PartName="/ppt/media/image33.jpg" ContentType="image/jpg"/>
  <Override PartName="/ppt/media/image35.jpg" ContentType="image/jpg"/>
  <Override PartName="/ppt/media/image38.jpg" ContentType="image/jpg"/>
  <Override PartName="/ppt/media/image44.jpg" ContentType="image/jpg"/>
  <Override PartName="/ppt/media/image45.jpg" ContentType="image/jpg"/>
  <Override PartName="/ppt/media/image47.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98"/>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351" r:id="rId16"/>
    <p:sldId id="271" r:id="rId17"/>
    <p:sldId id="272" r:id="rId18"/>
    <p:sldId id="273" r:id="rId19"/>
    <p:sldId id="274" r:id="rId20"/>
    <p:sldId id="275" r:id="rId21"/>
    <p:sldId id="276" r:id="rId22"/>
    <p:sldId id="277" r:id="rId23"/>
    <p:sldId id="278" r:id="rId24"/>
    <p:sldId id="279" r:id="rId25"/>
    <p:sldId id="280" r:id="rId26"/>
    <p:sldId id="352" r:id="rId27"/>
    <p:sldId id="281" r:id="rId28"/>
    <p:sldId id="282" r:id="rId29"/>
    <p:sldId id="353" r:id="rId30"/>
    <p:sldId id="354" r:id="rId31"/>
    <p:sldId id="283" r:id="rId32"/>
    <p:sldId id="355" r:id="rId33"/>
    <p:sldId id="356" r:id="rId34"/>
    <p:sldId id="285" r:id="rId35"/>
    <p:sldId id="286" r:id="rId36"/>
    <p:sldId id="287" r:id="rId37"/>
    <p:sldId id="288" r:id="rId38"/>
    <p:sldId id="289" r:id="rId39"/>
    <p:sldId id="290" r:id="rId40"/>
    <p:sldId id="291" r:id="rId41"/>
    <p:sldId id="357" r:id="rId42"/>
    <p:sldId id="292" r:id="rId43"/>
    <p:sldId id="293" r:id="rId44"/>
    <p:sldId id="294" r:id="rId45"/>
    <p:sldId id="295" r:id="rId46"/>
    <p:sldId id="296" r:id="rId47"/>
    <p:sldId id="297" r:id="rId48"/>
    <p:sldId id="298" r:id="rId49"/>
    <p:sldId id="299" r:id="rId50"/>
    <p:sldId id="300" r:id="rId51"/>
    <p:sldId id="301"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20" r:id="rId69"/>
    <p:sldId id="321" r:id="rId70"/>
    <p:sldId id="358" r:id="rId71"/>
    <p:sldId id="323" r:id="rId72"/>
    <p:sldId id="324" r:id="rId73"/>
    <p:sldId id="330" r:id="rId74"/>
    <p:sldId id="331" r:id="rId75"/>
    <p:sldId id="332" r:id="rId76"/>
    <p:sldId id="333" r:id="rId77"/>
    <p:sldId id="334" r:id="rId78"/>
    <p:sldId id="335" r:id="rId79"/>
    <p:sldId id="325" r:id="rId80"/>
    <p:sldId id="326"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59" r:id="rId94"/>
    <p:sldId id="348" r:id="rId95"/>
    <p:sldId id="349" r:id="rId96"/>
    <p:sldId id="350" r:id="rId97"/>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6" d="100"/>
          <a:sy n="66" d="100"/>
        </p:scale>
        <p:origin x="792"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7EC2676-B1FA-488B-B218-8D6889ADD43C}" type="datetimeFigureOut">
              <a:rPr lang="en-IN" smtClean="0"/>
              <a:t>08-04-2022</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A3F873AD-858A-4CD2-B1B8-631A5DAECC43}" type="slidenum">
              <a:rPr lang="en-IN" smtClean="0"/>
              <a:t>‹#›</a:t>
            </a:fld>
            <a:endParaRPr lang="en-IN"/>
          </a:p>
        </p:txBody>
      </p:sp>
    </p:spTree>
    <p:extLst>
      <p:ext uri="{BB962C8B-B14F-4D97-AF65-F5344CB8AC3E}">
        <p14:creationId xmlns:p14="http://schemas.microsoft.com/office/powerpoint/2010/main" val="19180690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3F873AD-858A-4CD2-B1B8-631A5DAECC43}" type="slidenum">
              <a:rPr lang="en-IN" smtClean="0"/>
              <a:t>31</a:t>
            </a:fld>
            <a:endParaRPr lang="en-IN"/>
          </a:p>
        </p:txBody>
      </p:sp>
    </p:spTree>
    <p:extLst>
      <p:ext uri="{BB962C8B-B14F-4D97-AF65-F5344CB8AC3E}">
        <p14:creationId xmlns:p14="http://schemas.microsoft.com/office/powerpoint/2010/main" val="16269029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3F873AD-858A-4CD2-B1B8-631A5DAECC43}" type="slidenum">
              <a:rPr lang="en-IN" smtClean="0"/>
              <a:t>32</a:t>
            </a:fld>
            <a:endParaRPr lang="en-IN"/>
          </a:p>
        </p:txBody>
      </p:sp>
    </p:spTree>
    <p:extLst>
      <p:ext uri="{BB962C8B-B14F-4D97-AF65-F5344CB8AC3E}">
        <p14:creationId xmlns:p14="http://schemas.microsoft.com/office/powerpoint/2010/main" val="27115098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3F873AD-858A-4CD2-B1B8-631A5DAECC43}" type="slidenum">
              <a:rPr lang="en-IN" smtClean="0"/>
              <a:t>51</a:t>
            </a:fld>
            <a:endParaRPr lang="en-IN"/>
          </a:p>
        </p:txBody>
      </p:sp>
    </p:spTree>
    <p:extLst>
      <p:ext uri="{BB962C8B-B14F-4D97-AF65-F5344CB8AC3E}">
        <p14:creationId xmlns:p14="http://schemas.microsoft.com/office/powerpoint/2010/main" val="4260833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1069848"/>
          </a:xfrm>
        </p:spPr>
        <p:txBody>
          <a:bodyPr anchor="b">
            <a:normAutofit/>
          </a:bodyPr>
          <a:lstStyle>
            <a:lvl1pPr algn="l">
              <a:lnSpc>
                <a:spcPct val="85000"/>
              </a:lnSpc>
              <a:defRPr sz="3200" spc="-50" baseline="0">
                <a:solidFill>
                  <a:srgbClr val="C00000"/>
                </a:solidFill>
                <a:latin typeface="Times New Roman" panose="02020603050405020304" pitchFamily="18" charset="0"/>
                <a:cs typeface="Times New Roman" panose="02020603050405020304"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4/8/2022</a:t>
            </a:fld>
            <a:endParaRPr lang="en-US"/>
          </a:p>
        </p:txBody>
      </p:sp>
      <p:sp>
        <p:nvSpPr>
          <p:cNvPr id="5" name="Footer Placeholder 4"/>
          <p:cNvSpPr>
            <a:spLocks noGrp="1"/>
          </p:cNvSpPr>
          <p:nvPr>
            <p:ph type="ftr" sz="quarter" idx="11"/>
          </p:nvPr>
        </p:nvSpPr>
        <p:spPr/>
        <p:txBody>
          <a:bodyPr/>
          <a:lstStyle/>
          <a:p>
            <a:pPr marL="12700">
              <a:lnSpc>
                <a:spcPts val="1605"/>
              </a:lnSpc>
            </a:pPr>
            <a:endParaRPr lang="en-US" spc="-10" dirty="0"/>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3991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marL="0">
              <a:defRPr sz="3200">
                <a:solidFill>
                  <a:srgbClr val="C00000"/>
                </a:solidFill>
                <a:latin typeface="Times New Roman" panose="02020603050405020304" pitchFamily="18" charset="0"/>
                <a:cs typeface="Times New Roman" panose="02020603050405020304" pitchFamily="18" charset="0"/>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normAutofit/>
          </a:bodyPr>
          <a:lstStyle>
            <a:lvl1pPr>
              <a:defRPr sz="2400">
                <a:solidFill>
                  <a:srgbClr val="002060"/>
                </a:solidFill>
                <a:latin typeface="Times New Roman" panose="02020603050405020304" pitchFamily="18" charset="0"/>
                <a:cs typeface="Times New Roman" panose="02020603050405020304" pitchFamily="18" charset="0"/>
              </a:defRPr>
            </a:lvl1pPr>
            <a:lvl2pPr>
              <a:defRPr sz="2400">
                <a:solidFill>
                  <a:srgbClr val="002060"/>
                </a:solidFill>
                <a:latin typeface="Times New Roman" panose="02020603050405020304" pitchFamily="18" charset="0"/>
                <a:cs typeface="Times New Roman" panose="02020603050405020304" pitchFamily="18" charset="0"/>
              </a:defRPr>
            </a:lvl2pPr>
            <a:lvl3pPr>
              <a:defRPr sz="2400">
                <a:solidFill>
                  <a:srgbClr val="002060"/>
                </a:solidFill>
                <a:latin typeface="Times New Roman" panose="02020603050405020304" pitchFamily="18" charset="0"/>
                <a:cs typeface="Times New Roman" panose="02020603050405020304" pitchFamily="18" charset="0"/>
              </a:defRPr>
            </a:lvl3pPr>
            <a:lvl4pPr>
              <a:defRPr sz="2400">
                <a:solidFill>
                  <a:srgbClr val="002060"/>
                </a:solidFill>
                <a:latin typeface="Times New Roman" panose="02020603050405020304" pitchFamily="18" charset="0"/>
                <a:cs typeface="Times New Roman" panose="02020603050405020304" pitchFamily="18" charset="0"/>
              </a:defRPr>
            </a:lvl4pPr>
            <a:lvl5pPr>
              <a:defRPr sz="2400">
                <a:solidFill>
                  <a:srgbClr val="002060"/>
                </a:solidFill>
                <a:latin typeface="Times New Roman" panose="02020603050405020304" pitchFamily="18" charset="0"/>
                <a:cs typeface="Times New Roman" panose="02020603050405020304" pitchFamily="18" charset="0"/>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4/8/2022</a:t>
            </a:fld>
            <a:endParaRPr lang="en-US"/>
          </a:p>
        </p:txBody>
      </p:sp>
      <p:sp>
        <p:nvSpPr>
          <p:cNvPr id="5" name="Footer Placeholder 4"/>
          <p:cNvSpPr>
            <a:spLocks noGrp="1"/>
          </p:cNvSpPr>
          <p:nvPr>
            <p:ph type="ftr" sz="quarter" idx="11"/>
          </p:nvPr>
        </p:nvSpPr>
        <p:spPr/>
        <p:txBody>
          <a:bodyPr/>
          <a:lstStyle/>
          <a:p>
            <a:pPr marL="12700">
              <a:lnSpc>
                <a:spcPts val="1605"/>
              </a:lnSpc>
            </a:pPr>
            <a:endParaRPr lang="en-US" spc="-10" dirty="0"/>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264904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4/8/2022</a:t>
            </a:fld>
            <a:endParaRPr lang="en-US"/>
          </a:p>
        </p:txBody>
      </p:sp>
      <p:sp>
        <p:nvSpPr>
          <p:cNvPr id="5" name="Footer Placeholder 4"/>
          <p:cNvSpPr>
            <a:spLocks noGrp="1"/>
          </p:cNvSpPr>
          <p:nvPr>
            <p:ph type="ftr" sz="quarter" idx="11"/>
          </p:nvPr>
        </p:nvSpPr>
        <p:spPr/>
        <p:txBody>
          <a:bodyPr/>
          <a:lstStyle/>
          <a:p>
            <a:pPr marL="12700">
              <a:lnSpc>
                <a:spcPts val="1605"/>
              </a:lnSpc>
            </a:pPr>
            <a:r>
              <a:rPr lang="en-US" spc="-5" smtClean="0"/>
              <a:t>P</a:t>
            </a:r>
            <a:r>
              <a:rPr lang="en-US" smtClean="0"/>
              <a:t>r</a:t>
            </a:r>
            <a:r>
              <a:rPr lang="en-US" spc="-5" smtClean="0"/>
              <a:t>ep</a:t>
            </a:r>
            <a:r>
              <a:rPr lang="en-US" spc="-20" smtClean="0"/>
              <a:t>a</a:t>
            </a:r>
            <a:r>
              <a:rPr lang="en-US" spc="-5" smtClean="0"/>
              <a:t>red</a:t>
            </a:r>
            <a:r>
              <a:rPr lang="en-US" spc="10" smtClean="0"/>
              <a:t> </a:t>
            </a:r>
            <a:r>
              <a:rPr lang="en-US" spc="-10" smtClean="0"/>
              <a:t>b</a:t>
            </a:r>
            <a:r>
              <a:rPr lang="en-US" spc="-5" smtClean="0"/>
              <a:t>y</a:t>
            </a:r>
            <a:r>
              <a:rPr lang="en-US" smtClean="0"/>
              <a:t> </a:t>
            </a:r>
            <a:r>
              <a:rPr lang="en-US" spc="-5" smtClean="0"/>
              <a:t>:</a:t>
            </a:r>
            <a:r>
              <a:rPr lang="en-US" spc="-80" smtClean="0"/>
              <a:t> </a:t>
            </a:r>
            <a:r>
              <a:rPr lang="en-US" spc="-10" smtClean="0"/>
              <a:t>Gr</a:t>
            </a:r>
            <a:r>
              <a:rPr lang="en-US" spc="-15" smtClean="0"/>
              <a:t>a</a:t>
            </a:r>
            <a:r>
              <a:rPr lang="en-US" spc="-5" smtClean="0"/>
              <a:t>ce</a:t>
            </a:r>
            <a:r>
              <a:rPr lang="en-US" spc="-20" smtClean="0"/>
              <a:t> </a:t>
            </a:r>
            <a:r>
              <a:rPr lang="en-US" spc="-5" smtClean="0"/>
              <a:t>Jose</a:t>
            </a:r>
            <a:r>
              <a:rPr lang="en-US" spc="-10" smtClean="0"/>
              <a:t>p</a:t>
            </a:r>
            <a:r>
              <a:rPr lang="en-US" spc="-5" smtClean="0"/>
              <a:t>h</a:t>
            </a:r>
            <a:r>
              <a:rPr lang="en-US" spc="-60" smtClean="0"/>
              <a:t> </a:t>
            </a:r>
            <a:r>
              <a:rPr lang="en-US" spc="-10" smtClean="0"/>
              <a:t>A</a:t>
            </a:r>
            <a:r>
              <a:rPr lang="en-US" spc="-204" smtClean="0"/>
              <a:t>P</a:t>
            </a:r>
            <a:r>
              <a:rPr lang="en-US" spc="-5" smtClean="0"/>
              <a:t>,</a:t>
            </a:r>
            <a:r>
              <a:rPr lang="en-US" spc="-15" smtClean="0"/>
              <a:t>A</a:t>
            </a:r>
            <a:r>
              <a:rPr lang="en-US" spc="-5" smtClean="0"/>
              <a:t>J</a:t>
            </a:r>
            <a:r>
              <a:rPr lang="en-US" spc="-10" smtClean="0"/>
              <a:t>CE</a:t>
            </a:r>
            <a:endParaRPr lang="en-US" spc="-10" dirty="0"/>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55786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4/8/2022</a:t>
            </a:fld>
            <a:endParaRPr lang="en-US"/>
          </a:p>
        </p:txBody>
      </p:sp>
      <p:sp>
        <p:nvSpPr>
          <p:cNvPr id="6" name="Footer Placeholder 5"/>
          <p:cNvSpPr>
            <a:spLocks noGrp="1"/>
          </p:cNvSpPr>
          <p:nvPr>
            <p:ph type="ftr" sz="quarter" idx="11"/>
          </p:nvPr>
        </p:nvSpPr>
        <p:spPr/>
        <p:txBody>
          <a:bodyPr/>
          <a:lstStyle/>
          <a:p>
            <a:pPr marL="12700">
              <a:lnSpc>
                <a:spcPts val="1605"/>
              </a:lnSpc>
            </a:pPr>
            <a:endParaRPr lang="en-US" spc="-10" dirty="0"/>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519280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67381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a:solidFill>
                  <a:srgbClr val="C00000"/>
                </a:solidFill>
                <a:latin typeface="Times New Roman" panose="02020603050405020304" pitchFamily="18" charset="0"/>
                <a:cs typeface="Times New Roman" panose="02020603050405020304" pitchFamily="18" charset="0"/>
              </a:defRPr>
            </a:lvl1p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4/8/2022</a:t>
            </a:fld>
            <a:endParaRPr lang="en-US"/>
          </a:p>
        </p:txBody>
      </p:sp>
      <p:sp>
        <p:nvSpPr>
          <p:cNvPr id="4" name="Footer Placeholder 3"/>
          <p:cNvSpPr>
            <a:spLocks noGrp="1"/>
          </p:cNvSpPr>
          <p:nvPr>
            <p:ph type="ftr" sz="quarter" idx="11"/>
          </p:nvPr>
        </p:nvSpPr>
        <p:spPr/>
        <p:txBody>
          <a:bodyPr/>
          <a:lstStyle/>
          <a:p>
            <a:pPr marL="12700">
              <a:lnSpc>
                <a:spcPts val="1605"/>
              </a:lnSpc>
            </a:pPr>
            <a:endParaRPr lang="en-US" spc="-10" dirty="0"/>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121676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8BD707-D9CF-40AE-B4C6-C98DA3205C09}" type="datetimeFigureOut">
              <a:rPr lang="en-US" smtClean="0"/>
              <a:t>4/8/2022</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pPr marL="12700">
              <a:lnSpc>
                <a:spcPts val="1605"/>
              </a:lnSpc>
            </a:pPr>
            <a:endParaRPr lang="en-US" spc="-10" dirty="0"/>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44658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D8BD707-D9CF-40AE-B4C6-C98DA3205C09}" type="datetimeFigureOut">
              <a:rPr lang="en-US" smtClean="0"/>
              <a:t>4/8/2022</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pPr marL="12700">
              <a:lnSpc>
                <a:spcPts val="1605"/>
              </a:lnSpc>
            </a:pPr>
            <a:r>
              <a:rPr lang="en-US" spc="-5" smtClean="0"/>
              <a:t>P</a:t>
            </a:r>
            <a:r>
              <a:rPr lang="en-US" smtClean="0"/>
              <a:t>r</a:t>
            </a:r>
            <a:r>
              <a:rPr lang="en-US" spc="-5" smtClean="0"/>
              <a:t>ep</a:t>
            </a:r>
            <a:r>
              <a:rPr lang="en-US" spc="-20" smtClean="0"/>
              <a:t>a</a:t>
            </a:r>
            <a:r>
              <a:rPr lang="en-US" spc="-5" smtClean="0"/>
              <a:t>red</a:t>
            </a:r>
            <a:r>
              <a:rPr lang="en-US" spc="10" smtClean="0"/>
              <a:t> </a:t>
            </a:r>
            <a:r>
              <a:rPr lang="en-US" spc="-10" smtClean="0"/>
              <a:t>b</a:t>
            </a:r>
            <a:r>
              <a:rPr lang="en-US" spc="-5" smtClean="0"/>
              <a:t>y</a:t>
            </a:r>
            <a:r>
              <a:rPr lang="en-US" smtClean="0"/>
              <a:t> </a:t>
            </a:r>
            <a:r>
              <a:rPr lang="en-US" spc="-5" smtClean="0"/>
              <a:t>:</a:t>
            </a:r>
            <a:r>
              <a:rPr lang="en-US" spc="-80" smtClean="0"/>
              <a:t> </a:t>
            </a:r>
            <a:r>
              <a:rPr lang="en-US" spc="-10" smtClean="0"/>
              <a:t>Gr</a:t>
            </a:r>
            <a:r>
              <a:rPr lang="en-US" spc="-15" smtClean="0"/>
              <a:t>a</a:t>
            </a:r>
            <a:r>
              <a:rPr lang="en-US" spc="-5" smtClean="0"/>
              <a:t>ce</a:t>
            </a:r>
            <a:r>
              <a:rPr lang="en-US" spc="-20" smtClean="0"/>
              <a:t> </a:t>
            </a:r>
            <a:r>
              <a:rPr lang="en-US" spc="-5" smtClean="0"/>
              <a:t>Jose</a:t>
            </a:r>
            <a:r>
              <a:rPr lang="en-US" spc="-10" smtClean="0"/>
              <a:t>p</a:t>
            </a:r>
            <a:r>
              <a:rPr lang="en-US" spc="-5" smtClean="0"/>
              <a:t>h</a:t>
            </a:r>
            <a:r>
              <a:rPr lang="en-US" spc="-60" smtClean="0"/>
              <a:t> </a:t>
            </a:r>
            <a:r>
              <a:rPr lang="en-US" spc="-10" smtClean="0"/>
              <a:t>A</a:t>
            </a:r>
            <a:r>
              <a:rPr lang="en-US" spc="-204" smtClean="0"/>
              <a:t>P</a:t>
            </a:r>
            <a:r>
              <a:rPr lang="en-US" spc="-5" smtClean="0"/>
              <a:t>,</a:t>
            </a:r>
            <a:r>
              <a:rPr lang="en-US" spc="-15" smtClean="0"/>
              <a:t>A</a:t>
            </a:r>
            <a:r>
              <a:rPr lang="en-US" spc="-5" smtClean="0"/>
              <a:t>J</a:t>
            </a:r>
            <a:r>
              <a:rPr lang="en-US" spc="-10" smtClean="0"/>
              <a:t>CE</a:t>
            </a:r>
            <a:endParaRPr lang="en-US" spc="-10"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2693683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4/8/2022</a:t>
            </a:fld>
            <a:endParaRPr lang="en-US"/>
          </a:p>
        </p:txBody>
      </p:sp>
      <p:sp>
        <p:nvSpPr>
          <p:cNvPr id="6" name="Footer Placeholder 5"/>
          <p:cNvSpPr>
            <a:spLocks noGrp="1"/>
          </p:cNvSpPr>
          <p:nvPr>
            <p:ph type="ftr" sz="quarter" idx="11"/>
          </p:nvPr>
        </p:nvSpPr>
        <p:spPr/>
        <p:txBody>
          <a:bodyPr/>
          <a:lstStyle/>
          <a:p>
            <a:pPr marL="12700">
              <a:lnSpc>
                <a:spcPts val="1605"/>
              </a:lnSpc>
            </a:pPr>
            <a:r>
              <a:rPr lang="en-US" spc="-5" smtClean="0"/>
              <a:t>P</a:t>
            </a:r>
            <a:r>
              <a:rPr lang="en-US" smtClean="0"/>
              <a:t>r</a:t>
            </a:r>
            <a:r>
              <a:rPr lang="en-US" spc="-5" smtClean="0"/>
              <a:t>ep</a:t>
            </a:r>
            <a:r>
              <a:rPr lang="en-US" spc="-20" smtClean="0"/>
              <a:t>a</a:t>
            </a:r>
            <a:r>
              <a:rPr lang="en-US" spc="-5" smtClean="0"/>
              <a:t>red</a:t>
            </a:r>
            <a:r>
              <a:rPr lang="en-US" spc="10" smtClean="0"/>
              <a:t> </a:t>
            </a:r>
            <a:r>
              <a:rPr lang="en-US" spc="-10" smtClean="0"/>
              <a:t>b</a:t>
            </a:r>
            <a:r>
              <a:rPr lang="en-US" spc="-5" smtClean="0"/>
              <a:t>y</a:t>
            </a:r>
            <a:r>
              <a:rPr lang="en-US" smtClean="0"/>
              <a:t> </a:t>
            </a:r>
            <a:r>
              <a:rPr lang="en-US" spc="-5" smtClean="0"/>
              <a:t>:</a:t>
            </a:r>
            <a:r>
              <a:rPr lang="en-US" spc="-80" smtClean="0"/>
              <a:t> </a:t>
            </a:r>
            <a:r>
              <a:rPr lang="en-US" spc="-10" smtClean="0"/>
              <a:t>Gr</a:t>
            </a:r>
            <a:r>
              <a:rPr lang="en-US" spc="-15" smtClean="0"/>
              <a:t>a</a:t>
            </a:r>
            <a:r>
              <a:rPr lang="en-US" spc="-5" smtClean="0"/>
              <a:t>ce</a:t>
            </a:r>
            <a:r>
              <a:rPr lang="en-US" spc="-20" smtClean="0"/>
              <a:t> </a:t>
            </a:r>
            <a:r>
              <a:rPr lang="en-US" spc="-5" smtClean="0"/>
              <a:t>Jose</a:t>
            </a:r>
            <a:r>
              <a:rPr lang="en-US" spc="-10" smtClean="0"/>
              <a:t>p</a:t>
            </a:r>
            <a:r>
              <a:rPr lang="en-US" spc="-5" smtClean="0"/>
              <a:t>h</a:t>
            </a:r>
            <a:r>
              <a:rPr lang="en-US" spc="-60" smtClean="0"/>
              <a:t> </a:t>
            </a:r>
            <a:r>
              <a:rPr lang="en-US" spc="-10" smtClean="0"/>
              <a:t>A</a:t>
            </a:r>
            <a:r>
              <a:rPr lang="en-US" spc="-204" smtClean="0"/>
              <a:t>P</a:t>
            </a:r>
            <a:r>
              <a:rPr lang="en-US" spc="-5" smtClean="0"/>
              <a:t>,</a:t>
            </a:r>
            <a:r>
              <a:rPr lang="en-US" spc="-15" smtClean="0"/>
              <a:t>A</a:t>
            </a:r>
            <a:r>
              <a:rPr lang="en-US" spc="-5" smtClean="0"/>
              <a:t>J</a:t>
            </a:r>
            <a:r>
              <a:rPr lang="en-US" spc="-10" smtClean="0"/>
              <a:t>CE</a:t>
            </a:r>
            <a:endParaRPr lang="en-US" spc="-10" dirty="0"/>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773798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4/8/2022</a:t>
            </a:fld>
            <a:endParaRPr lang="en-US"/>
          </a:p>
        </p:txBody>
      </p:sp>
      <p:sp>
        <p:nvSpPr>
          <p:cNvPr id="5" name="Footer Placeholder 4"/>
          <p:cNvSpPr>
            <a:spLocks noGrp="1"/>
          </p:cNvSpPr>
          <p:nvPr>
            <p:ph type="ftr" sz="quarter" idx="11"/>
          </p:nvPr>
        </p:nvSpPr>
        <p:spPr/>
        <p:txBody>
          <a:bodyPr/>
          <a:lstStyle/>
          <a:p>
            <a:pPr marL="12700">
              <a:lnSpc>
                <a:spcPts val="1605"/>
              </a:lnSpc>
            </a:pPr>
            <a:r>
              <a:rPr lang="en-US" spc="-5" smtClean="0"/>
              <a:t>P</a:t>
            </a:r>
            <a:r>
              <a:rPr lang="en-US" smtClean="0"/>
              <a:t>r</a:t>
            </a:r>
            <a:r>
              <a:rPr lang="en-US" spc="-5" smtClean="0"/>
              <a:t>ep</a:t>
            </a:r>
            <a:r>
              <a:rPr lang="en-US" spc="-20" smtClean="0"/>
              <a:t>a</a:t>
            </a:r>
            <a:r>
              <a:rPr lang="en-US" spc="-5" smtClean="0"/>
              <a:t>red</a:t>
            </a:r>
            <a:r>
              <a:rPr lang="en-US" spc="10" smtClean="0"/>
              <a:t> </a:t>
            </a:r>
            <a:r>
              <a:rPr lang="en-US" spc="-10" smtClean="0"/>
              <a:t>b</a:t>
            </a:r>
            <a:r>
              <a:rPr lang="en-US" spc="-5" smtClean="0"/>
              <a:t>y</a:t>
            </a:r>
            <a:r>
              <a:rPr lang="en-US" smtClean="0"/>
              <a:t> </a:t>
            </a:r>
            <a:r>
              <a:rPr lang="en-US" spc="-5" smtClean="0"/>
              <a:t>:</a:t>
            </a:r>
            <a:r>
              <a:rPr lang="en-US" spc="-80" smtClean="0"/>
              <a:t> </a:t>
            </a:r>
            <a:r>
              <a:rPr lang="en-US" spc="-10" smtClean="0"/>
              <a:t>Gr</a:t>
            </a:r>
            <a:r>
              <a:rPr lang="en-US" spc="-15" smtClean="0"/>
              <a:t>a</a:t>
            </a:r>
            <a:r>
              <a:rPr lang="en-US" spc="-5" smtClean="0"/>
              <a:t>ce</a:t>
            </a:r>
            <a:r>
              <a:rPr lang="en-US" spc="-20" smtClean="0"/>
              <a:t> </a:t>
            </a:r>
            <a:r>
              <a:rPr lang="en-US" spc="-5" smtClean="0"/>
              <a:t>Jose</a:t>
            </a:r>
            <a:r>
              <a:rPr lang="en-US" spc="-10" smtClean="0"/>
              <a:t>p</a:t>
            </a:r>
            <a:r>
              <a:rPr lang="en-US" spc="-5" smtClean="0"/>
              <a:t>h</a:t>
            </a:r>
            <a:r>
              <a:rPr lang="en-US" spc="-60" smtClean="0"/>
              <a:t> </a:t>
            </a:r>
            <a:r>
              <a:rPr lang="en-US" spc="-10" smtClean="0"/>
              <a:t>A</a:t>
            </a:r>
            <a:r>
              <a:rPr lang="en-US" spc="-204" smtClean="0"/>
              <a:t>P</a:t>
            </a:r>
            <a:r>
              <a:rPr lang="en-US" spc="-5" smtClean="0"/>
              <a:t>,</a:t>
            </a:r>
            <a:r>
              <a:rPr lang="en-US" spc="-15" smtClean="0"/>
              <a:t>A</a:t>
            </a:r>
            <a:r>
              <a:rPr lang="en-US" spc="-5" smtClean="0"/>
              <a:t>J</a:t>
            </a:r>
            <a:r>
              <a:rPr lang="en-US" spc="-10" smtClean="0"/>
              <a:t>CE</a:t>
            </a:r>
            <a:endParaRPr lang="en-US" spc="-10" dirty="0"/>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424024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4/8/2022</a:t>
            </a:fld>
            <a:endParaRPr lang="en-US"/>
          </a:p>
        </p:txBody>
      </p:sp>
      <p:sp>
        <p:nvSpPr>
          <p:cNvPr id="5" name="Footer Placeholder 4"/>
          <p:cNvSpPr>
            <a:spLocks noGrp="1"/>
          </p:cNvSpPr>
          <p:nvPr>
            <p:ph type="ftr" sz="quarter" idx="11"/>
          </p:nvPr>
        </p:nvSpPr>
        <p:spPr/>
        <p:txBody>
          <a:bodyPr/>
          <a:lstStyle/>
          <a:p>
            <a:pPr marL="12700">
              <a:lnSpc>
                <a:spcPts val="1605"/>
              </a:lnSpc>
            </a:pPr>
            <a:r>
              <a:rPr lang="en-US" spc="-5" smtClean="0"/>
              <a:t>P</a:t>
            </a:r>
            <a:r>
              <a:rPr lang="en-US" smtClean="0"/>
              <a:t>r</a:t>
            </a:r>
            <a:r>
              <a:rPr lang="en-US" spc="-5" smtClean="0"/>
              <a:t>ep</a:t>
            </a:r>
            <a:r>
              <a:rPr lang="en-US" spc="-20" smtClean="0"/>
              <a:t>a</a:t>
            </a:r>
            <a:r>
              <a:rPr lang="en-US" spc="-5" smtClean="0"/>
              <a:t>red</a:t>
            </a:r>
            <a:r>
              <a:rPr lang="en-US" spc="10" smtClean="0"/>
              <a:t> </a:t>
            </a:r>
            <a:r>
              <a:rPr lang="en-US" spc="-10" smtClean="0"/>
              <a:t>b</a:t>
            </a:r>
            <a:r>
              <a:rPr lang="en-US" spc="-5" smtClean="0"/>
              <a:t>y</a:t>
            </a:r>
            <a:r>
              <a:rPr lang="en-US" smtClean="0"/>
              <a:t> </a:t>
            </a:r>
            <a:r>
              <a:rPr lang="en-US" spc="-5" smtClean="0"/>
              <a:t>:</a:t>
            </a:r>
            <a:r>
              <a:rPr lang="en-US" spc="-80" smtClean="0"/>
              <a:t> </a:t>
            </a:r>
            <a:r>
              <a:rPr lang="en-US" spc="-10" smtClean="0"/>
              <a:t>Gr</a:t>
            </a:r>
            <a:r>
              <a:rPr lang="en-US" spc="-15" smtClean="0"/>
              <a:t>a</a:t>
            </a:r>
            <a:r>
              <a:rPr lang="en-US" spc="-5" smtClean="0"/>
              <a:t>ce</a:t>
            </a:r>
            <a:r>
              <a:rPr lang="en-US" spc="-20" smtClean="0"/>
              <a:t> </a:t>
            </a:r>
            <a:r>
              <a:rPr lang="en-US" spc="-5" smtClean="0"/>
              <a:t>Jose</a:t>
            </a:r>
            <a:r>
              <a:rPr lang="en-US" spc="-10" smtClean="0"/>
              <a:t>p</a:t>
            </a:r>
            <a:r>
              <a:rPr lang="en-US" spc="-5" smtClean="0"/>
              <a:t>h</a:t>
            </a:r>
            <a:r>
              <a:rPr lang="en-US" spc="-60" smtClean="0"/>
              <a:t> </a:t>
            </a:r>
            <a:r>
              <a:rPr lang="en-US" spc="-10" smtClean="0"/>
              <a:t>A</a:t>
            </a:r>
            <a:r>
              <a:rPr lang="en-US" spc="-204" smtClean="0"/>
              <a:t>P</a:t>
            </a:r>
            <a:r>
              <a:rPr lang="en-US" spc="-5" smtClean="0"/>
              <a:t>,</a:t>
            </a:r>
            <a:r>
              <a:rPr lang="en-US" spc="-15" smtClean="0"/>
              <a:t>A</a:t>
            </a:r>
            <a:r>
              <a:rPr lang="en-US" spc="-5" smtClean="0"/>
              <a:t>J</a:t>
            </a:r>
            <a:r>
              <a:rPr lang="en-US" spc="-10" smtClean="0"/>
              <a:t>CE</a:t>
            </a:r>
            <a:endParaRPr lang="en-US" spc="-10" dirty="0"/>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61368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D8BD707-D9CF-40AE-B4C6-C98DA3205C09}" type="datetimeFigureOut">
              <a:rPr lang="en-US" smtClean="0"/>
              <a:t>4/8/2022</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pPr marL="12700">
              <a:lnSpc>
                <a:spcPts val="1605"/>
              </a:lnSpc>
            </a:pPr>
            <a:r>
              <a:rPr lang="en-US" spc="-5" smtClean="0"/>
              <a:t>P</a:t>
            </a:r>
            <a:r>
              <a:rPr lang="en-US" smtClean="0"/>
              <a:t>r</a:t>
            </a:r>
            <a:r>
              <a:rPr lang="en-US" spc="-5" smtClean="0"/>
              <a:t>ep</a:t>
            </a:r>
            <a:r>
              <a:rPr lang="en-US" spc="-20" smtClean="0"/>
              <a:t>a</a:t>
            </a:r>
            <a:r>
              <a:rPr lang="en-US" spc="-5" smtClean="0"/>
              <a:t>red</a:t>
            </a:r>
            <a:r>
              <a:rPr lang="en-US" spc="10" smtClean="0"/>
              <a:t> </a:t>
            </a:r>
            <a:r>
              <a:rPr lang="en-US" spc="-10" smtClean="0"/>
              <a:t>b</a:t>
            </a:r>
            <a:r>
              <a:rPr lang="en-US" spc="-5" smtClean="0"/>
              <a:t>y</a:t>
            </a:r>
            <a:r>
              <a:rPr lang="en-US" smtClean="0"/>
              <a:t> </a:t>
            </a:r>
            <a:r>
              <a:rPr lang="en-US" spc="-5" smtClean="0"/>
              <a:t>:</a:t>
            </a:r>
            <a:r>
              <a:rPr lang="en-US" spc="-80" smtClean="0"/>
              <a:t> </a:t>
            </a:r>
            <a:r>
              <a:rPr lang="en-US" spc="-10" smtClean="0"/>
              <a:t>Gr</a:t>
            </a:r>
            <a:r>
              <a:rPr lang="en-US" spc="-15" smtClean="0"/>
              <a:t>a</a:t>
            </a:r>
            <a:r>
              <a:rPr lang="en-US" spc="-5" smtClean="0"/>
              <a:t>ce</a:t>
            </a:r>
            <a:r>
              <a:rPr lang="en-US" spc="-20" smtClean="0"/>
              <a:t> </a:t>
            </a:r>
            <a:r>
              <a:rPr lang="en-US" spc="-5" smtClean="0"/>
              <a:t>Jose</a:t>
            </a:r>
            <a:r>
              <a:rPr lang="en-US" spc="-10" smtClean="0"/>
              <a:t>p</a:t>
            </a:r>
            <a:r>
              <a:rPr lang="en-US" spc="-5" smtClean="0"/>
              <a:t>h</a:t>
            </a:r>
            <a:r>
              <a:rPr lang="en-US" spc="-60" smtClean="0"/>
              <a:t> </a:t>
            </a:r>
            <a:r>
              <a:rPr lang="en-US" spc="-10" smtClean="0"/>
              <a:t>A</a:t>
            </a:r>
            <a:r>
              <a:rPr lang="en-US" spc="-204" smtClean="0"/>
              <a:t>P</a:t>
            </a:r>
            <a:r>
              <a:rPr lang="en-US" spc="-5" smtClean="0"/>
              <a:t>,</a:t>
            </a:r>
            <a:r>
              <a:rPr lang="en-US" spc="-15" smtClean="0"/>
              <a:t>A</a:t>
            </a:r>
            <a:r>
              <a:rPr lang="en-US" spc="-5" smtClean="0"/>
              <a:t>J</a:t>
            </a:r>
            <a:r>
              <a:rPr lang="en-US" spc="-10" smtClean="0"/>
              <a:t>CE</a:t>
            </a:r>
            <a:endParaRPr lang="en-US" spc="-10"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6F15528-21DE-4FAA-801E-634DDDAF4B2B}"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450764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www.computerhope.com/jargon/m/multicast.htm" TargetMode="External"/><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15.jpg"/></Relationships>
</file>

<file path=ppt/slides/_rels/slide1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22.jpg"/></Relationships>
</file>

<file path=ppt/slides/_rels/slide34.xml.rels><?xml version="1.0" encoding="UTF-8" standalone="yes"?>
<Relationships xmlns="http://schemas.openxmlformats.org/package/2006/relationships"><Relationship Id="rId3" Type="http://schemas.openxmlformats.org/officeDocument/2006/relationships/hyperlink" Target="https://www.omnisecu.com/cisco-certified-network-associate-ccna/ieee-802.1q-vlan-tagging.php"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9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2597911"/>
            <a:ext cx="12192000" cy="4260182"/>
            <a:chOff x="0" y="2597911"/>
            <a:chExt cx="12192000" cy="4260182"/>
          </a:xfrm>
        </p:grpSpPr>
        <p:sp>
          <p:nvSpPr>
            <p:cNvPr id="4" name="object 4"/>
            <p:cNvSpPr/>
            <p:nvPr/>
          </p:nvSpPr>
          <p:spPr>
            <a:xfrm>
              <a:off x="0" y="3078573"/>
              <a:ext cx="12192000" cy="3779520"/>
            </a:xfrm>
            <a:custGeom>
              <a:avLst/>
              <a:gdLst/>
              <a:ahLst/>
              <a:cxnLst/>
              <a:rect l="l" t="t" r="r" b="b"/>
              <a:pathLst>
                <a:path w="12192000" h="3779520">
                  <a:moveTo>
                    <a:pt x="2733863" y="312961"/>
                  </a:moveTo>
                  <a:lnTo>
                    <a:pt x="2417087" y="315695"/>
                  </a:lnTo>
                  <a:lnTo>
                    <a:pt x="2166396" y="322466"/>
                  </a:lnTo>
                  <a:lnTo>
                    <a:pt x="1918353" y="333661"/>
                  </a:lnTo>
                  <a:lnTo>
                    <a:pt x="1734184" y="345153"/>
                  </a:lnTo>
                  <a:lnTo>
                    <a:pt x="1551709" y="359451"/>
                  </a:lnTo>
                  <a:lnTo>
                    <a:pt x="1371014" y="376690"/>
                  </a:lnTo>
                  <a:lnTo>
                    <a:pt x="1192186" y="397006"/>
                  </a:lnTo>
                  <a:lnTo>
                    <a:pt x="1015313" y="420536"/>
                  </a:lnTo>
                  <a:lnTo>
                    <a:pt x="898527" y="438074"/>
                  </a:lnTo>
                  <a:lnTo>
                    <a:pt x="782674" y="457142"/>
                  </a:lnTo>
                  <a:lnTo>
                    <a:pt x="667780" y="477779"/>
                  </a:lnTo>
                  <a:lnTo>
                    <a:pt x="553870" y="500026"/>
                  </a:lnTo>
                  <a:lnTo>
                    <a:pt x="440972" y="523922"/>
                  </a:lnTo>
                  <a:lnTo>
                    <a:pt x="329109" y="549508"/>
                  </a:lnTo>
                  <a:lnTo>
                    <a:pt x="218196" y="576854"/>
                  </a:lnTo>
                  <a:lnTo>
                    <a:pt x="108598" y="605912"/>
                  </a:lnTo>
                  <a:lnTo>
                    <a:pt x="0" y="636811"/>
                  </a:lnTo>
                  <a:lnTo>
                    <a:pt x="0" y="3779423"/>
                  </a:lnTo>
                  <a:lnTo>
                    <a:pt x="12188063" y="3779423"/>
                  </a:lnTo>
                  <a:lnTo>
                    <a:pt x="12188186" y="3349969"/>
                  </a:lnTo>
                  <a:lnTo>
                    <a:pt x="12188760" y="3147722"/>
                  </a:lnTo>
                  <a:lnTo>
                    <a:pt x="12189447" y="2944840"/>
                  </a:lnTo>
                  <a:lnTo>
                    <a:pt x="12190439" y="2690501"/>
                  </a:lnTo>
                  <a:lnTo>
                    <a:pt x="12192000" y="2336042"/>
                  </a:lnTo>
                  <a:lnTo>
                    <a:pt x="12192000" y="642073"/>
                  </a:lnTo>
                  <a:lnTo>
                    <a:pt x="8754473" y="642073"/>
                  </a:lnTo>
                  <a:lnTo>
                    <a:pt x="8439422" y="639289"/>
                  </a:lnTo>
                  <a:lnTo>
                    <a:pt x="7992391" y="626832"/>
                  </a:lnTo>
                  <a:lnTo>
                    <a:pt x="7409046" y="598685"/>
                  </a:lnTo>
                  <a:lnTo>
                    <a:pt x="4360883" y="373361"/>
                  </a:lnTo>
                  <a:lnTo>
                    <a:pt x="3768497" y="339933"/>
                  </a:lnTo>
                  <a:lnTo>
                    <a:pt x="3312390" y="322175"/>
                  </a:lnTo>
                  <a:lnTo>
                    <a:pt x="2925592" y="314133"/>
                  </a:lnTo>
                  <a:lnTo>
                    <a:pt x="2733863" y="312961"/>
                  </a:lnTo>
                  <a:close/>
                </a:path>
                <a:path w="12192000" h="3779520">
                  <a:moveTo>
                    <a:pt x="12192000" y="0"/>
                  </a:moveTo>
                  <a:lnTo>
                    <a:pt x="12154471" y="19149"/>
                  </a:lnTo>
                  <a:lnTo>
                    <a:pt x="12107441" y="42425"/>
                  </a:lnTo>
                  <a:lnTo>
                    <a:pt x="12060057" y="65166"/>
                  </a:lnTo>
                  <a:lnTo>
                    <a:pt x="12012323" y="87378"/>
                  </a:lnTo>
                  <a:lnTo>
                    <a:pt x="11964242" y="109065"/>
                  </a:lnTo>
                  <a:lnTo>
                    <a:pt x="11915817" y="130233"/>
                  </a:lnTo>
                  <a:lnTo>
                    <a:pt x="11867050" y="150887"/>
                  </a:lnTo>
                  <a:lnTo>
                    <a:pt x="11817947" y="171031"/>
                  </a:lnTo>
                  <a:lnTo>
                    <a:pt x="11768509" y="190671"/>
                  </a:lnTo>
                  <a:lnTo>
                    <a:pt x="11718740" y="209811"/>
                  </a:lnTo>
                  <a:lnTo>
                    <a:pt x="11668643" y="228458"/>
                  </a:lnTo>
                  <a:lnTo>
                    <a:pt x="11618221" y="246615"/>
                  </a:lnTo>
                  <a:lnTo>
                    <a:pt x="11567478" y="264288"/>
                  </a:lnTo>
                  <a:lnTo>
                    <a:pt x="11516417" y="281482"/>
                  </a:lnTo>
                  <a:lnTo>
                    <a:pt x="11465040" y="298202"/>
                  </a:lnTo>
                  <a:lnTo>
                    <a:pt x="11413352" y="314452"/>
                  </a:lnTo>
                  <a:lnTo>
                    <a:pt x="11361356" y="330239"/>
                  </a:lnTo>
                  <a:lnTo>
                    <a:pt x="11309054" y="345567"/>
                  </a:lnTo>
                  <a:lnTo>
                    <a:pt x="11256450" y="360441"/>
                  </a:lnTo>
                  <a:lnTo>
                    <a:pt x="11203547" y="374866"/>
                  </a:lnTo>
                  <a:lnTo>
                    <a:pt x="11096858" y="402389"/>
                  </a:lnTo>
                  <a:lnTo>
                    <a:pt x="10989012" y="428178"/>
                  </a:lnTo>
                  <a:lnTo>
                    <a:pt x="10880035" y="452271"/>
                  </a:lnTo>
                  <a:lnTo>
                    <a:pt x="10769953" y="474710"/>
                  </a:lnTo>
                  <a:lnTo>
                    <a:pt x="10658791" y="495535"/>
                  </a:lnTo>
                  <a:lnTo>
                    <a:pt x="10546576" y="514785"/>
                  </a:lnTo>
                  <a:lnTo>
                    <a:pt x="10433333" y="532502"/>
                  </a:lnTo>
                  <a:lnTo>
                    <a:pt x="10319089" y="548726"/>
                  </a:lnTo>
                  <a:lnTo>
                    <a:pt x="10203868" y="563497"/>
                  </a:lnTo>
                  <a:lnTo>
                    <a:pt x="10029263" y="583016"/>
                  </a:lnTo>
                  <a:lnTo>
                    <a:pt x="9852607" y="599493"/>
                  </a:lnTo>
                  <a:lnTo>
                    <a:pt x="9673987" y="613063"/>
                  </a:lnTo>
                  <a:lnTo>
                    <a:pt x="9493490" y="623863"/>
                  </a:lnTo>
                  <a:lnTo>
                    <a:pt x="9250058" y="634187"/>
                  </a:lnTo>
                  <a:lnTo>
                    <a:pt x="9003650" y="640150"/>
                  </a:lnTo>
                  <a:lnTo>
                    <a:pt x="8754473" y="642073"/>
                  </a:lnTo>
                  <a:lnTo>
                    <a:pt x="12192000" y="642073"/>
                  </a:lnTo>
                  <a:lnTo>
                    <a:pt x="12192000" y="0"/>
                  </a:lnTo>
                  <a:close/>
                </a:path>
              </a:pathLst>
            </a:custGeom>
            <a:solidFill>
              <a:srgbClr val="F8ECD6"/>
            </a:solidFill>
          </p:spPr>
          <p:txBody>
            <a:bodyPr wrap="square" lIns="0" tIns="0" rIns="0" bIns="0" rtlCol="0"/>
            <a:lstStyle/>
            <a:p>
              <a:endParaRPr/>
            </a:p>
          </p:txBody>
        </p:sp>
        <p:pic>
          <p:nvPicPr>
            <p:cNvPr id="5" name="object 5"/>
            <p:cNvPicPr/>
            <p:nvPr/>
          </p:nvPicPr>
          <p:blipFill>
            <a:blip r:embed="rId2" cstate="print"/>
            <a:stretch>
              <a:fillRect/>
            </a:stretch>
          </p:blipFill>
          <p:spPr>
            <a:xfrm>
              <a:off x="0" y="2597911"/>
              <a:ext cx="12188825" cy="1428744"/>
            </a:xfrm>
            <a:prstGeom prst="rect">
              <a:avLst/>
            </a:prstGeom>
          </p:spPr>
        </p:pic>
      </p:grpSp>
      <p:pic>
        <p:nvPicPr>
          <p:cNvPr id="7" name="object 4"/>
          <p:cNvPicPr/>
          <p:nvPr/>
        </p:nvPicPr>
        <p:blipFill>
          <a:blip r:embed="rId3" cstate="print"/>
          <a:stretch>
            <a:fillRect/>
          </a:stretch>
        </p:blipFill>
        <p:spPr>
          <a:xfrm>
            <a:off x="-3175" y="93"/>
            <a:ext cx="12188825" cy="6858000"/>
          </a:xfrm>
          <a:prstGeom prst="rect">
            <a:avLst/>
          </a:prstGeom>
        </p:spPr>
      </p:pic>
      <p:sp>
        <p:nvSpPr>
          <p:cNvPr id="8" name="object 6"/>
          <p:cNvSpPr txBox="1"/>
          <p:nvPr/>
        </p:nvSpPr>
        <p:spPr>
          <a:xfrm>
            <a:off x="5994400" y="4268730"/>
            <a:ext cx="5250543" cy="1903470"/>
          </a:xfrm>
          <a:prstGeom prst="rect">
            <a:avLst/>
          </a:prstGeom>
        </p:spPr>
        <p:txBody>
          <a:bodyPr vert="horz" wrap="square" lIns="0" tIns="343535" rIns="0" bIns="0" rtlCol="0">
            <a:spAutoFit/>
          </a:bodyPr>
          <a:lstStyle/>
          <a:p>
            <a:pPr marL="12700">
              <a:lnSpc>
                <a:spcPct val="100000"/>
              </a:lnSpc>
              <a:spcBef>
                <a:spcPts val="2705"/>
              </a:spcBef>
            </a:pPr>
            <a:r>
              <a:rPr sz="6000" b="1" dirty="0">
                <a:solidFill>
                  <a:srgbClr val="803B62"/>
                </a:solidFill>
                <a:latin typeface="Corbel"/>
                <a:cs typeface="Corbel"/>
              </a:rPr>
              <a:t>IP</a:t>
            </a:r>
            <a:r>
              <a:rPr sz="6000" b="1" spc="-55" dirty="0">
                <a:solidFill>
                  <a:srgbClr val="803B62"/>
                </a:solidFill>
                <a:latin typeface="Corbel"/>
                <a:cs typeface="Corbel"/>
              </a:rPr>
              <a:t> </a:t>
            </a:r>
            <a:r>
              <a:rPr lang="en-IN" sz="6000" b="1" spc="-5" dirty="0">
                <a:solidFill>
                  <a:srgbClr val="803B62"/>
                </a:solidFill>
                <a:latin typeface="Corbel"/>
                <a:cs typeface="Corbel"/>
              </a:rPr>
              <a:t>A</a:t>
            </a:r>
            <a:r>
              <a:rPr sz="6000" b="1" spc="-5" dirty="0" err="1" smtClean="0">
                <a:solidFill>
                  <a:srgbClr val="803B62"/>
                </a:solidFill>
                <a:latin typeface="Corbel"/>
                <a:cs typeface="Corbel"/>
              </a:rPr>
              <a:t>ddressing</a:t>
            </a:r>
            <a:endParaRPr sz="6000" dirty="0">
              <a:latin typeface="Corbel"/>
              <a:cs typeface="Corbel"/>
            </a:endParaRPr>
          </a:p>
          <a:p>
            <a:pPr marL="12700">
              <a:lnSpc>
                <a:spcPct val="100000"/>
              </a:lnSpc>
              <a:spcBef>
                <a:spcPts val="1215"/>
              </a:spcBef>
            </a:pPr>
            <a:r>
              <a:rPr sz="3200" spc="-10" dirty="0">
                <a:solidFill>
                  <a:srgbClr val="624722"/>
                </a:solidFill>
                <a:uFill>
                  <a:solidFill>
                    <a:srgbClr val="624722"/>
                  </a:solidFill>
                </a:uFill>
                <a:latin typeface="Times New Roman" panose="02020603050405020304" pitchFamily="18" charset="0"/>
                <a:cs typeface="Times New Roman" panose="02020603050405020304" pitchFamily="18" charset="0"/>
              </a:rPr>
              <a:t>Module</a:t>
            </a:r>
            <a:r>
              <a:rPr sz="3200" spc="-15" dirty="0">
                <a:solidFill>
                  <a:srgbClr val="624722"/>
                </a:solidFill>
                <a:uFill>
                  <a:solidFill>
                    <a:srgbClr val="624722"/>
                  </a:solidFill>
                </a:uFill>
                <a:latin typeface="Times New Roman" panose="02020603050405020304" pitchFamily="18" charset="0"/>
                <a:cs typeface="Times New Roman" panose="02020603050405020304" pitchFamily="18" charset="0"/>
              </a:rPr>
              <a:t> </a:t>
            </a:r>
            <a:r>
              <a:rPr sz="3200" spc="-5" dirty="0">
                <a:solidFill>
                  <a:srgbClr val="624722"/>
                </a:solidFill>
                <a:uFill>
                  <a:solidFill>
                    <a:srgbClr val="624722"/>
                  </a:solidFill>
                </a:uFill>
                <a:latin typeface="Times New Roman" panose="02020603050405020304" pitchFamily="18" charset="0"/>
                <a:cs typeface="Times New Roman" panose="02020603050405020304" pitchFamily="18" charset="0"/>
              </a:rPr>
              <a:t>2</a:t>
            </a:r>
            <a:endParaRPr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372616" y="703163"/>
            <a:ext cx="4723384" cy="752129"/>
          </a:xfrm>
          <a:prstGeom prst="rect">
            <a:avLst/>
          </a:prstGeom>
        </p:spPr>
        <p:txBody>
          <a:bodyPr vert="horz" wrap="square" lIns="0" tIns="13335" rIns="0" bIns="0" rtlCol="0">
            <a:spAutoFit/>
          </a:bodyPr>
          <a:lstStyle/>
          <a:p>
            <a:pPr marL="12700">
              <a:lnSpc>
                <a:spcPct val="100000"/>
              </a:lnSpc>
              <a:spcBef>
                <a:spcPts val="105"/>
              </a:spcBef>
            </a:pPr>
            <a:r>
              <a:rPr lang="en-IN" dirty="0" smtClean="0"/>
              <a:t>Module-2 Syllabus</a:t>
            </a:r>
            <a:endParaRPr sz="4400" dirty="0"/>
          </a:p>
        </p:txBody>
      </p:sp>
      <p:sp>
        <p:nvSpPr>
          <p:cNvPr id="4" name="object 4"/>
          <p:cNvSpPr txBox="1"/>
          <p:nvPr/>
        </p:nvSpPr>
        <p:spPr>
          <a:xfrm>
            <a:off x="1418336" y="1609219"/>
            <a:ext cx="10011664" cy="1924886"/>
          </a:xfrm>
          <a:prstGeom prst="rect">
            <a:avLst/>
          </a:prstGeom>
        </p:spPr>
        <p:txBody>
          <a:bodyPr vert="horz" wrap="square" lIns="0" tIns="199390" rIns="0" bIns="0" rtlCol="0">
            <a:spAutoFit/>
          </a:bodyPr>
          <a:lstStyle/>
          <a:p>
            <a:r>
              <a:rPr lang="en-US" sz="2800" dirty="0">
                <a:latin typeface="Times New Roman" panose="02020603050405020304" pitchFamily="18" charset="0"/>
                <a:cs typeface="Times New Roman" panose="02020603050405020304" pitchFamily="18" charset="0"/>
              </a:rPr>
              <a:t>IP addressing - Private address, Public address, virtual LAN, Memory</a:t>
            </a:r>
          </a:p>
          <a:p>
            <a:r>
              <a:rPr lang="en-US" sz="2800" dirty="0">
                <a:latin typeface="Times New Roman" panose="02020603050405020304" pitchFamily="18" charset="0"/>
                <a:cs typeface="Times New Roman" panose="02020603050405020304" pitchFamily="18" charset="0"/>
              </a:rPr>
              <a:t>addressing, Paging, Memory mapping, virtual memory, complexities </a:t>
            </a:r>
            <a:r>
              <a:rPr lang="en-US" sz="2800" dirty="0" smtClean="0">
                <a:latin typeface="Times New Roman" panose="02020603050405020304" pitchFamily="18" charset="0"/>
                <a:cs typeface="Times New Roman" panose="02020603050405020304" pitchFamily="18" charset="0"/>
              </a:rPr>
              <a:t>and </a:t>
            </a:r>
            <a:r>
              <a:rPr lang="en-IN" sz="2800" dirty="0" smtClean="0">
                <a:latin typeface="Times New Roman" panose="02020603050405020304" pitchFamily="18" charset="0"/>
                <a:cs typeface="Times New Roman" panose="02020603050405020304" pitchFamily="18" charset="0"/>
              </a:rPr>
              <a:t>solutions </a:t>
            </a:r>
            <a:r>
              <a:rPr lang="en-IN" sz="2800" dirty="0">
                <a:latin typeface="Times New Roman" panose="02020603050405020304" pitchFamily="18" charset="0"/>
                <a:cs typeface="Times New Roman" panose="02020603050405020304" pitchFamily="18" charset="0"/>
              </a:rPr>
              <a:t>of memory </a:t>
            </a:r>
            <a:r>
              <a:rPr lang="en-IN" sz="2800" dirty="0" smtClean="0">
                <a:latin typeface="Times New Roman" panose="02020603050405020304" pitchFamily="18" charset="0"/>
                <a:cs typeface="Times New Roman" panose="02020603050405020304" pitchFamily="18" charset="0"/>
              </a:rPr>
              <a:t>virtualization.</a:t>
            </a:r>
          </a:p>
          <a:p>
            <a:endParaRPr sz="2800" dirty="0">
              <a:latin typeface="Corbel"/>
              <a:cs typeface="Corbel"/>
            </a:endParaRPr>
          </a:p>
        </p:txBody>
      </p:sp>
      <p:sp>
        <p:nvSpPr>
          <p:cNvPr id="6" name="TextBox 5"/>
          <p:cNvSpPr txBox="1"/>
          <p:nvPr/>
        </p:nvSpPr>
        <p:spPr>
          <a:xfrm>
            <a:off x="1905000" y="3570254"/>
            <a:ext cx="8610600" cy="2308324"/>
          </a:xfrm>
          <a:prstGeom prst="rect">
            <a:avLst/>
          </a:prstGeom>
          <a:noFill/>
        </p:spPr>
        <p:txBody>
          <a:bodyPr wrap="square" numCol="3" rtlCol="0">
            <a:spAutoFit/>
          </a:bodyPr>
          <a:lstStyle/>
          <a:p>
            <a:pPr marL="342900" indent="-342900">
              <a:buFont typeface="Wingdings" panose="05000000000000000000" pitchFamily="2" charset="2"/>
              <a:buChar char="Ø"/>
            </a:pPr>
            <a:r>
              <a:rPr lang="en-IN" sz="2400" dirty="0" smtClean="0">
                <a:latin typeface="Times New Roman" panose="02020603050405020304" pitchFamily="18" charset="0"/>
                <a:cs typeface="Times New Roman" panose="02020603050405020304" pitchFamily="18" charset="0"/>
              </a:rPr>
              <a:t>IP addressing</a:t>
            </a:r>
          </a:p>
          <a:p>
            <a:pPr marL="342900" indent="-342900">
              <a:buFont typeface="Wingdings" panose="05000000000000000000" pitchFamily="2" charset="2"/>
              <a:buChar char="Ø"/>
            </a:pPr>
            <a:r>
              <a:rPr lang="en-IN" sz="2400" dirty="0" smtClean="0">
                <a:latin typeface="Times New Roman" panose="02020603050405020304" pitchFamily="18" charset="0"/>
                <a:cs typeface="Times New Roman" panose="02020603050405020304" pitchFamily="18" charset="0"/>
              </a:rPr>
              <a:t>Private &amp; Public Addresses</a:t>
            </a:r>
          </a:p>
          <a:p>
            <a:pPr marL="342900" indent="-342900">
              <a:buFont typeface="Wingdings" panose="05000000000000000000" pitchFamily="2" charset="2"/>
              <a:buChar char="Ø"/>
            </a:pPr>
            <a:r>
              <a:rPr lang="en-IN" sz="2400" dirty="0" smtClean="0">
                <a:latin typeface="Times New Roman" panose="02020603050405020304" pitchFamily="18" charset="0"/>
                <a:cs typeface="Times New Roman" panose="02020603050405020304" pitchFamily="18" charset="0"/>
              </a:rPr>
              <a:t>Virtual LAN</a:t>
            </a:r>
          </a:p>
          <a:p>
            <a:pPr marL="342900" indent="-342900">
              <a:buFont typeface="Wingdings" panose="05000000000000000000" pitchFamily="2" charset="2"/>
              <a:buChar char="Ø"/>
              <a:tabLst>
                <a:tab pos="2336800" algn="l"/>
              </a:tabLst>
            </a:pPr>
            <a:r>
              <a:rPr lang="en-IN" sz="2400" dirty="0" smtClean="0">
                <a:latin typeface="Times New Roman" panose="02020603050405020304" pitchFamily="18" charset="0"/>
                <a:cs typeface="Times New Roman" panose="02020603050405020304" pitchFamily="18" charset="0"/>
              </a:rPr>
              <a:t>Memory addressing</a:t>
            </a:r>
          </a:p>
          <a:p>
            <a:pPr marL="342900" indent="-342900">
              <a:buFont typeface="Wingdings" panose="05000000000000000000" pitchFamily="2" charset="2"/>
              <a:buChar char="Ø"/>
            </a:pPr>
            <a:r>
              <a:rPr lang="en-IN" sz="2400" dirty="0" smtClean="0">
                <a:latin typeface="Times New Roman" panose="02020603050405020304" pitchFamily="18" charset="0"/>
                <a:cs typeface="Times New Roman" panose="02020603050405020304" pitchFamily="18" charset="0"/>
              </a:rPr>
              <a:t>Paging</a:t>
            </a:r>
          </a:p>
          <a:p>
            <a:pPr marL="342900" indent="-342900">
              <a:buFont typeface="Wingdings" panose="05000000000000000000" pitchFamily="2" charset="2"/>
              <a:buChar char="Ø"/>
            </a:pPr>
            <a:r>
              <a:rPr lang="en-IN" sz="2400" dirty="0" smtClean="0">
                <a:latin typeface="Times New Roman" panose="02020603050405020304" pitchFamily="18" charset="0"/>
                <a:cs typeface="Times New Roman" panose="02020603050405020304" pitchFamily="18" charset="0"/>
              </a:rPr>
              <a:t>Memory mapping</a:t>
            </a:r>
          </a:p>
          <a:p>
            <a:pPr marL="342900" indent="-342900">
              <a:buFont typeface="Wingdings" panose="05000000000000000000" pitchFamily="2" charset="2"/>
              <a:buChar char="Ø"/>
            </a:pPr>
            <a:r>
              <a:rPr lang="en-IN" sz="2400" dirty="0" smtClean="0">
                <a:latin typeface="Times New Roman" panose="02020603050405020304" pitchFamily="18" charset="0"/>
                <a:cs typeface="Times New Roman" panose="02020603050405020304" pitchFamily="18" charset="0"/>
              </a:rPr>
              <a:t>Virtual memory</a:t>
            </a:r>
          </a:p>
          <a:p>
            <a:pPr marL="342900" indent="-342900" defTabSz="900113">
              <a:buFont typeface="Wingdings" panose="05000000000000000000" pitchFamily="2" charset="2"/>
              <a:buChar char="Ø"/>
            </a:pPr>
            <a:r>
              <a:rPr lang="en-IN" sz="2400" dirty="0" smtClean="0">
                <a:latin typeface="Times New Roman" panose="02020603050405020304" pitchFamily="18" charset="0"/>
                <a:cs typeface="Times New Roman" panose="02020603050405020304" pitchFamily="18" charset="0"/>
              </a:rPr>
              <a:t>Complexities </a:t>
            </a:r>
            <a:r>
              <a:rPr lang="en-IN" sz="2400" dirty="0">
                <a:latin typeface="Times New Roman" panose="02020603050405020304" pitchFamily="18" charset="0"/>
                <a:cs typeface="Times New Roman" panose="02020603050405020304" pitchFamily="18" charset="0"/>
              </a:rPr>
              <a:t>and solutions </a:t>
            </a:r>
            <a:r>
              <a:rPr lang="en-IN" sz="2400" dirty="0" smtClean="0">
                <a:latin typeface="Times New Roman" panose="02020603050405020304" pitchFamily="18" charset="0"/>
                <a:cs typeface="Times New Roman" panose="02020603050405020304" pitchFamily="18" charset="0"/>
              </a:rPr>
              <a:t>of memory </a:t>
            </a:r>
            <a:r>
              <a:rPr lang="en-IN" sz="2400" dirty="0">
                <a:latin typeface="Times New Roman" panose="02020603050405020304" pitchFamily="18" charset="0"/>
                <a:cs typeface="Times New Roman" panose="02020603050405020304" pitchFamily="18" charset="0"/>
              </a:rPr>
              <a:t>virtualization</a:t>
            </a:r>
            <a:endParaRPr lang="en-IN" sz="3600"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372616" y="824229"/>
            <a:ext cx="2957195" cy="635000"/>
          </a:xfrm>
          <a:prstGeom prst="rect">
            <a:avLst/>
          </a:prstGeom>
        </p:spPr>
        <p:txBody>
          <a:bodyPr vert="horz" wrap="square" lIns="0" tIns="12065" rIns="0" bIns="0" rtlCol="0">
            <a:spAutoFit/>
          </a:bodyPr>
          <a:lstStyle/>
          <a:p>
            <a:pPr marL="12700">
              <a:lnSpc>
                <a:spcPct val="100000"/>
              </a:lnSpc>
              <a:spcBef>
                <a:spcPts val="95"/>
              </a:spcBef>
            </a:pPr>
            <a:r>
              <a:rPr spc="-5" dirty="0"/>
              <a:t>IP</a:t>
            </a:r>
            <a:r>
              <a:rPr spc="-70" dirty="0"/>
              <a:t> </a:t>
            </a:r>
            <a:r>
              <a:rPr spc="-5" dirty="0"/>
              <a:t>addressing</a:t>
            </a:r>
          </a:p>
        </p:txBody>
      </p:sp>
      <p:sp>
        <p:nvSpPr>
          <p:cNvPr id="4" name="object 4"/>
          <p:cNvSpPr txBox="1"/>
          <p:nvPr/>
        </p:nvSpPr>
        <p:spPr>
          <a:xfrm>
            <a:off x="1418336" y="1740154"/>
            <a:ext cx="10067290" cy="3799053"/>
          </a:xfrm>
          <a:prstGeom prst="rect">
            <a:avLst/>
          </a:prstGeom>
        </p:spPr>
        <p:txBody>
          <a:bodyPr vert="horz" wrap="square" lIns="0" tIns="89535" rIns="0" bIns="0" rtlCol="0">
            <a:spAutoFit/>
          </a:bodyPr>
          <a:lstStyle/>
          <a:p>
            <a:pPr marL="241300" marR="5080" indent="-229235" algn="just">
              <a:lnSpc>
                <a:spcPct val="150000"/>
              </a:lnSpc>
              <a:spcBef>
                <a:spcPts val="705"/>
              </a:spcBef>
              <a:buSzPct val="78846"/>
              <a:buFontTx/>
              <a:buChar char="•"/>
              <a:tabLst>
                <a:tab pos="241935" algn="l"/>
              </a:tabLst>
            </a:pPr>
            <a:r>
              <a:rPr lang="en-US" sz="2600" b="1" i="1" dirty="0">
                <a:solidFill>
                  <a:srgbClr val="1F2023"/>
                </a:solidFill>
                <a:latin typeface="Times New Roman" panose="02020603050405020304" pitchFamily="18" charset="0"/>
                <a:cs typeface="Times New Roman" panose="02020603050405020304" pitchFamily="18" charset="0"/>
              </a:rPr>
              <a:t>It is</a:t>
            </a:r>
            <a:r>
              <a:rPr lang="en-US" sz="2600" b="1" i="1" spc="-30" dirty="0">
                <a:solidFill>
                  <a:srgbClr val="1F2023"/>
                </a:solidFill>
                <a:latin typeface="Times New Roman" panose="02020603050405020304" pitchFamily="18" charset="0"/>
                <a:cs typeface="Times New Roman" panose="02020603050405020304" pitchFamily="18" charset="0"/>
              </a:rPr>
              <a:t> </a:t>
            </a:r>
            <a:r>
              <a:rPr lang="en-US" sz="2600" b="1" i="1" dirty="0">
                <a:solidFill>
                  <a:srgbClr val="1F2023"/>
                </a:solidFill>
                <a:latin typeface="Times New Roman" panose="02020603050405020304" pitchFamily="18" charset="0"/>
                <a:cs typeface="Times New Roman" panose="02020603050405020304" pitchFamily="18" charset="0"/>
              </a:rPr>
              <a:t>a</a:t>
            </a:r>
            <a:r>
              <a:rPr lang="en-US" sz="2600" b="1" i="1" spc="-10" dirty="0">
                <a:solidFill>
                  <a:srgbClr val="1F2023"/>
                </a:solidFill>
                <a:latin typeface="Times New Roman" panose="02020603050405020304" pitchFamily="18" charset="0"/>
                <a:cs typeface="Times New Roman" panose="02020603050405020304" pitchFamily="18" charset="0"/>
              </a:rPr>
              <a:t> </a:t>
            </a:r>
            <a:r>
              <a:rPr lang="en-US" sz="2600" b="1" i="1" dirty="0">
                <a:solidFill>
                  <a:srgbClr val="1F2023"/>
                </a:solidFill>
                <a:latin typeface="Times New Roman" panose="02020603050405020304" pitchFamily="18" charset="0"/>
                <a:cs typeface="Times New Roman" panose="02020603050405020304" pitchFamily="18" charset="0"/>
              </a:rPr>
              <a:t>unique</a:t>
            </a:r>
            <a:r>
              <a:rPr lang="en-US" sz="2600" b="1" i="1" spc="-10" dirty="0">
                <a:solidFill>
                  <a:srgbClr val="1F2023"/>
                </a:solidFill>
                <a:latin typeface="Times New Roman" panose="02020603050405020304" pitchFamily="18" charset="0"/>
                <a:cs typeface="Times New Roman" panose="02020603050405020304" pitchFamily="18" charset="0"/>
              </a:rPr>
              <a:t> </a:t>
            </a:r>
            <a:r>
              <a:rPr lang="en-US" sz="2600" b="1" i="1" dirty="0">
                <a:solidFill>
                  <a:srgbClr val="1F2023"/>
                </a:solidFill>
                <a:latin typeface="Times New Roman" panose="02020603050405020304" pitchFamily="18" charset="0"/>
                <a:cs typeface="Times New Roman" panose="02020603050405020304" pitchFamily="18" charset="0"/>
              </a:rPr>
              <a:t>address</a:t>
            </a:r>
            <a:r>
              <a:rPr lang="en-US" sz="2600" b="1" i="1" spc="-35" dirty="0">
                <a:solidFill>
                  <a:srgbClr val="1F2023"/>
                </a:solidFill>
                <a:latin typeface="Times New Roman" panose="02020603050405020304" pitchFamily="18" charset="0"/>
                <a:cs typeface="Times New Roman" panose="02020603050405020304" pitchFamily="18" charset="0"/>
              </a:rPr>
              <a:t> </a:t>
            </a:r>
            <a:r>
              <a:rPr lang="en-US" sz="2600" b="1" i="1" dirty="0">
                <a:solidFill>
                  <a:srgbClr val="1F2023"/>
                </a:solidFill>
                <a:latin typeface="Times New Roman" panose="02020603050405020304" pitchFamily="18" charset="0"/>
                <a:cs typeface="Times New Roman" panose="02020603050405020304" pitchFamily="18" charset="0"/>
              </a:rPr>
              <a:t>that</a:t>
            </a:r>
            <a:r>
              <a:rPr lang="en-US" sz="2600" b="1" i="1" spc="-30" dirty="0">
                <a:solidFill>
                  <a:srgbClr val="1F2023"/>
                </a:solidFill>
                <a:latin typeface="Times New Roman" panose="02020603050405020304" pitchFamily="18" charset="0"/>
                <a:cs typeface="Times New Roman" panose="02020603050405020304" pitchFamily="18" charset="0"/>
              </a:rPr>
              <a:t> </a:t>
            </a:r>
            <a:r>
              <a:rPr lang="en-US" sz="2600" b="1" i="1" dirty="0">
                <a:solidFill>
                  <a:srgbClr val="1F2023"/>
                </a:solidFill>
                <a:latin typeface="Times New Roman" panose="02020603050405020304" pitchFamily="18" charset="0"/>
                <a:cs typeface="Times New Roman" panose="02020603050405020304" pitchFamily="18" charset="0"/>
              </a:rPr>
              <a:t>identifies</a:t>
            </a:r>
            <a:r>
              <a:rPr lang="en-US" sz="2600" b="1" i="1" spc="-50" dirty="0">
                <a:solidFill>
                  <a:srgbClr val="1F2023"/>
                </a:solidFill>
                <a:latin typeface="Times New Roman" panose="02020603050405020304" pitchFamily="18" charset="0"/>
                <a:cs typeface="Times New Roman" panose="02020603050405020304" pitchFamily="18" charset="0"/>
              </a:rPr>
              <a:t> </a:t>
            </a:r>
            <a:r>
              <a:rPr lang="en-US" sz="2600" b="1" i="1" dirty="0">
                <a:solidFill>
                  <a:srgbClr val="1F2023"/>
                </a:solidFill>
                <a:latin typeface="Times New Roman" panose="02020603050405020304" pitchFamily="18" charset="0"/>
                <a:cs typeface="Times New Roman" panose="02020603050405020304" pitchFamily="18" charset="0"/>
              </a:rPr>
              <a:t>a </a:t>
            </a:r>
            <a:r>
              <a:rPr lang="en-US" sz="2600" b="1" i="1" spc="-540" dirty="0">
                <a:solidFill>
                  <a:srgbClr val="1F2023"/>
                </a:solidFill>
                <a:latin typeface="Times New Roman" panose="02020603050405020304" pitchFamily="18" charset="0"/>
                <a:cs typeface="Times New Roman" panose="02020603050405020304" pitchFamily="18" charset="0"/>
              </a:rPr>
              <a:t> </a:t>
            </a:r>
            <a:r>
              <a:rPr lang="en-US" sz="2600" b="1" i="1" dirty="0">
                <a:solidFill>
                  <a:srgbClr val="1F2023"/>
                </a:solidFill>
                <a:latin typeface="Times New Roman" panose="02020603050405020304" pitchFamily="18" charset="0"/>
                <a:cs typeface="Times New Roman" panose="02020603050405020304" pitchFamily="18" charset="0"/>
              </a:rPr>
              <a:t>device on the internet or a </a:t>
            </a:r>
            <a:r>
              <a:rPr lang="en-US" sz="2600" b="1" i="1" spc="-5" dirty="0">
                <a:solidFill>
                  <a:srgbClr val="1F2023"/>
                </a:solidFill>
                <a:latin typeface="Times New Roman" panose="02020603050405020304" pitchFamily="18" charset="0"/>
                <a:cs typeface="Times New Roman" panose="02020603050405020304" pitchFamily="18" charset="0"/>
              </a:rPr>
              <a:t>local </a:t>
            </a:r>
            <a:r>
              <a:rPr lang="en-US" sz="2600" b="1" i="1" dirty="0">
                <a:solidFill>
                  <a:srgbClr val="1F2023"/>
                </a:solidFill>
                <a:latin typeface="Times New Roman" panose="02020603050405020304" pitchFamily="18" charset="0"/>
                <a:cs typeface="Times New Roman" panose="02020603050405020304" pitchFamily="18" charset="0"/>
              </a:rPr>
              <a:t> network.</a:t>
            </a:r>
            <a:endParaRPr lang="en-US" sz="2600" dirty="0">
              <a:latin typeface="Times New Roman" panose="02020603050405020304" pitchFamily="18" charset="0"/>
              <a:cs typeface="Times New Roman" panose="02020603050405020304" pitchFamily="18" charset="0"/>
            </a:endParaRPr>
          </a:p>
          <a:p>
            <a:pPr marL="241300" marR="5080" indent="-229235" algn="just">
              <a:lnSpc>
                <a:spcPct val="150000"/>
              </a:lnSpc>
              <a:spcBef>
                <a:spcPts val="705"/>
              </a:spcBef>
              <a:buSzPct val="78846"/>
              <a:buChar char="•"/>
              <a:tabLst>
                <a:tab pos="241935" algn="l"/>
              </a:tabLst>
            </a:pPr>
            <a:r>
              <a:rPr sz="2600" spc="5" dirty="0" smtClean="0">
                <a:solidFill>
                  <a:srgbClr val="002060"/>
                </a:solidFill>
                <a:latin typeface="Times New Roman" panose="02020603050405020304" pitchFamily="18" charset="0"/>
                <a:cs typeface="Times New Roman" panose="02020603050405020304" pitchFamily="18" charset="0"/>
              </a:rPr>
              <a:t>The</a:t>
            </a:r>
            <a:r>
              <a:rPr sz="2600" spc="10" dirty="0" smtClean="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IP</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(Internet</a:t>
            </a:r>
            <a:r>
              <a:rPr sz="2600" dirty="0">
                <a:solidFill>
                  <a:srgbClr val="002060"/>
                </a:solidFill>
                <a:latin typeface="Times New Roman" panose="02020603050405020304" pitchFamily="18" charset="0"/>
                <a:cs typeface="Times New Roman" panose="02020603050405020304" pitchFamily="18" charset="0"/>
              </a:rPr>
              <a:t> Protocol)</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dirty="0">
                <a:solidFill>
                  <a:srgbClr val="002060"/>
                </a:solidFill>
                <a:latin typeface="Times New Roman" panose="02020603050405020304" pitchFamily="18" charset="0"/>
                <a:cs typeface="Times New Roman" panose="02020603050405020304" pitchFamily="18" charset="0"/>
              </a:rPr>
              <a:t> the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fundamental</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protocol</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for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communications on the Internet. </a:t>
            </a:r>
            <a:endParaRPr lang="en-US" sz="2600" dirty="0" smtClean="0">
              <a:solidFill>
                <a:srgbClr val="002060"/>
              </a:solidFill>
              <a:latin typeface="Times New Roman" panose="02020603050405020304" pitchFamily="18" charset="0"/>
              <a:cs typeface="Times New Roman" panose="02020603050405020304" pitchFamily="18" charset="0"/>
            </a:endParaRPr>
          </a:p>
          <a:p>
            <a:pPr marL="241300" marR="5080" indent="-229235" algn="just">
              <a:lnSpc>
                <a:spcPct val="150000"/>
              </a:lnSpc>
              <a:spcBef>
                <a:spcPts val="705"/>
              </a:spcBef>
              <a:buSzPct val="78846"/>
              <a:buChar char="•"/>
              <a:tabLst>
                <a:tab pos="241935" algn="l"/>
              </a:tabLst>
            </a:pPr>
            <a:r>
              <a:rPr sz="2600" spc="-5" dirty="0" smtClean="0">
                <a:solidFill>
                  <a:srgbClr val="002060"/>
                </a:solidFill>
                <a:latin typeface="Times New Roman" panose="02020603050405020304" pitchFamily="18" charset="0"/>
                <a:cs typeface="Times New Roman" panose="02020603050405020304" pitchFamily="18" charset="0"/>
              </a:rPr>
              <a:t>It </a:t>
            </a:r>
            <a:r>
              <a:rPr sz="2600" dirty="0">
                <a:solidFill>
                  <a:srgbClr val="002060"/>
                </a:solidFill>
                <a:latin typeface="Times New Roman" panose="02020603050405020304" pitchFamily="18" charset="0"/>
                <a:cs typeface="Times New Roman" panose="02020603050405020304" pitchFamily="18" charset="0"/>
              </a:rPr>
              <a:t>specifies the </a:t>
            </a:r>
            <a:r>
              <a:rPr sz="2600" spc="-5" dirty="0">
                <a:solidFill>
                  <a:srgbClr val="002060"/>
                </a:solidFill>
                <a:latin typeface="Times New Roman" panose="02020603050405020304" pitchFamily="18" charset="0"/>
                <a:cs typeface="Times New Roman" panose="02020603050405020304" pitchFamily="18" charset="0"/>
              </a:rPr>
              <a:t>way information is </a:t>
            </a:r>
            <a:r>
              <a:rPr sz="2600" dirty="0">
                <a:solidFill>
                  <a:srgbClr val="002060"/>
                </a:solidFill>
                <a:latin typeface="Times New Roman" panose="02020603050405020304" pitchFamily="18" charset="0"/>
                <a:cs typeface="Times New Roman" panose="02020603050405020304" pitchFamily="18" charset="0"/>
              </a:rPr>
              <a:t> packetized,</a:t>
            </a:r>
            <a:r>
              <a:rPr sz="2600" spc="69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addressed,</a:t>
            </a:r>
            <a:r>
              <a:rPr sz="2600" spc="70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transferred,</a:t>
            </a:r>
            <a:r>
              <a:rPr sz="2600" spc="69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routed,</a:t>
            </a:r>
            <a:r>
              <a:rPr sz="2600" spc="70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and</a:t>
            </a:r>
            <a:r>
              <a:rPr sz="2600" spc="69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received</a:t>
            </a:r>
            <a:r>
              <a:rPr sz="2600" spc="70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by </a:t>
            </a:r>
            <a:r>
              <a:rPr sz="2600" spc="-71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networked</a:t>
            </a:r>
            <a:r>
              <a:rPr sz="2600" spc="-2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devices</a:t>
            </a:r>
            <a:r>
              <a:rPr sz="2600" dirty="0" smtClean="0">
                <a:solidFill>
                  <a:srgbClr val="002060"/>
                </a:solidFill>
                <a:latin typeface="Times New Roman" panose="02020603050405020304" pitchFamily="18" charset="0"/>
                <a:cs typeface="Times New Roman" panose="02020603050405020304" pitchFamily="18" charset="0"/>
              </a:rPr>
              <a:t>.</a:t>
            </a:r>
            <a:endParaRPr sz="2600"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p:nvPr/>
        </p:nvSpPr>
        <p:spPr>
          <a:xfrm>
            <a:off x="762000" y="137203"/>
            <a:ext cx="10898982" cy="6498509"/>
          </a:xfrm>
          <a:prstGeom prst="rect">
            <a:avLst/>
          </a:prstGeom>
        </p:spPr>
        <p:txBody>
          <a:bodyPr vert="horz" wrap="square" lIns="0" tIns="55244" rIns="0" bIns="0" rtlCol="0">
            <a:spAutoFit/>
          </a:bodyPr>
          <a:lstStyle/>
          <a:p>
            <a:pPr marL="12700">
              <a:lnSpc>
                <a:spcPct val="150000"/>
              </a:lnSpc>
              <a:spcBef>
                <a:spcPts val="1185"/>
              </a:spcBef>
            </a:pPr>
            <a:r>
              <a:rPr lang="en-US" sz="2600" b="1" spc="-5" dirty="0">
                <a:solidFill>
                  <a:srgbClr val="002060"/>
                </a:solidFill>
                <a:latin typeface="Times New Roman" panose="02020603050405020304" pitchFamily="18" charset="0"/>
                <a:cs typeface="Times New Roman" panose="02020603050405020304" pitchFamily="18" charset="0"/>
              </a:rPr>
              <a:t>IP</a:t>
            </a:r>
            <a:r>
              <a:rPr lang="en-US" sz="2600" b="1" spc="-70" dirty="0">
                <a:solidFill>
                  <a:srgbClr val="002060"/>
                </a:solidFill>
                <a:latin typeface="Times New Roman" panose="02020603050405020304" pitchFamily="18" charset="0"/>
                <a:cs typeface="Times New Roman" panose="02020603050405020304" pitchFamily="18" charset="0"/>
              </a:rPr>
              <a:t> </a:t>
            </a:r>
            <a:r>
              <a:rPr lang="en-US" sz="2600" b="1" dirty="0">
                <a:solidFill>
                  <a:srgbClr val="002060"/>
                </a:solidFill>
                <a:latin typeface="Times New Roman" panose="02020603050405020304" pitchFamily="18" charset="0"/>
                <a:cs typeface="Times New Roman" panose="02020603050405020304" pitchFamily="18" charset="0"/>
              </a:rPr>
              <a:t>history</a:t>
            </a:r>
          </a:p>
          <a:p>
            <a:pPr marL="241300" marR="7620" indent="-229235" algn="just">
              <a:lnSpc>
                <a:spcPct val="150000"/>
              </a:lnSpc>
              <a:spcBef>
                <a:spcPts val="1800"/>
              </a:spcBef>
              <a:buSzPct val="78846"/>
              <a:buChar char="•"/>
              <a:tabLst>
                <a:tab pos="241935" algn="l"/>
              </a:tabLst>
            </a:pPr>
            <a:r>
              <a:rPr lang="en-US" sz="2600" spc="-5" dirty="0">
                <a:solidFill>
                  <a:srgbClr val="002060"/>
                </a:solidFill>
                <a:latin typeface="Times New Roman" panose="02020603050405020304" pitchFamily="18" charset="0"/>
                <a:cs typeface="Times New Roman" panose="02020603050405020304" pitchFamily="18" charset="0"/>
              </a:rPr>
              <a:t>Its </a:t>
            </a:r>
            <a:r>
              <a:rPr lang="en-US" sz="2600" dirty="0">
                <a:solidFill>
                  <a:srgbClr val="002060"/>
                </a:solidFill>
                <a:latin typeface="Times New Roman" panose="02020603050405020304" pitchFamily="18" charset="0"/>
                <a:cs typeface="Times New Roman" panose="02020603050405020304" pitchFamily="18" charset="0"/>
              </a:rPr>
              <a:t>development began </a:t>
            </a:r>
            <a:r>
              <a:rPr lang="en-US" sz="2600" spc="-5" dirty="0">
                <a:solidFill>
                  <a:srgbClr val="002060"/>
                </a:solidFill>
                <a:latin typeface="Times New Roman" panose="02020603050405020304" pitchFamily="18" charset="0"/>
                <a:cs typeface="Times New Roman" panose="02020603050405020304" pitchFamily="18" charset="0"/>
              </a:rPr>
              <a:t>in </a:t>
            </a:r>
            <a:r>
              <a:rPr lang="en-US" sz="2600" dirty="0">
                <a:solidFill>
                  <a:srgbClr val="002060"/>
                </a:solidFill>
                <a:latin typeface="Times New Roman" panose="02020603050405020304" pitchFamily="18" charset="0"/>
                <a:cs typeface="Times New Roman" panose="02020603050405020304" pitchFamily="18" charset="0"/>
              </a:rPr>
              <a:t>1974, led by computer scientists </a:t>
            </a:r>
            <a:r>
              <a:rPr lang="en-US" sz="2600" i="1" dirty="0">
                <a:solidFill>
                  <a:srgbClr val="002060"/>
                </a:solidFill>
                <a:latin typeface="Times New Roman" panose="02020603050405020304" pitchFamily="18" charset="0"/>
                <a:cs typeface="Times New Roman" panose="02020603050405020304" pitchFamily="18" charset="0"/>
              </a:rPr>
              <a:t>Bob </a:t>
            </a:r>
            <a:r>
              <a:rPr lang="en-US" sz="2600" i="1" spc="5" dirty="0">
                <a:solidFill>
                  <a:srgbClr val="002060"/>
                </a:solidFill>
                <a:latin typeface="Times New Roman" panose="02020603050405020304" pitchFamily="18" charset="0"/>
                <a:cs typeface="Times New Roman" panose="02020603050405020304" pitchFamily="18" charset="0"/>
              </a:rPr>
              <a:t> </a:t>
            </a:r>
            <a:r>
              <a:rPr lang="en-US" sz="2600" i="1" dirty="0">
                <a:solidFill>
                  <a:srgbClr val="002060"/>
                </a:solidFill>
                <a:latin typeface="Times New Roman" panose="02020603050405020304" pitchFamily="18" charset="0"/>
                <a:cs typeface="Times New Roman" panose="02020603050405020304" pitchFamily="18" charset="0"/>
              </a:rPr>
              <a:t>Kahn and </a:t>
            </a:r>
            <a:r>
              <a:rPr lang="en-US" sz="2600" i="1" spc="-10" dirty="0" err="1">
                <a:solidFill>
                  <a:srgbClr val="002060"/>
                </a:solidFill>
                <a:latin typeface="Times New Roman" panose="02020603050405020304" pitchFamily="18" charset="0"/>
                <a:cs typeface="Times New Roman" panose="02020603050405020304" pitchFamily="18" charset="0"/>
              </a:rPr>
              <a:t>Vint</a:t>
            </a:r>
            <a:r>
              <a:rPr lang="en-US" sz="2600" i="1" spc="-10" dirty="0">
                <a:solidFill>
                  <a:srgbClr val="002060"/>
                </a:solidFill>
                <a:latin typeface="Times New Roman" panose="02020603050405020304" pitchFamily="18" charset="0"/>
                <a:cs typeface="Times New Roman" panose="02020603050405020304" pitchFamily="18" charset="0"/>
              </a:rPr>
              <a:t> </a:t>
            </a:r>
            <a:r>
              <a:rPr lang="en-US" sz="2600" i="1" dirty="0">
                <a:solidFill>
                  <a:srgbClr val="002060"/>
                </a:solidFill>
                <a:latin typeface="Times New Roman" panose="02020603050405020304" pitchFamily="18" charset="0"/>
                <a:cs typeface="Times New Roman" panose="02020603050405020304" pitchFamily="18" charset="0"/>
              </a:rPr>
              <a:t>Cerf</a:t>
            </a:r>
            <a:r>
              <a:rPr lang="en-US" sz="2600" dirty="0">
                <a:solidFill>
                  <a:srgbClr val="002060"/>
                </a:solidFill>
                <a:latin typeface="Times New Roman" panose="02020603050405020304" pitchFamily="18" charset="0"/>
                <a:cs typeface="Times New Roman" panose="02020603050405020304" pitchFamily="18" charset="0"/>
              </a:rPr>
              <a:t>. It </a:t>
            </a:r>
            <a:r>
              <a:rPr lang="en-US" sz="2600" spc="-5" dirty="0">
                <a:solidFill>
                  <a:srgbClr val="002060"/>
                </a:solidFill>
                <a:latin typeface="Times New Roman" panose="02020603050405020304" pitchFamily="18" charset="0"/>
                <a:cs typeface="Times New Roman" panose="02020603050405020304" pitchFamily="18" charset="0"/>
              </a:rPr>
              <a:t>is </a:t>
            </a:r>
            <a:r>
              <a:rPr lang="en-US" sz="2600" dirty="0">
                <a:solidFill>
                  <a:srgbClr val="002060"/>
                </a:solidFill>
                <a:latin typeface="Times New Roman" panose="02020603050405020304" pitchFamily="18" charset="0"/>
                <a:cs typeface="Times New Roman" panose="02020603050405020304" pitchFamily="18" charset="0"/>
              </a:rPr>
              <a:t>frequently used </a:t>
            </a:r>
            <a:r>
              <a:rPr lang="en-US" sz="2600" spc="-5" dirty="0">
                <a:solidFill>
                  <a:srgbClr val="002060"/>
                </a:solidFill>
                <a:latin typeface="Times New Roman" panose="02020603050405020304" pitchFamily="18" charset="0"/>
                <a:cs typeface="Times New Roman" panose="02020603050405020304" pitchFamily="18" charset="0"/>
              </a:rPr>
              <a:t>in </a:t>
            </a:r>
            <a:r>
              <a:rPr lang="en-US" sz="2600" dirty="0">
                <a:solidFill>
                  <a:srgbClr val="002060"/>
                </a:solidFill>
                <a:latin typeface="Times New Roman" panose="02020603050405020304" pitchFamily="18" charset="0"/>
                <a:cs typeface="Times New Roman" panose="02020603050405020304" pitchFamily="18" charset="0"/>
              </a:rPr>
              <a:t>conjunction </a:t>
            </a:r>
            <a:r>
              <a:rPr lang="en-US" sz="2600" spc="-5" dirty="0">
                <a:solidFill>
                  <a:srgbClr val="002060"/>
                </a:solidFill>
                <a:latin typeface="Times New Roman" panose="02020603050405020304" pitchFamily="18" charset="0"/>
                <a:cs typeface="Times New Roman" panose="02020603050405020304" pitchFamily="18" charset="0"/>
              </a:rPr>
              <a:t>with </a:t>
            </a:r>
            <a:r>
              <a:rPr lang="en-US" sz="2600" dirty="0">
                <a:solidFill>
                  <a:srgbClr val="002060"/>
                </a:solidFill>
                <a:latin typeface="Times New Roman" panose="02020603050405020304" pitchFamily="18" charset="0"/>
                <a:cs typeface="Times New Roman" panose="02020603050405020304" pitchFamily="18" charset="0"/>
              </a:rPr>
              <a:t>the </a:t>
            </a:r>
            <a:r>
              <a:rPr lang="en-US" sz="2600" spc="5" dirty="0">
                <a:solidFill>
                  <a:srgbClr val="002060"/>
                </a:solidFill>
                <a:latin typeface="Times New Roman" panose="02020603050405020304" pitchFamily="18" charset="0"/>
                <a:cs typeface="Times New Roman" panose="02020603050405020304" pitchFamily="18" charset="0"/>
              </a:rPr>
              <a:t> </a:t>
            </a:r>
            <a:r>
              <a:rPr lang="en-US" sz="2600" spc="-10" dirty="0">
                <a:solidFill>
                  <a:srgbClr val="002060"/>
                </a:solidFill>
                <a:latin typeface="Times New Roman" panose="02020603050405020304" pitchFamily="18" charset="0"/>
                <a:cs typeface="Times New Roman" panose="02020603050405020304" pitchFamily="18" charset="0"/>
              </a:rPr>
              <a:t>Transmission </a:t>
            </a:r>
            <a:r>
              <a:rPr lang="en-US" sz="2600" spc="-5" dirty="0">
                <a:solidFill>
                  <a:srgbClr val="002060"/>
                </a:solidFill>
                <a:latin typeface="Times New Roman" panose="02020603050405020304" pitchFamily="18" charset="0"/>
                <a:cs typeface="Times New Roman" panose="02020603050405020304" pitchFamily="18" charset="0"/>
              </a:rPr>
              <a:t>Control </a:t>
            </a:r>
            <a:r>
              <a:rPr lang="en-US" sz="2600" dirty="0">
                <a:solidFill>
                  <a:srgbClr val="002060"/>
                </a:solidFill>
                <a:latin typeface="Times New Roman" panose="02020603050405020304" pitchFamily="18" charset="0"/>
                <a:cs typeface="Times New Roman" panose="02020603050405020304" pitchFamily="18" charset="0"/>
              </a:rPr>
              <a:t>Protocol, </a:t>
            </a:r>
            <a:r>
              <a:rPr lang="en-US" sz="2600" spc="5" dirty="0">
                <a:solidFill>
                  <a:srgbClr val="002060"/>
                </a:solidFill>
                <a:latin typeface="Times New Roman" panose="02020603050405020304" pitchFamily="18" charset="0"/>
                <a:cs typeface="Times New Roman" panose="02020603050405020304" pitchFamily="18" charset="0"/>
              </a:rPr>
              <a:t>or </a:t>
            </a:r>
            <a:r>
              <a:rPr lang="en-US" sz="2600" spc="-80" dirty="0">
                <a:solidFill>
                  <a:srgbClr val="002060"/>
                </a:solidFill>
                <a:latin typeface="Times New Roman" panose="02020603050405020304" pitchFamily="18" charset="0"/>
                <a:cs typeface="Times New Roman" panose="02020603050405020304" pitchFamily="18" charset="0"/>
              </a:rPr>
              <a:t>TCP. </a:t>
            </a:r>
            <a:r>
              <a:rPr lang="en-US" sz="2600" spc="-35" dirty="0">
                <a:solidFill>
                  <a:schemeClr val="accent2">
                    <a:lumMod val="75000"/>
                  </a:schemeClr>
                </a:solidFill>
                <a:latin typeface="Times New Roman" panose="02020603050405020304" pitchFamily="18" charset="0"/>
                <a:cs typeface="Times New Roman" panose="02020603050405020304" pitchFamily="18" charset="0"/>
              </a:rPr>
              <a:t>Together </a:t>
            </a:r>
            <a:r>
              <a:rPr lang="en-US" sz="2600" dirty="0">
                <a:solidFill>
                  <a:schemeClr val="accent2">
                    <a:lumMod val="75000"/>
                  </a:schemeClr>
                </a:solidFill>
                <a:latin typeface="Times New Roman" panose="02020603050405020304" pitchFamily="18" charset="0"/>
                <a:cs typeface="Times New Roman" panose="02020603050405020304" pitchFamily="18" charset="0"/>
              </a:rPr>
              <a:t>they are referred </a:t>
            </a:r>
            <a:r>
              <a:rPr lang="en-US" sz="2600" spc="5" dirty="0">
                <a:solidFill>
                  <a:schemeClr val="accent2">
                    <a:lumMod val="75000"/>
                  </a:schemeClr>
                </a:solidFill>
                <a:latin typeface="Times New Roman" panose="02020603050405020304" pitchFamily="18" charset="0"/>
                <a:cs typeface="Times New Roman" panose="02020603050405020304" pitchFamily="18" charset="0"/>
              </a:rPr>
              <a:t> </a:t>
            </a:r>
            <a:r>
              <a:rPr lang="en-US" sz="2600" spc="-5" dirty="0">
                <a:solidFill>
                  <a:schemeClr val="accent2">
                    <a:lumMod val="75000"/>
                  </a:schemeClr>
                </a:solidFill>
                <a:latin typeface="Times New Roman" panose="02020603050405020304" pitchFamily="18" charset="0"/>
                <a:cs typeface="Times New Roman" panose="02020603050405020304" pitchFamily="18" charset="0"/>
              </a:rPr>
              <a:t>to</a:t>
            </a:r>
            <a:r>
              <a:rPr lang="en-US" sz="2600" spc="5" dirty="0">
                <a:solidFill>
                  <a:schemeClr val="accent2">
                    <a:lumMod val="75000"/>
                  </a:schemeClr>
                </a:solidFill>
                <a:latin typeface="Times New Roman" panose="02020603050405020304" pitchFamily="18" charset="0"/>
                <a:cs typeface="Times New Roman" panose="02020603050405020304" pitchFamily="18" charset="0"/>
              </a:rPr>
              <a:t> </a:t>
            </a:r>
            <a:r>
              <a:rPr lang="en-US" sz="2600" dirty="0">
                <a:solidFill>
                  <a:schemeClr val="accent2">
                    <a:lumMod val="75000"/>
                  </a:schemeClr>
                </a:solidFill>
                <a:latin typeface="Times New Roman" panose="02020603050405020304" pitchFamily="18" charset="0"/>
                <a:cs typeface="Times New Roman" panose="02020603050405020304" pitchFamily="18" charset="0"/>
              </a:rPr>
              <a:t>as</a:t>
            </a:r>
            <a:r>
              <a:rPr lang="en-US" sz="2600" spc="-60" dirty="0">
                <a:solidFill>
                  <a:schemeClr val="accent2">
                    <a:lumMod val="75000"/>
                  </a:schemeClr>
                </a:solidFill>
                <a:latin typeface="Times New Roman" panose="02020603050405020304" pitchFamily="18" charset="0"/>
                <a:cs typeface="Times New Roman" panose="02020603050405020304" pitchFamily="18" charset="0"/>
              </a:rPr>
              <a:t> </a:t>
            </a:r>
            <a:r>
              <a:rPr lang="en-US" sz="2600" spc="-45" dirty="0">
                <a:solidFill>
                  <a:schemeClr val="accent2">
                    <a:lumMod val="75000"/>
                  </a:schemeClr>
                </a:solidFill>
                <a:latin typeface="Times New Roman" panose="02020603050405020304" pitchFamily="18" charset="0"/>
                <a:cs typeface="Times New Roman" panose="02020603050405020304" pitchFamily="18" charset="0"/>
              </a:rPr>
              <a:t>TCP/IP.</a:t>
            </a:r>
            <a:endParaRPr lang="en-US" sz="2600" dirty="0">
              <a:solidFill>
                <a:schemeClr val="accent2">
                  <a:lumMod val="75000"/>
                </a:schemeClr>
              </a:solidFill>
              <a:latin typeface="Times New Roman" panose="02020603050405020304" pitchFamily="18" charset="0"/>
              <a:cs typeface="Times New Roman" panose="02020603050405020304" pitchFamily="18" charset="0"/>
            </a:endParaRPr>
          </a:p>
          <a:p>
            <a:pPr marL="241300" marR="5080" indent="-229235" algn="just">
              <a:lnSpc>
                <a:spcPct val="150000"/>
              </a:lnSpc>
              <a:spcBef>
                <a:spcPts val="1775"/>
              </a:spcBef>
              <a:buSzPct val="78846"/>
              <a:buChar char="•"/>
              <a:tabLst>
                <a:tab pos="241935" algn="l"/>
              </a:tabLst>
            </a:pPr>
            <a:r>
              <a:rPr lang="en-US" sz="2600" spc="5" dirty="0">
                <a:solidFill>
                  <a:srgbClr val="002060"/>
                </a:solidFill>
                <a:latin typeface="Times New Roman" panose="02020603050405020304" pitchFamily="18" charset="0"/>
                <a:cs typeface="Times New Roman" panose="02020603050405020304" pitchFamily="18" charset="0"/>
              </a:rPr>
              <a:t>The </a:t>
            </a:r>
            <a:r>
              <a:rPr lang="en-US" sz="2600" spc="-5" dirty="0">
                <a:solidFill>
                  <a:srgbClr val="002060"/>
                </a:solidFill>
                <a:latin typeface="Times New Roman" panose="02020603050405020304" pitchFamily="18" charset="0"/>
                <a:cs typeface="Times New Roman" panose="02020603050405020304" pitchFamily="18" charset="0"/>
              </a:rPr>
              <a:t>first </a:t>
            </a:r>
            <a:r>
              <a:rPr lang="en-US" sz="2600" dirty="0">
                <a:solidFill>
                  <a:srgbClr val="002060"/>
                </a:solidFill>
                <a:latin typeface="Times New Roman" panose="02020603050405020304" pitchFamily="18" charset="0"/>
                <a:cs typeface="Times New Roman" panose="02020603050405020304" pitchFamily="18" charset="0"/>
              </a:rPr>
              <a:t>major </a:t>
            </a:r>
            <a:r>
              <a:rPr lang="en-US" sz="2600" spc="-5" dirty="0">
                <a:solidFill>
                  <a:srgbClr val="002060"/>
                </a:solidFill>
                <a:latin typeface="Times New Roman" panose="02020603050405020304" pitchFamily="18" charset="0"/>
                <a:cs typeface="Times New Roman" panose="02020603050405020304" pitchFamily="18" charset="0"/>
              </a:rPr>
              <a:t>version </a:t>
            </a:r>
            <a:r>
              <a:rPr lang="en-US" sz="2600" dirty="0">
                <a:solidFill>
                  <a:srgbClr val="002060"/>
                </a:solidFill>
                <a:latin typeface="Times New Roman" panose="02020603050405020304" pitchFamily="18" charset="0"/>
                <a:cs typeface="Times New Roman" panose="02020603050405020304" pitchFamily="18" charset="0"/>
              </a:rPr>
              <a:t>of </a:t>
            </a:r>
            <a:r>
              <a:rPr lang="en-US" sz="2600" spc="5" dirty="0">
                <a:solidFill>
                  <a:srgbClr val="002060"/>
                </a:solidFill>
                <a:latin typeface="Times New Roman" panose="02020603050405020304" pitchFamily="18" charset="0"/>
                <a:cs typeface="Times New Roman" panose="02020603050405020304" pitchFamily="18" charset="0"/>
              </a:rPr>
              <a:t>the </a:t>
            </a:r>
            <a:r>
              <a:rPr lang="en-US" sz="2600" dirty="0">
                <a:solidFill>
                  <a:srgbClr val="002060"/>
                </a:solidFill>
                <a:latin typeface="Times New Roman" panose="02020603050405020304" pitchFamily="18" charset="0"/>
                <a:cs typeface="Times New Roman" panose="02020603050405020304" pitchFamily="18" charset="0"/>
              </a:rPr>
              <a:t>Internet Protocol was </a:t>
            </a:r>
            <a:r>
              <a:rPr lang="en-US" sz="2600" spc="-5" dirty="0">
                <a:solidFill>
                  <a:schemeClr val="accent2">
                    <a:lumMod val="75000"/>
                  </a:schemeClr>
                </a:solidFill>
                <a:latin typeface="Times New Roman" panose="02020603050405020304" pitchFamily="18" charset="0"/>
                <a:cs typeface="Times New Roman" panose="02020603050405020304" pitchFamily="18" charset="0"/>
              </a:rPr>
              <a:t>version </a:t>
            </a:r>
            <a:r>
              <a:rPr lang="en-US" sz="2600" i="1"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4, </a:t>
            </a:r>
            <a:r>
              <a:rPr lang="en-US" sz="2600" i="1" spc="15"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or </a:t>
            </a:r>
            <a:r>
              <a:rPr lang="en-US" sz="2600" i="1" spc="20" dirty="0">
                <a:solidFill>
                  <a:schemeClr val="accent2">
                    <a:lumMod val="75000"/>
                  </a:schemeClr>
                </a:solidFill>
                <a:latin typeface="Times New Roman" panose="02020603050405020304" pitchFamily="18" charset="0"/>
                <a:cs typeface="Times New Roman" panose="02020603050405020304" pitchFamily="18" charset="0"/>
              </a:rPr>
              <a:t> </a:t>
            </a:r>
            <a:r>
              <a:rPr lang="en-US" sz="2600" i="1"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IPv4</a:t>
            </a:r>
            <a:r>
              <a:rPr lang="en-US" sz="2600"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In </a:t>
            </a:r>
            <a:r>
              <a:rPr lang="en-US" sz="2600" dirty="0">
                <a:solidFill>
                  <a:srgbClr val="002060"/>
                </a:solidFill>
                <a:latin typeface="Times New Roman" panose="02020603050405020304" pitchFamily="18" charset="0"/>
                <a:cs typeface="Times New Roman" panose="02020603050405020304" pitchFamily="18" charset="0"/>
              </a:rPr>
              <a:t>1981, </a:t>
            </a:r>
            <a:r>
              <a:rPr lang="en-US" sz="2600" spc="-5" dirty="0">
                <a:solidFill>
                  <a:srgbClr val="002060"/>
                </a:solidFill>
                <a:latin typeface="Times New Roman" panose="02020603050405020304" pitchFamily="18" charset="0"/>
                <a:cs typeface="Times New Roman" panose="02020603050405020304" pitchFamily="18" charset="0"/>
              </a:rPr>
              <a:t>it </a:t>
            </a:r>
            <a:r>
              <a:rPr lang="en-US" sz="2600" dirty="0">
                <a:solidFill>
                  <a:srgbClr val="002060"/>
                </a:solidFill>
                <a:latin typeface="Times New Roman" panose="02020603050405020304" pitchFamily="18" charset="0"/>
                <a:cs typeface="Times New Roman" panose="02020603050405020304" pitchFamily="18" charset="0"/>
              </a:rPr>
              <a:t>was </a:t>
            </a:r>
            <a:r>
              <a:rPr lang="en-US" sz="2600" spc="-5" dirty="0">
                <a:solidFill>
                  <a:srgbClr val="002060"/>
                </a:solidFill>
                <a:latin typeface="Times New Roman" panose="02020603050405020304" pitchFamily="18" charset="0"/>
                <a:cs typeface="Times New Roman" panose="02020603050405020304" pitchFamily="18" charset="0"/>
              </a:rPr>
              <a:t>formally </a:t>
            </a:r>
            <a:r>
              <a:rPr lang="en-US" sz="2600" dirty="0">
                <a:solidFill>
                  <a:srgbClr val="002060"/>
                </a:solidFill>
                <a:latin typeface="Times New Roman" panose="02020603050405020304" pitchFamily="18" charset="0"/>
                <a:cs typeface="Times New Roman" panose="02020603050405020304" pitchFamily="18" charset="0"/>
              </a:rPr>
              <a:t>defined </a:t>
            </a:r>
            <a:r>
              <a:rPr lang="en-US" sz="2600" spc="-10" dirty="0">
                <a:solidFill>
                  <a:srgbClr val="002060"/>
                </a:solidFill>
                <a:latin typeface="Times New Roman" panose="02020603050405020304" pitchFamily="18" charset="0"/>
                <a:cs typeface="Times New Roman" panose="02020603050405020304" pitchFamily="18" charset="0"/>
              </a:rPr>
              <a:t>in </a:t>
            </a:r>
            <a:r>
              <a:rPr lang="en-US" sz="2600" spc="-5" dirty="0">
                <a:solidFill>
                  <a:srgbClr val="002060"/>
                </a:solidFill>
                <a:latin typeface="Times New Roman" panose="02020603050405020304" pitchFamily="18" charset="0"/>
                <a:cs typeface="Times New Roman" panose="02020603050405020304" pitchFamily="18" charset="0"/>
              </a:rPr>
              <a:t>RFC </a:t>
            </a:r>
            <a:r>
              <a:rPr lang="en-US" sz="2600" dirty="0">
                <a:solidFill>
                  <a:srgbClr val="002060"/>
                </a:solidFill>
                <a:latin typeface="Times New Roman" panose="02020603050405020304" pitchFamily="18" charset="0"/>
                <a:cs typeface="Times New Roman" panose="02020603050405020304" pitchFamily="18" charset="0"/>
              </a:rPr>
              <a:t>791 by the Internet </a:t>
            </a:r>
            <a:r>
              <a:rPr lang="en-US" sz="2600" spc="5" dirty="0">
                <a:solidFill>
                  <a:srgbClr val="002060"/>
                </a:solidFill>
                <a:latin typeface="Times New Roman" panose="02020603050405020304" pitchFamily="18" charset="0"/>
                <a:cs typeface="Times New Roman" panose="02020603050405020304" pitchFamily="18" charset="0"/>
              </a:rPr>
              <a:t> </a:t>
            </a:r>
            <a:r>
              <a:rPr lang="en-US" sz="2600" dirty="0">
                <a:solidFill>
                  <a:srgbClr val="002060"/>
                </a:solidFill>
                <a:latin typeface="Times New Roman" panose="02020603050405020304" pitchFamily="18" charset="0"/>
                <a:cs typeface="Times New Roman" panose="02020603050405020304" pitchFamily="18" charset="0"/>
              </a:rPr>
              <a:t>Engineering</a:t>
            </a:r>
            <a:r>
              <a:rPr lang="en-US" sz="2600" spc="-65" dirty="0">
                <a:solidFill>
                  <a:srgbClr val="002060"/>
                </a:solidFill>
                <a:latin typeface="Times New Roman" panose="02020603050405020304" pitchFamily="18" charset="0"/>
                <a:cs typeface="Times New Roman" panose="02020603050405020304" pitchFamily="18" charset="0"/>
              </a:rPr>
              <a:t> </a:t>
            </a:r>
            <a:r>
              <a:rPr lang="en-US" sz="2600" spc="-70" dirty="0">
                <a:solidFill>
                  <a:srgbClr val="002060"/>
                </a:solidFill>
                <a:latin typeface="Times New Roman" panose="02020603050405020304" pitchFamily="18" charset="0"/>
                <a:cs typeface="Times New Roman" panose="02020603050405020304" pitchFamily="18" charset="0"/>
              </a:rPr>
              <a:t>Task</a:t>
            </a:r>
            <a:r>
              <a:rPr lang="en-US" sz="2600" spc="-15" dirty="0">
                <a:solidFill>
                  <a:srgbClr val="002060"/>
                </a:solidFill>
                <a:latin typeface="Times New Roman" panose="02020603050405020304" pitchFamily="18" charset="0"/>
                <a:cs typeface="Times New Roman" panose="02020603050405020304" pitchFamily="18" charset="0"/>
              </a:rPr>
              <a:t> </a:t>
            </a:r>
            <a:r>
              <a:rPr lang="en-US" sz="2600" dirty="0">
                <a:solidFill>
                  <a:srgbClr val="002060"/>
                </a:solidFill>
                <a:latin typeface="Times New Roman" panose="02020603050405020304" pitchFamily="18" charset="0"/>
                <a:cs typeface="Times New Roman" panose="02020603050405020304" pitchFamily="18" charset="0"/>
              </a:rPr>
              <a:t>Force,</a:t>
            </a:r>
            <a:r>
              <a:rPr lang="en-US" sz="2600" spc="-20" dirty="0">
                <a:solidFill>
                  <a:srgbClr val="002060"/>
                </a:solidFill>
                <a:latin typeface="Times New Roman" panose="02020603050405020304" pitchFamily="18" charset="0"/>
                <a:cs typeface="Times New Roman" panose="02020603050405020304" pitchFamily="18" charset="0"/>
              </a:rPr>
              <a:t> </a:t>
            </a:r>
            <a:r>
              <a:rPr lang="en-US" sz="2600" dirty="0">
                <a:solidFill>
                  <a:srgbClr val="002060"/>
                </a:solidFill>
                <a:latin typeface="Times New Roman" panose="02020603050405020304" pitchFamily="18" charset="0"/>
                <a:cs typeface="Times New Roman" panose="02020603050405020304" pitchFamily="18" charset="0"/>
              </a:rPr>
              <a:t>or</a:t>
            </a:r>
            <a:r>
              <a:rPr lang="en-US" sz="2600" spc="-10" dirty="0">
                <a:solidFill>
                  <a:srgbClr val="002060"/>
                </a:solidFill>
                <a:latin typeface="Times New Roman" panose="02020603050405020304" pitchFamily="18" charset="0"/>
                <a:cs typeface="Times New Roman" panose="02020603050405020304" pitchFamily="18" charset="0"/>
              </a:rPr>
              <a:t> </a:t>
            </a:r>
            <a:r>
              <a:rPr lang="en-US" sz="2600" spc="-55" dirty="0">
                <a:solidFill>
                  <a:srgbClr val="002060"/>
                </a:solidFill>
                <a:latin typeface="Times New Roman" panose="02020603050405020304" pitchFamily="18" charset="0"/>
                <a:cs typeface="Times New Roman" panose="02020603050405020304" pitchFamily="18" charset="0"/>
              </a:rPr>
              <a:t>IETF.</a:t>
            </a:r>
            <a:endParaRPr lang="en-US" sz="2600" dirty="0">
              <a:solidFill>
                <a:srgbClr val="002060"/>
              </a:solidFill>
              <a:latin typeface="Times New Roman" panose="02020603050405020304" pitchFamily="18" charset="0"/>
              <a:cs typeface="Times New Roman" panose="02020603050405020304" pitchFamily="18" charset="0"/>
            </a:endParaRPr>
          </a:p>
          <a:p>
            <a:pPr marL="241300" marR="5080" indent="-229235" algn="just">
              <a:lnSpc>
                <a:spcPct val="150000"/>
              </a:lnSpc>
              <a:spcBef>
                <a:spcPts val="434"/>
              </a:spcBef>
              <a:buSzPct val="80357"/>
              <a:buChar char="•"/>
              <a:tabLst>
                <a:tab pos="241935" algn="l"/>
              </a:tabLst>
            </a:pPr>
            <a:r>
              <a:rPr sz="2600" spc="-5" dirty="0" smtClean="0">
                <a:solidFill>
                  <a:schemeClr val="accent2">
                    <a:lumMod val="75000"/>
                  </a:schemeClr>
                </a:solidFill>
                <a:latin typeface="Times New Roman" panose="02020603050405020304" pitchFamily="18" charset="0"/>
                <a:cs typeface="Times New Roman" panose="02020603050405020304" pitchFamily="18" charset="0"/>
              </a:rPr>
              <a:t>The </a:t>
            </a:r>
            <a:r>
              <a:rPr sz="2600" spc="-5" dirty="0">
                <a:solidFill>
                  <a:schemeClr val="accent2">
                    <a:lumMod val="75000"/>
                  </a:schemeClr>
                </a:solidFill>
                <a:latin typeface="Times New Roman" panose="02020603050405020304" pitchFamily="18" charset="0"/>
                <a:cs typeface="Times New Roman" panose="02020603050405020304" pitchFamily="18" charset="0"/>
              </a:rPr>
              <a:t>successor to </a:t>
            </a:r>
            <a:r>
              <a:rPr sz="2600" spc="-10" dirty="0">
                <a:solidFill>
                  <a:schemeClr val="accent2">
                    <a:lumMod val="75000"/>
                  </a:schemeClr>
                </a:solidFill>
                <a:latin typeface="Times New Roman" panose="02020603050405020304" pitchFamily="18" charset="0"/>
                <a:cs typeface="Times New Roman" panose="02020603050405020304" pitchFamily="18" charset="0"/>
              </a:rPr>
              <a:t>IPv4 </a:t>
            </a:r>
            <a:r>
              <a:rPr sz="2600" spc="-5" dirty="0">
                <a:solidFill>
                  <a:schemeClr val="accent2">
                    <a:lumMod val="75000"/>
                  </a:schemeClr>
                </a:solidFill>
                <a:latin typeface="Times New Roman" panose="02020603050405020304" pitchFamily="18" charset="0"/>
                <a:cs typeface="Times New Roman" panose="02020603050405020304" pitchFamily="18" charset="0"/>
              </a:rPr>
              <a:t>is IPv6</a:t>
            </a:r>
            <a:r>
              <a:rPr sz="2600" spc="-5" dirty="0">
                <a:solidFill>
                  <a:srgbClr val="002060"/>
                </a:solidFill>
                <a:latin typeface="Times New Roman" panose="02020603050405020304" pitchFamily="18" charset="0"/>
                <a:cs typeface="Times New Roman" panose="02020603050405020304" pitchFamily="18" charset="0"/>
              </a:rPr>
              <a:t>, which was </a:t>
            </a:r>
            <a:r>
              <a:rPr sz="2600" dirty="0">
                <a:solidFill>
                  <a:srgbClr val="002060"/>
                </a:solidFill>
                <a:latin typeface="Times New Roman" panose="02020603050405020304" pitchFamily="18" charset="0"/>
                <a:cs typeface="Times New Roman" panose="02020603050405020304" pitchFamily="18" charset="0"/>
              </a:rPr>
              <a:t>formalized </a:t>
            </a:r>
            <a:r>
              <a:rPr sz="2600" spc="-5" dirty="0">
                <a:solidFill>
                  <a:srgbClr val="002060"/>
                </a:solidFill>
                <a:latin typeface="Times New Roman" panose="02020603050405020304" pitchFamily="18" charset="0"/>
                <a:cs typeface="Times New Roman" panose="02020603050405020304" pitchFamily="18" charset="0"/>
              </a:rPr>
              <a:t>by </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 IETF in </a:t>
            </a:r>
            <a:r>
              <a:rPr sz="2600" dirty="0">
                <a:solidFill>
                  <a:srgbClr val="002060"/>
                </a:solidFill>
                <a:latin typeface="Times New Roman" panose="02020603050405020304" pitchFamily="18" charset="0"/>
                <a:cs typeface="Times New Roman" panose="02020603050405020304" pitchFamily="18" charset="0"/>
              </a:rPr>
              <a:t>1998. </a:t>
            </a:r>
            <a:r>
              <a:rPr sz="2600" spc="-5" dirty="0">
                <a:solidFill>
                  <a:srgbClr val="002060"/>
                </a:solidFill>
                <a:latin typeface="Times New Roman" panose="02020603050405020304" pitchFamily="18" charset="0"/>
                <a:cs typeface="Times New Roman" panose="02020603050405020304" pitchFamily="18" charset="0"/>
              </a:rPr>
              <a:t>It was designed to eventually </a:t>
            </a:r>
            <a:r>
              <a:rPr sz="2600" dirty="0">
                <a:solidFill>
                  <a:srgbClr val="002060"/>
                </a:solidFill>
                <a:latin typeface="Times New Roman" panose="02020603050405020304" pitchFamily="18" charset="0"/>
                <a:cs typeface="Times New Roman" panose="02020603050405020304" pitchFamily="18" charset="0"/>
              </a:rPr>
              <a:t>replace </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IPv4. As </a:t>
            </a:r>
            <a:r>
              <a:rPr sz="2600" dirty="0">
                <a:solidFill>
                  <a:srgbClr val="002060"/>
                </a:solidFill>
                <a:latin typeface="Times New Roman" panose="02020603050405020304" pitchFamily="18" charset="0"/>
                <a:cs typeface="Times New Roman" panose="02020603050405020304" pitchFamily="18" charset="0"/>
              </a:rPr>
              <a:t>of 2018, </a:t>
            </a:r>
            <a:r>
              <a:rPr sz="2600" spc="-5" dirty="0">
                <a:solidFill>
                  <a:srgbClr val="002060"/>
                </a:solidFill>
                <a:latin typeface="Times New Roman" panose="02020603050405020304" pitchFamily="18" charset="0"/>
                <a:cs typeface="Times New Roman" panose="02020603050405020304" pitchFamily="18" charset="0"/>
              </a:rPr>
              <a:t>IPv6 </a:t>
            </a:r>
            <a:r>
              <a:rPr sz="2600" dirty="0">
                <a:solidFill>
                  <a:srgbClr val="002060"/>
                </a:solidFill>
                <a:latin typeface="Times New Roman" panose="02020603050405020304" pitchFamily="18" charset="0"/>
                <a:cs typeface="Times New Roman" panose="02020603050405020304" pitchFamily="18" charset="0"/>
              </a:rPr>
              <a:t>governs approximately 20% of all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Internet</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traffic.</a:t>
            </a:r>
            <a:endParaRPr sz="2600"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372616" y="758697"/>
            <a:ext cx="3255010" cy="696595"/>
          </a:xfrm>
          <a:prstGeom prst="rect">
            <a:avLst/>
          </a:prstGeom>
        </p:spPr>
        <p:txBody>
          <a:bodyPr vert="horz" wrap="square" lIns="0" tIns="13335" rIns="0" bIns="0" rtlCol="0">
            <a:spAutoFit/>
          </a:bodyPr>
          <a:lstStyle/>
          <a:p>
            <a:pPr marL="12700">
              <a:lnSpc>
                <a:spcPct val="100000"/>
              </a:lnSpc>
              <a:spcBef>
                <a:spcPts val="105"/>
              </a:spcBef>
            </a:pPr>
            <a:r>
              <a:rPr sz="4400" dirty="0"/>
              <a:t>IP</a:t>
            </a:r>
            <a:r>
              <a:rPr sz="4400" spc="-50" dirty="0"/>
              <a:t> </a:t>
            </a:r>
            <a:r>
              <a:rPr sz="4400" spc="-5" dirty="0"/>
              <a:t>addressing</a:t>
            </a:r>
            <a:endParaRPr sz="4400" dirty="0"/>
          </a:p>
        </p:txBody>
      </p:sp>
      <p:sp>
        <p:nvSpPr>
          <p:cNvPr id="4" name="object 4"/>
          <p:cNvSpPr txBox="1"/>
          <p:nvPr/>
        </p:nvSpPr>
        <p:spPr>
          <a:xfrm>
            <a:off x="1418336" y="1801494"/>
            <a:ext cx="9601835" cy="3286797"/>
          </a:xfrm>
          <a:prstGeom prst="rect">
            <a:avLst/>
          </a:prstGeom>
        </p:spPr>
        <p:txBody>
          <a:bodyPr vert="horz" wrap="square" lIns="0" tIns="54610" rIns="0" bIns="0" rtlCol="0">
            <a:spAutoFit/>
          </a:bodyPr>
          <a:lstStyle/>
          <a:p>
            <a:pPr marL="241300" marR="5080" indent="-229235" algn="just">
              <a:lnSpc>
                <a:spcPct val="150000"/>
              </a:lnSpc>
              <a:spcBef>
                <a:spcPts val="430"/>
              </a:spcBef>
              <a:buSzPct val="80357"/>
              <a:buChar char="•"/>
              <a:tabLst>
                <a:tab pos="241935" algn="l"/>
              </a:tabLst>
            </a:pPr>
            <a:r>
              <a:rPr sz="2800" spc="-10" dirty="0">
                <a:solidFill>
                  <a:srgbClr val="002060"/>
                </a:solidFill>
                <a:latin typeface="Times New Roman" panose="02020603050405020304" pitchFamily="18" charset="0"/>
                <a:cs typeface="Times New Roman" panose="02020603050405020304" pitchFamily="18" charset="0"/>
              </a:rPr>
              <a:t>An </a:t>
            </a:r>
            <a:r>
              <a:rPr sz="2800" b="1" spc="-5" dirty="0">
                <a:solidFill>
                  <a:srgbClr val="002060"/>
                </a:solidFill>
                <a:latin typeface="Times New Roman" panose="02020603050405020304" pitchFamily="18" charset="0"/>
                <a:cs typeface="Times New Roman" panose="02020603050405020304" pitchFamily="18" charset="0"/>
              </a:rPr>
              <a:t>IP address </a:t>
            </a:r>
            <a:r>
              <a:rPr sz="2800" spc="-5" dirty="0">
                <a:solidFill>
                  <a:srgbClr val="002060"/>
                </a:solidFill>
                <a:latin typeface="Times New Roman" panose="02020603050405020304" pitchFamily="18" charset="0"/>
                <a:cs typeface="Times New Roman" panose="02020603050405020304" pitchFamily="18" charset="0"/>
              </a:rPr>
              <a:t>is a number </a:t>
            </a:r>
            <a:r>
              <a:rPr sz="2800" b="1" i="1" spc="-5"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identifying of a computer </a:t>
            </a:r>
            <a:r>
              <a:rPr sz="2800" b="1" i="1" spc="-10"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or </a:t>
            </a:r>
            <a:r>
              <a:rPr sz="2800" b="1" i="1" spc="-5" dirty="0">
                <a:solidFill>
                  <a:schemeClr val="accent2">
                    <a:lumMod val="75000"/>
                  </a:schemeClr>
                </a:solidFill>
                <a:latin typeface="Times New Roman" panose="02020603050405020304" pitchFamily="18" charset="0"/>
                <a:cs typeface="Times New Roman" panose="02020603050405020304" pitchFamily="18" charset="0"/>
              </a:rPr>
              <a:t> </a:t>
            </a:r>
            <a:r>
              <a:rPr sz="2800" b="1" i="1"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another </a:t>
            </a:r>
            <a:r>
              <a:rPr sz="2800" b="1" i="1" spc="-5"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device </a:t>
            </a:r>
            <a:r>
              <a:rPr sz="2800" b="1" i="1"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on </a:t>
            </a:r>
            <a:r>
              <a:rPr sz="2800" b="1" i="1" spc="-5"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the </a:t>
            </a:r>
            <a:r>
              <a:rPr sz="2800" b="1" i="1"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Internet.</a:t>
            </a:r>
            <a:r>
              <a:rPr sz="2800" b="1" i="1" dirty="0">
                <a:solidFill>
                  <a:srgbClr val="002060"/>
                </a:solidFill>
                <a:uFill>
                  <a:solidFill>
                    <a:srgbClr val="624722"/>
                  </a:solidFill>
                </a:u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It </a:t>
            </a:r>
            <a:r>
              <a:rPr sz="2800" spc="-10" dirty="0">
                <a:solidFill>
                  <a:srgbClr val="002060"/>
                </a:solidFill>
                <a:latin typeface="Times New Roman" panose="02020603050405020304" pitchFamily="18" charset="0"/>
                <a:cs typeface="Times New Roman" panose="02020603050405020304" pitchFamily="18" charset="0"/>
              </a:rPr>
              <a:t>is </a:t>
            </a:r>
            <a:r>
              <a:rPr sz="2800" spc="-5" dirty="0">
                <a:solidFill>
                  <a:srgbClr val="002060"/>
                </a:solidFill>
                <a:latin typeface="Times New Roman" panose="02020603050405020304" pitchFamily="18" charset="0"/>
                <a:cs typeface="Times New Roman" panose="02020603050405020304" pitchFamily="18" charset="0"/>
              </a:rPr>
              <a:t>similar to a mailing </a:t>
            </a:r>
            <a:r>
              <a:rPr sz="2800" dirty="0">
                <a:solidFill>
                  <a:srgbClr val="002060"/>
                </a:solidFill>
                <a:latin typeface="Times New Roman" panose="02020603050405020304" pitchFamily="18" charset="0"/>
                <a:cs typeface="Times New Roman" panose="02020603050405020304" pitchFamily="18" charset="0"/>
              </a:rPr>
              <a:t> address, </a:t>
            </a:r>
            <a:r>
              <a:rPr sz="2800" spc="-5" dirty="0">
                <a:solidFill>
                  <a:srgbClr val="002060"/>
                </a:solidFill>
                <a:latin typeface="Times New Roman" panose="02020603050405020304" pitchFamily="18" charset="0"/>
                <a:cs typeface="Times New Roman" panose="02020603050405020304" pitchFamily="18" charset="0"/>
              </a:rPr>
              <a:t>which</a:t>
            </a:r>
            <a:r>
              <a:rPr sz="2800" dirty="0">
                <a:solidFill>
                  <a:srgbClr val="002060"/>
                </a:solidFill>
                <a:latin typeface="Times New Roman" panose="02020603050405020304" pitchFamily="18" charset="0"/>
                <a:cs typeface="Times New Roman" panose="02020603050405020304" pitchFamily="18" charset="0"/>
              </a:rPr>
              <a:t> identifies</a:t>
            </a:r>
            <a:r>
              <a:rPr sz="2800" spc="5"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where</a:t>
            </a:r>
            <a:r>
              <a:rPr sz="2800" dirty="0">
                <a:solidFill>
                  <a:srgbClr val="002060"/>
                </a:solidFill>
                <a:latin typeface="Times New Roman" panose="02020603050405020304" pitchFamily="18" charset="0"/>
                <a:cs typeface="Times New Roman" panose="02020603050405020304" pitchFamily="18" charset="0"/>
              </a:rPr>
              <a:t> postal</a:t>
            </a:r>
            <a:r>
              <a:rPr sz="2800" spc="5"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mail</a:t>
            </a:r>
            <a:r>
              <a:rPr sz="280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comes</a:t>
            </a:r>
            <a:r>
              <a:rPr sz="2800" spc="765"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from </a:t>
            </a:r>
            <a:r>
              <a:rPr sz="2800" spc="-765"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and where </a:t>
            </a:r>
            <a:r>
              <a:rPr sz="2800" spc="-5" dirty="0">
                <a:solidFill>
                  <a:srgbClr val="002060"/>
                </a:solidFill>
                <a:latin typeface="Times New Roman" panose="02020603050405020304" pitchFamily="18" charset="0"/>
                <a:cs typeface="Times New Roman" panose="02020603050405020304" pitchFamily="18" charset="0"/>
              </a:rPr>
              <a:t>it </a:t>
            </a:r>
            <a:r>
              <a:rPr sz="2800" dirty="0">
                <a:solidFill>
                  <a:srgbClr val="002060"/>
                </a:solidFill>
                <a:latin typeface="Times New Roman" panose="02020603050405020304" pitchFamily="18" charset="0"/>
                <a:cs typeface="Times New Roman" panose="02020603050405020304" pitchFamily="18" charset="0"/>
              </a:rPr>
              <a:t>should </a:t>
            </a:r>
            <a:r>
              <a:rPr sz="2800" spc="-5" dirty="0">
                <a:solidFill>
                  <a:srgbClr val="002060"/>
                </a:solidFill>
                <a:latin typeface="Times New Roman" panose="02020603050405020304" pitchFamily="18" charset="0"/>
                <a:cs typeface="Times New Roman" panose="02020603050405020304" pitchFamily="18" charset="0"/>
              </a:rPr>
              <a:t>be </a:t>
            </a:r>
            <a:r>
              <a:rPr sz="2800" dirty="0">
                <a:solidFill>
                  <a:srgbClr val="002060"/>
                </a:solidFill>
                <a:latin typeface="Times New Roman" panose="02020603050405020304" pitchFamily="18" charset="0"/>
                <a:cs typeface="Times New Roman" panose="02020603050405020304" pitchFamily="18" charset="0"/>
              </a:rPr>
              <a:t>delivered. </a:t>
            </a:r>
            <a:r>
              <a:rPr sz="2800" spc="-5" dirty="0">
                <a:solidFill>
                  <a:srgbClr val="002060"/>
                </a:solidFill>
                <a:latin typeface="Times New Roman" panose="02020603050405020304" pitchFamily="18" charset="0"/>
                <a:cs typeface="Times New Roman" panose="02020603050405020304" pitchFamily="18" charset="0"/>
              </a:rPr>
              <a:t>IP </a:t>
            </a:r>
            <a:r>
              <a:rPr sz="2800" dirty="0">
                <a:solidFill>
                  <a:srgbClr val="002060"/>
                </a:solidFill>
                <a:latin typeface="Times New Roman" panose="02020603050405020304" pitchFamily="18" charset="0"/>
                <a:cs typeface="Times New Roman" panose="02020603050405020304" pitchFamily="18" charset="0"/>
              </a:rPr>
              <a:t>addresses uniquely </a:t>
            </a:r>
            <a:r>
              <a:rPr sz="2800" dirty="0" smtClean="0">
                <a:solidFill>
                  <a:srgbClr val="002060"/>
                </a:solidFill>
                <a:latin typeface="Times New Roman" panose="02020603050405020304" pitchFamily="18" charset="0"/>
                <a:cs typeface="Times New Roman" panose="02020603050405020304" pitchFamily="18" charset="0"/>
              </a:rPr>
              <a:t>identify </a:t>
            </a:r>
            <a:r>
              <a:rPr sz="2800" spc="-5" dirty="0">
                <a:solidFill>
                  <a:srgbClr val="002060"/>
                </a:solidFill>
                <a:latin typeface="Times New Roman" panose="02020603050405020304" pitchFamily="18" charset="0"/>
                <a:cs typeface="Times New Roman" panose="02020603050405020304" pitchFamily="18" charset="0"/>
              </a:rPr>
              <a:t>the source </a:t>
            </a:r>
            <a:r>
              <a:rPr sz="2800" dirty="0">
                <a:solidFill>
                  <a:srgbClr val="002060"/>
                </a:solidFill>
                <a:latin typeface="Times New Roman" panose="02020603050405020304" pitchFamily="18" charset="0"/>
                <a:cs typeface="Times New Roman" panose="02020603050405020304" pitchFamily="18" charset="0"/>
              </a:rPr>
              <a:t>and </a:t>
            </a:r>
            <a:r>
              <a:rPr sz="2800" spc="-5" dirty="0">
                <a:solidFill>
                  <a:srgbClr val="002060"/>
                </a:solidFill>
                <a:latin typeface="Times New Roman" panose="02020603050405020304" pitchFamily="18" charset="0"/>
                <a:cs typeface="Times New Roman" panose="02020603050405020304" pitchFamily="18" charset="0"/>
              </a:rPr>
              <a:t>destination </a:t>
            </a:r>
            <a:r>
              <a:rPr sz="2800" dirty="0">
                <a:solidFill>
                  <a:srgbClr val="002060"/>
                </a:solidFill>
                <a:latin typeface="Times New Roman" panose="02020603050405020304" pitchFamily="18" charset="0"/>
                <a:cs typeface="Times New Roman" panose="02020603050405020304" pitchFamily="18" charset="0"/>
              </a:rPr>
              <a:t>of </a:t>
            </a:r>
            <a:r>
              <a:rPr sz="2800" spc="-5" dirty="0">
                <a:solidFill>
                  <a:srgbClr val="002060"/>
                </a:solidFill>
                <a:latin typeface="Times New Roman" panose="02020603050405020304" pitchFamily="18" charset="0"/>
                <a:cs typeface="Times New Roman" panose="02020603050405020304" pitchFamily="18" charset="0"/>
              </a:rPr>
              <a:t>data </a:t>
            </a:r>
            <a:r>
              <a:rPr sz="2800" dirty="0">
                <a:solidFill>
                  <a:srgbClr val="002060"/>
                </a:solidFill>
                <a:latin typeface="Times New Roman" panose="02020603050405020304" pitchFamily="18" charset="0"/>
                <a:cs typeface="Times New Roman" panose="02020603050405020304" pitchFamily="18" charset="0"/>
              </a:rPr>
              <a:t>transmitted </a:t>
            </a:r>
            <a:r>
              <a:rPr sz="2800" spc="-5" dirty="0">
                <a:solidFill>
                  <a:srgbClr val="002060"/>
                </a:solidFill>
                <a:latin typeface="Times New Roman" panose="02020603050405020304" pitchFamily="18" charset="0"/>
                <a:cs typeface="Times New Roman" panose="02020603050405020304" pitchFamily="18" charset="0"/>
              </a:rPr>
              <a:t>with </a:t>
            </a:r>
            <a:r>
              <a:rPr sz="280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the</a:t>
            </a:r>
            <a:r>
              <a:rPr sz="2800" spc="10"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Internet</a:t>
            </a:r>
            <a:r>
              <a:rPr sz="2800" spc="-5"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Protocol.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372616" y="684022"/>
            <a:ext cx="5274945" cy="635000"/>
          </a:xfrm>
          <a:prstGeom prst="rect">
            <a:avLst/>
          </a:prstGeom>
        </p:spPr>
        <p:txBody>
          <a:bodyPr vert="horz" wrap="square" lIns="0" tIns="12065" rIns="0" bIns="0" rtlCol="0">
            <a:spAutoFit/>
          </a:bodyPr>
          <a:lstStyle/>
          <a:p>
            <a:pPr marL="12700">
              <a:lnSpc>
                <a:spcPct val="100000"/>
              </a:lnSpc>
              <a:spcBef>
                <a:spcPts val="95"/>
              </a:spcBef>
            </a:pPr>
            <a:r>
              <a:rPr spc="-5" dirty="0"/>
              <a:t>IPv4</a:t>
            </a:r>
            <a:r>
              <a:rPr spc="-20" dirty="0"/>
              <a:t> </a:t>
            </a:r>
            <a:r>
              <a:rPr spc="-5" dirty="0"/>
              <a:t>and</a:t>
            </a:r>
            <a:r>
              <a:rPr spc="-15" dirty="0"/>
              <a:t> </a:t>
            </a:r>
            <a:r>
              <a:rPr dirty="0"/>
              <a:t>IPv6</a:t>
            </a:r>
            <a:r>
              <a:rPr spc="-20" dirty="0"/>
              <a:t> </a:t>
            </a:r>
            <a:r>
              <a:rPr spc="-5" dirty="0"/>
              <a:t>addresses</a:t>
            </a:r>
          </a:p>
        </p:txBody>
      </p:sp>
      <p:sp>
        <p:nvSpPr>
          <p:cNvPr id="4" name="object 4"/>
          <p:cNvSpPr txBox="1"/>
          <p:nvPr/>
        </p:nvSpPr>
        <p:spPr>
          <a:xfrm>
            <a:off x="1418336" y="1773377"/>
            <a:ext cx="9770110" cy="821379"/>
          </a:xfrm>
          <a:prstGeom prst="rect">
            <a:avLst/>
          </a:prstGeom>
        </p:spPr>
        <p:txBody>
          <a:bodyPr vert="horz" wrap="square" lIns="0" tIns="89535" rIns="0" bIns="0" rtlCol="0">
            <a:spAutoFit/>
          </a:bodyPr>
          <a:lstStyle/>
          <a:p>
            <a:pPr marL="241300" marR="5080" indent="-229235">
              <a:lnSpc>
                <a:spcPts val="2500"/>
              </a:lnSpc>
              <a:spcBef>
                <a:spcPts val="705"/>
              </a:spcBef>
              <a:buSzPct val="78846"/>
              <a:buChar char="•"/>
              <a:tabLst>
                <a:tab pos="241300" algn="l"/>
                <a:tab pos="241935" algn="l"/>
              </a:tabLst>
            </a:pPr>
            <a:r>
              <a:rPr sz="2600" dirty="0">
                <a:solidFill>
                  <a:srgbClr val="002060"/>
                </a:solidFill>
                <a:latin typeface="Times New Roman" panose="02020603050405020304" pitchFamily="18" charset="0"/>
                <a:cs typeface="Times New Roman" panose="02020603050405020304" pitchFamily="18" charset="0"/>
              </a:rPr>
              <a:t>IPv4</a:t>
            </a:r>
            <a:r>
              <a:rPr sz="2600" spc="25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addresses</a:t>
            </a:r>
            <a:r>
              <a:rPr sz="2600" spc="26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are</a:t>
            </a:r>
            <a:r>
              <a:rPr sz="2600" spc="23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32</a:t>
            </a:r>
            <a:r>
              <a:rPr sz="2600" spc="254"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bits</a:t>
            </a:r>
            <a:r>
              <a:rPr sz="2600" spc="25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long</a:t>
            </a:r>
            <a:r>
              <a:rPr sz="2600" spc="26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(four</a:t>
            </a:r>
            <a:r>
              <a:rPr sz="2600" spc="25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bytes).</a:t>
            </a:r>
            <a:r>
              <a:rPr sz="2600" spc="250" dirty="0">
                <a:solidFill>
                  <a:srgbClr val="002060"/>
                </a:solidFill>
                <a:latin typeface="Times New Roman" panose="02020603050405020304" pitchFamily="18" charset="0"/>
                <a:cs typeface="Times New Roman" panose="02020603050405020304" pitchFamily="18" charset="0"/>
              </a:rPr>
              <a:t> </a:t>
            </a:r>
            <a:endParaRPr lang="en-US" sz="2600" spc="250" dirty="0" smtClean="0">
              <a:solidFill>
                <a:srgbClr val="002060"/>
              </a:solidFill>
              <a:latin typeface="Times New Roman" panose="02020603050405020304" pitchFamily="18" charset="0"/>
              <a:cs typeface="Times New Roman" panose="02020603050405020304" pitchFamily="18" charset="0"/>
            </a:endParaRPr>
          </a:p>
          <a:p>
            <a:pPr marL="241300" marR="5080" indent="-229235">
              <a:lnSpc>
                <a:spcPts val="2500"/>
              </a:lnSpc>
              <a:spcBef>
                <a:spcPts val="705"/>
              </a:spcBef>
              <a:buSzPct val="78846"/>
              <a:buChar char="•"/>
              <a:tabLst>
                <a:tab pos="241300" algn="l"/>
                <a:tab pos="241935" algn="l"/>
              </a:tabLst>
            </a:pPr>
            <a:r>
              <a:rPr sz="2600" dirty="0" smtClean="0">
                <a:solidFill>
                  <a:schemeClr val="accent2">
                    <a:lumMod val="75000"/>
                  </a:schemeClr>
                </a:solidFill>
                <a:latin typeface="Times New Roman" panose="02020603050405020304" pitchFamily="18" charset="0"/>
                <a:cs typeface="Times New Roman" panose="02020603050405020304" pitchFamily="18" charset="0"/>
              </a:rPr>
              <a:t>An</a:t>
            </a:r>
            <a:r>
              <a:rPr sz="2600" spc="254" dirty="0" smtClean="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example</a:t>
            </a:r>
            <a:r>
              <a:rPr sz="2600" spc="254"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of</a:t>
            </a:r>
            <a:r>
              <a:rPr sz="2600" spc="245" dirty="0">
                <a:solidFill>
                  <a:schemeClr val="accent2">
                    <a:lumMod val="75000"/>
                  </a:schemeClr>
                </a:solidFill>
                <a:latin typeface="Times New Roman" panose="02020603050405020304" pitchFamily="18" charset="0"/>
                <a:cs typeface="Times New Roman" panose="02020603050405020304" pitchFamily="18" charset="0"/>
              </a:rPr>
              <a:t> </a:t>
            </a:r>
            <a:r>
              <a:rPr sz="2600" spc="10" dirty="0">
                <a:solidFill>
                  <a:schemeClr val="accent2">
                    <a:lumMod val="75000"/>
                  </a:schemeClr>
                </a:solidFill>
                <a:latin typeface="Times New Roman" panose="02020603050405020304" pitchFamily="18" charset="0"/>
                <a:cs typeface="Times New Roman" panose="02020603050405020304" pitchFamily="18" charset="0"/>
              </a:rPr>
              <a:t>an </a:t>
            </a:r>
            <a:r>
              <a:rPr sz="2600" spc="-705"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IPv4</a:t>
            </a:r>
            <a:r>
              <a:rPr sz="2600" spc="-5"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address</a:t>
            </a:r>
            <a:r>
              <a:rPr sz="2600" spc="-1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is</a:t>
            </a:r>
            <a:r>
              <a:rPr sz="2600" spc="5" dirty="0">
                <a:solidFill>
                  <a:schemeClr val="accent2">
                    <a:lumMod val="75000"/>
                  </a:schemeClr>
                </a:solidFill>
                <a:latin typeface="Times New Roman" panose="02020603050405020304" pitchFamily="18" charset="0"/>
                <a:cs typeface="Times New Roman" panose="02020603050405020304" pitchFamily="18" charset="0"/>
              </a:rPr>
              <a:t> </a:t>
            </a:r>
            <a:r>
              <a:rPr sz="2600" b="1" dirty="0">
                <a:solidFill>
                  <a:schemeClr val="accent2">
                    <a:lumMod val="75000"/>
                  </a:schemeClr>
                </a:solidFill>
                <a:latin typeface="Times New Roman" panose="02020603050405020304" pitchFamily="18" charset="0"/>
                <a:cs typeface="Times New Roman" panose="02020603050405020304" pitchFamily="18" charset="0"/>
              </a:rPr>
              <a:t>216.58.216.164.</a:t>
            </a:r>
            <a:endParaRPr sz="2600"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6" name="object 6"/>
          <p:cNvSpPr txBox="1"/>
          <p:nvPr/>
        </p:nvSpPr>
        <p:spPr>
          <a:xfrm>
            <a:off x="9946893" y="2537587"/>
            <a:ext cx="598170" cy="422275"/>
          </a:xfrm>
          <a:prstGeom prst="rect">
            <a:avLst/>
          </a:prstGeom>
        </p:spPr>
        <p:txBody>
          <a:bodyPr vert="horz" wrap="square" lIns="0" tIns="13335" rIns="0" bIns="0" rtlCol="0">
            <a:spAutoFit/>
          </a:bodyPr>
          <a:lstStyle/>
          <a:p>
            <a:pPr marL="38100">
              <a:lnSpc>
                <a:spcPct val="100000"/>
              </a:lnSpc>
              <a:spcBef>
                <a:spcPts val="105"/>
              </a:spcBef>
            </a:pPr>
            <a:r>
              <a:rPr sz="3900" b="1" i="1" spc="7" baseline="-17094" dirty="0">
                <a:solidFill>
                  <a:srgbClr val="624722"/>
                </a:solidFill>
                <a:latin typeface="Arial"/>
                <a:cs typeface="Arial"/>
              </a:rPr>
              <a:t>2</a:t>
            </a:r>
            <a:r>
              <a:rPr sz="1700" b="1" i="1" spc="5" dirty="0">
                <a:solidFill>
                  <a:srgbClr val="624722"/>
                </a:solidFill>
                <a:latin typeface="Arial"/>
                <a:cs typeface="Arial"/>
              </a:rPr>
              <a:t>32</a:t>
            </a:r>
            <a:r>
              <a:rPr sz="3900" b="1" i="1" spc="7" baseline="-17094" dirty="0">
                <a:solidFill>
                  <a:srgbClr val="624722"/>
                </a:solidFill>
                <a:latin typeface="Arial"/>
                <a:cs typeface="Arial"/>
              </a:rPr>
              <a:t>,</a:t>
            </a:r>
            <a:endParaRPr sz="3900" baseline="-17094" dirty="0">
              <a:latin typeface="Arial"/>
              <a:cs typeface="Arial"/>
            </a:endParaRPr>
          </a:p>
        </p:txBody>
      </p:sp>
      <p:sp>
        <p:nvSpPr>
          <p:cNvPr id="7" name="object 7"/>
          <p:cNvSpPr txBox="1"/>
          <p:nvPr/>
        </p:nvSpPr>
        <p:spPr>
          <a:xfrm>
            <a:off x="1418336" y="2636647"/>
            <a:ext cx="9771380" cy="422275"/>
          </a:xfrm>
          <a:prstGeom prst="rect">
            <a:avLst/>
          </a:prstGeom>
        </p:spPr>
        <p:txBody>
          <a:bodyPr vert="horz" wrap="square" lIns="0" tIns="13335" rIns="0" bIns="0" rtlCol="0">
            <a:spAutoFit/>
          </a:bodyPr>
          <a:lstStyle/>
          <a:p>
            <a:pPr marL="241300" indent="-229235">
              <a:lnSpc>
                <a:spcPct val="100000"/>
              </a:lnSpc>
              <a:spcBef>
                <a:spcPts val="105"/>
              </a:spcBef>
              <a:buSzPct val="78846"/>
              <a:buChar char="•"/>
              <a:tabLst>
                <a:tab pos="241300" algn="l"/>
                <a:tab pos="241935" algn="l"/>
                <a:tab pos="1149350" algn="l"/>
                <a:tab pos="2917825" algn="l"/>
                <a:tab pos="4045585" algn="l"/>
                <a:tab pos="4660900" algn="l"/>
                <a:tab pos="5182870" algn="l"/>
                <a:tab pos="6402070" algn="l"/>
                <a:tab pos="7952105" algn="l"/>
                <a:tab pos="9425940" algn="l"/>
              </a:tabLst>
            </a:pPr>
            <a:r>
              <a:rPr sz="2600" spc="5" dirty="0">
                <a:solidFill>
                  <a:srgbClr val="002060"/>
                </a:solidFill>
                <a:latin typeface="Times New Roman" panose="02020603050405020304" pitchFamily="18" charset="0"/>
                <a:cs typeface="Times New Roman" panose="02020603050405020304" pitchFamily="18" charset="0"/>
              </a:rPr>
              <a:t>Th</a:t>
            </a:r>
            <a:r>
              <a:rPr sz="2600" dirty="0">
                <a:solidFill>
                  <a:srgbClr val="002060"/>
                </a:solidFill>
                <a:latin typeface="Times New Roman" panose="02020603050405020304" pitchFamily="18" charset="0"/>
                <a:cs typeface="Times New Roman" panose="02020603050405020304" pitchFamily="18" charset="0"/>
              </a:rPr>
              <a:t>e	ma</a:t>
            </a:r>
            <a:r>
              <a:rPr sz="2600" spc="-15" dirty="0">
                <a:solidFill>
                  <a:srgbClr val="002060"/>
                </a:solidFill>
                <a:latin typeface="Times New Roman" panose="02020603050405020304" pitchFamily="18" charset="0"/>
                <a:cs typeface="Times New Roman" panose="02020603050405020304" pitchFamily="18" charset="0"/>
              </a:rPr>
              <a:t>x</a:t>
            </a:r>
            <a:r>
              <a:rPr sz="2600" dirty="0">
                <a:solidFill>
                  <a:srgbClr val="002060"/>
                </a:solidFill>
                <a:latin typeface="Times New Roman" panose="02020603050405020304" pitchFamily="18" charset="0"/>
                <a:cs typeface="Times New Roman" panose="02020603050405020304" pitchFamily="18" charset="0"/>
              </a:rPr>
              <a:t>imum	value	of	a	</a:t>
            </a:r>
            <a:r>
              <a:rPr sz="2600" dirty="0">
                <a:solidFill>
                  <a:schemeClr val="accent2">
                    <a:lumMod val="75000"/>
                  </a:schemeClr>
                </a:solidFill>
                <a:latin typeface="Times New Roman" panose="02020603050405020304" pitchFamily="18" charset="0"/>
                <a:cs typeface="Times New Roman" panose="02020603050405020304" pitchFamily="18" charset="0"/>
              </a:rPr>
              <a:t>32</a:t>
            </a:r>
            <a:r>
              <a:rPr sz="2600" spc="-5" dirty="0">
                <a:solidFill>
                  <a:schemeClr val="accent2">
                    <a:lumMod val="75000"/>
                  </a:schemeClr>
                </a:solidFill>
                <a:latin typeface="Times New Roman" panose="02020603050405020304" pitchFamily="18" charset="0"/>
                <a:cs typeface="Times New Roman" panose="02020603050405020304" pitchFamily="18" charset="0"/>
              </a:rPr>
              <a:t>-</a:t>
            </a:r>
            <a:r>
              <a:rPr sz="2600" dirty="0">
                <a:solidFill>
                  <a:schemeClr val="accent2">
                    <a:lumMod val="75000"/>
                  </a:schemeClr>
                </a:solidFill>
                <a:latin typeface="Times New Roman" panose="02020603050405020304" pitchFamily="18" charset="0"/>
                <a:cs typeface="Times New Roman" panose="02020603050405020304" pitchFamily="18" charset="0"/>
              </a:rPr>
              <a:t>bit	</a:t>
            </a:r>
            <a:r>
              <a:rPr sz="2600" dirty="0" smtClean="0">
                <a:solidFill>
                  <a:schemeClr val="accent2">
                    <a:lumMod val="75000"/>
                  </a:schemeClr>
                </a:solidFill>
                <a:latin typeface="Times New Roman" panose="02020603050405020304" pitchFamily="18" charset="0"/>
                <a:cs typeface="Times New Roman" panose="02020603050405020304" pitchFamily="18" charset="0"/>
              </a:rPr>
              <a:t>n</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u</a:t>
            </a:r>
            <a:r>
              <a:rPr sz="2600" spc="-15" dirty="0" smtClean="0">
                <a:solidFill>
                  <a:schemeClr val="accent2">
                    <a:lumMod val="75000"/>
                  </a:schemeClr>
                </a:solidFill>
                <a:latin typeface="Times New Roman" panose="02020603050405020304" pitchFamily="18" charset="0"/>
                <a:cs typeface="Times New Roman" panose="02020603050405020304" pitchFamily="18" charset="0"/>
              </a:rPr>
              <a:t>m</a:t>
            </a:r>
            <a:r>
              <a:rPr sz="2600" dirty="0" smtClean="0">
                <a:solidFill>
                  <a:schemeClr val="accent2">
                    <a:lumMod val="75000"/>
                  </a:schemeClr>
                </a:solidFill>
                <a:latin typeface="Times New Roman" panose="02020603050405020304" pitchFamily="18" charset="0"/>
                <a:cs typeface="Times New Roman" panose="02020603050405020304" pitchFamily="18" charset="0"/>
              </a:rPr>
              <a:t>b</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e</a:t>
            </a:r>
            <a:r>
              <a:rPr sz="2600" dirty="0" smtClean="0">
                <a:solidFill>
                  <a:schemeClr val="accent2">
                    <a:lumMod val="75000"/>
                  </a:schemeClr>
                </a:solidFill>
                <a:latin typeface="Times New Roman" panose="02020603050405020304" pitchFamily="18" charset="0"/>
                <a:cs typeface="Times New Roman" panose="02020603050405020304" pitchFamily="18" charset="0"/>
              </a:rPr>
              <a:t>r</a:t>
            </a:r>
            <a:r>
              <a:rPr lang="en-US" sz="2600" dirty="0" smtClean="0">
                <a:solidFill>
                  <a:schemeClr val="accent2">
                    <a:lumMod val="75000"/>
                  </a:schemeClr>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i</a:t>
            </a:r>
            <a:r>
              <a:rPr sz="2600" dirty="0" smtClean="0">
                <a:solidFill>
                  <a:schemeClr val="accent2">
                    <a:lumMod val="75000"/>
                  </a:schemeClr>
                </a:solidFill>
                <a:latin typeface="Times New Roman" panose="02020603050405020304" pitchFamily="18" charset="0"/>
                <a:cs typeface="Times New Roman" panose="02020603050405020304" pitchFamily="18" charset="0"/>
              </a:rPr>
              <a:t>s</a:t>
            </a:r>
            <a:r>
              <a:rPr sz="260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or</a:t>
            </a:r>
            <a:endParaRPr sz="2600"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8" name="object 8"/>
          <p:cNvSpPr txBox="1"/>
          <p:nvPr/>
        </p:nvSpPr>
        <p:spPr>
          <a:xfrm>
            <a:off x="1418336" y="2953638"/>
            <a:ext cx="9770745" cy="2793714"/>
          </a:xfrm>
          <a:prstGeom prst="rect">
            <a:avLst/>
          </a:prstGeom>
        </p:spPr>
        <p:txBody>
          <a:bodyPr vert="horz" wrap="square" lIns="0" tIns="89535" rIns="0" bIns="0" rtlCol="0">
            <a:spAutoFit/>
          </a:bodyPr>
          <a:lstStyle/>
          <a:p>
            <a:pPr marL="241300" marR="5080">
              <a:lnSpc>
                <a:spcPts val="2500"/>
              </a:lnSpc>
              <a:spcBef>
                <a:spcPts val="705"/>
              </a:spcBef>
              <a:tabLst>
                <a:tab pos="2640330" algn="l"/>
                <a:tab pos="3237865" algn="l"/>
                <a:tab pos="3886835" algn="l"/>
                <a:tab pos="5508625" algn="l"/>
                <a:tab pos="6821170" algn="l"/>
                <a:tab pos="7285990" algn="l"/>
                <a:tab pos="8139430" algn="l"/>
              </a:tabLst>
            </a:pPr>
            <a:r>
              <a:rPr sz="2600" b="1" i="1" dirty="0">
                <a:solidFill>
                  <a:srgbClr val="002060"/>
                </a:solidFill>
                <a:uFill>
                  <a:solidFill>
                    <a:srgbClr val="624722"/>
                  </a:solidFill>
                </a:uFill>
                <a:latin typeface="Times New Roman" panose="02020603050405020304" pitchFamily="18" charset="0"/>
                <a:cs typeface="Times New Roman" panose="02020603050405020304" pitchFamily="18" charset="0"/>
              </a:rPr>
              <a:t>4</a:t>
            </a:r>
            <a:r>
              <a:rPr sz="2600" b="1" i="1" spc="-5" dirty="0">
                <a:solidFill>
                  <a:srgbClr val="002060"/>
                </a:solidFill>
                <a:uFill>
                  <a:solidFill>
                    <a:srgbClr val="624722"/>
                  </a:solidFill>
                </a:uFill>
                <a:latin typeface="Times New Roman" panose="02020603050405020304" pitchFamily="18" charset="0"/>
                <a:cs typeface="Times New Roman" panose="02020603050405020304" pitchFamily="18" charset="0"/>
              </a:rPr>
              <a:t>,</a:t>
            </a:r>
            <a:r>
              <a:rPr sz="2600" b="1" i="1" dirty="0">
                <a:solidFill>
                  <a:srgbClr val="002060"/>
                </a:solidFill>
                <a:uFill>
                  <a:solidFill>
                    <a:srgbClr val="624722"/>
                  </a:solidFill>
                </a:uFill>
                <a:latin typeface="Times New Roman" panose="02020603050405020304" pitchFamily="18" charset="0"/>
                <a:cs typeface="Times New Roman" panose="02020603050405020304" pitchFamily="18" charset="0"/>
              </a:rPr>
              <a:t>294</a:t>
            </a:r>
            <a:r>
              <a:rPr sz="2600" b="1" i="1" spc="-5" dirty="0">
                <a:solidFill>
                  <a:srgbClr val="002060"/>
                </a:solidFill>
                <a:uFill>
                  <a:solidFill>
                    <a:srgbClr val="624722"/>
                  </a:solidFill>
                </a:uFill>
                <a:latin typeface="Times New Roman" panose="02020603050405020304" pitchFamily="18" charset="0"/>
                <a:cs typeface="Times New Roman" panose="02020603050405020304" pitchFamily="18" charset="0"/>
              </a:rPr>
              <a:t>,</a:t>
            </a:r>
            <a:r>
              <a:rPr sz="2600" b="1" i="1" dirty="0">
                <a:solidFill>
                  <a:srgbClr val="002060"/>
                </a:solidFill>
                <a:uFill>
                  <a:solidFill>
                    <a:srgbClr val="624722"/>
                  </a:solidFill>
                </a:uFill>
                <a:latin typeface="Times New Roman" panose="02020603050405020304" pitchFamily="18" charset="0"/>
                <a:cs typeface="Times New Roman" panose="02020603050405020304" pitchFamily="18" charset="0"/>
              </a:rPr>
              <a:t>967</a:t>
            </a:r>
            <a:r>
              <a:rPr sz="2600" b="1" i="1" spc="-5" dirty="0">
                <a:solidFill>
                  <a:srgbClr val="002060"/>
                </a:solidFill>
                <a:uFill>
                  <a:solidFill>
                    <a:srgbClr val="624722"/>
                  </a:solidFill>
                </a:uFill>
                <a:latin typeface="Times New Roman" panose="02020603050405020304" pitchFamily="18" charset="0"/>
                <a:cs typeface="Times New Roman" panose="02020603050405020304" pitchFamily="18" charset="0"/>
              </a:rPr>
              <a:t>,</a:t>
            </a:r>
            <a:r>
              <a:rPr sz="2600" b="1" i="1" dirty="0">
                <a:solidFill>
                  <a:srgbClr val="002060"/>
                </a:solidFill>
                <a:uFill>
                  <a:solidFill>
                    <a:srgbClr val="624722"/>
                  </a:solidFill>
                </a:uFill>
                <a:latin typeface="Times New Roman" panose="02020603050405020304" pitchFamily="18" charset="0"/>
                <a:cs typeface="Times New Roman" panose="02020603050405020304" pitchFamily="18" charset="0"/>
              </a:rPr>
              <a:t>296</a:t>
            </a:r>
            <a:r>
              <a:rPr sz="2600" dirty="0">
                <a:solidFill>
                  <a:srgbClr val="002060"/>
                </a:solidFill>
                <a:latin typeface="Times New Roman" panose="02020603050405020304" pitchFamily="18" charset="0"/>
                <a:cs typeface="Times New Roman" panose="02020603050405020304" pitchFamily="18" charset="0"/>
              </a:rPr>
              <a:t>.	So	the	ma</a:t>
            </a:r>
            <a:r>
              <a:rPr sz="2600" spc="10" dirty="0">
                <a:solidFill>
                  <a:srgbClr val="002060"/>
                </a:solidFill>
                <a:latin typeface="Times New Roman" panose="02020603050405020304" pitchFamily="18" charset="0"/>
                <a:cs typeface="Times New Roman" panose="02020603050405020304" pitchFamily="18" charset="0"/>
              </a:rPr>
              <a:t>x</a:t>
            </a:r>
            <a:r>
              <a:rPr sz="2600" spc="-15" dirty="0">
                <a:solidFill>
                  <a:srgbClr val="002060"/>
                </a:solidFill>
                <a:latin typeface="Times New Roman" panose="02020603050405020304" pitchFamily="18" charset="0"/>
                <a:cs typeface="Times New Roman" panose="02020603050405020304" pitchFamily="18" charset="0"/>
              </a:rPr>
              <a:t>i</a:t>
            </a:r>
            <a:r>
              <a:rPr sz="2600" dirty="0">
                <a:solidFill>
                  <a:srgbClr val="002060"/>
                </a:solidFill>
                <a:latin typeface="Times New Roman" panose="02020603050405020304" pitchFamily="18" charset="0"/>
                <a:cs typeface="Times New Roman" panose="02020603050405020304" pitchFamily="18" charset="0"/>
              </a:rPr>
              <a:t>mum	n</a:t>
            </a:r>
            <a:r>
              <a:rPr sz="2600" spc="5" dirty="0">
                <a:solidFill>
                  <a:srgbClr val="002060"/>
                </a:solidFill>
                <a:latin typeface="Times New Roman" panose="02020603050405020304" pitchFamily="18" charset="0"/>
                <a:cs typeface="Times New Roman" panose="02020603050405020304" pitchFamily="18" charset="0"/>
              </a:rPr>
              <a:t>u</a:t>
            </a:r>
            <a:r>
              <a:rPr sz="2600" dirty="0">
                <a:solidFill>
                  <a:srgbClr val="002060"/>
                </a:solidFill>
                <a:latin typeface="Times New Roman" panose="02020603050405020304" pitchFamily="18" charset="0"/>
                <a:cs typeface="Times New Roman" panose="02020603050405020304" pitchFamily="18" charset="0"/>
              </a:rPr>
              <a:t>mb</a:t>
            </a:r>
            <a:r>
              <a:rPr sz="2600" spc="5" dirty="0">
                <a:solidFill>
                  <a:srgbClr val="002060"/>
                </a:solidFill>
                <a:latin typeface="Times New Roman" panose="02020603050405020304" pitchFamily="18" charset="0"/>
                <a:cs typeface="Times New Roman" panose="02020603050405020304" pitchFamily="18" charset="0"/>
              </a:rPr>
              <a:t>e</a:t>
            </a:r>
            <a:r>
              <a:rPr sz="2600" dirty="0">
                <a:solidFill>
                  <a:srgbClr val="002060"/>
                </a:solidFill>
                <a:latin typeface="Times New Roman" panose="02020603050405020304" pitchFamily="18" charset="0"/>
                <a:cs typeface="Times New Roman" panose="02020603050405020304" pitchFamily="18" charset="0"/>
              </a:rPr>
              <a:t>r	of	</a:t>
            </a:r>
            <a:r>
              <a:rPr sz="2600" spc="5" dirty="0">
                <a:solidFill>
                  <a:srgbClr val="002060"/>
                </a:solidFill>
                <a:latin typeface="Times New Roman" panose="02020603050405020304" pitchFamily="18" charset="0"/>
                <a:cs typeface="Times New Roman" panose="02020603050405020304" pitchFamily="18" charset="0"/>
              </a:rPr>
              <a:t>I</a:t>
            </a:r>
            <a:r>
              <a:rPr sz="2600" dirty="0">
                <a:solidFill>
                  <a:srgbClr val="002060"/>
                </a:solidFill>
                <a:latin typeface="Times New Roman" panose="02020603050405020304" pitchFamily="18" charset="0"/>
                <a:cs typeface="Times New Roman" panose="02020603050405020304" pitchFamily="18" charset="0"/>
              </a:rPr>
              <a:t>P</a:t>
            </a:r>
            <a:r>
              <a:rPr sz="2600" spc="15" dirty="0">
                <a:solidFill>
                  <a:srgbClr val="002060"/>
                </a:solidFill>
                <a:latin typeface="Times New Roman" panose="02020603050405020304" pitchFamily="18" charset="0"/>
                <a:cs typeface="Times New Roman" panose="02020603050405020304" pitchFamily="18" charset="0"/>
              </a:rPr>
              <a:t>v</a:t>
            </a:r>
            <a:r>
              <a:rPr sz="2600" dirty="0">
                <a:solidFill>
                  <a:srgbClr val="002060"/>
                </a:solidFill>
                <a:latin typeface="Times New Roman" panose="02020603050405020304" pitchFamily="18" charset="0"/>
                <a:cs typeface="Times New Roman" panose="02020603050405020304" pitchFamily="18" charset="0"/>
              </a:rPr>
              <a:t>4	a</a:t>
            </a:r>
            <a:r>
              <a:rPr sz="2600" spc="5" dirty="0">
                <a:solidFill>
                  <a:srgbClr val="002060"/>
                </a:solidFill>
                <a:latin typeface="Times New Roman" panose="02020603050405020304" pitchFamily="18" charset="0"/>
                <a:cs typeface="Times New Roman" panose="02020603050405020304" pitchFamily="18" charset="0"/>
              </a:rPr>
              <a:t>d</a:t>
            </a:r>
            <a:r>
              <a:rPr sz="2600" dirty="0">
                <a:solidFill>
                  <a:srgbClr val="002060"/>
                </a:solidFill>
                <a:latin typeface="Times New Roman" panose="02020603050405020304" pitchFamily="18" charset="0"/>
                <a:cs typeface="Times New Roman" panose="02020603050405020304" pitchFamily="18" charset="0"/>
              </a:rPr>
              <a:t>d</a:t>
            </a:r>
            <a:r>
              <a:rPr sz="2600" spc="-15" dirty="0">
                <a:solidFill>
                  <a:srgbClr val="002060"/>
                </a:solidFill>
                <a:latin typeface="Times New Roman" panose="02020603050405020304" pitchFamily="18" charset="0"/>
                <a:cs typeface="Times New Roman" panose="02020603050405020304" pitchFamily="18" charset="0"/>
              </a:rPr>
              <a:t>r</a:t>
            </a:r>
            <a:r>
              <a:rPr sz="2600" dirty="0">
                <a:solidFill>
                  <a:srgbClr val="002060"/>
                </a:solidFill>
                <a:latin typeface="Times New Roman" panose="02020603050405020304" pitchFamily="18" charset="0"/>
                <a:cs typeface="Times New Roman" panose="02020603050405020304" pitchFamily="18" charset="0"/>
              </a:rPr>
              <a:t>ess</a:t>
            </a:r>
            <a:r>
              <a:rPr sz="2600" spc="5" dirty="0">
                <a:solidFill>
                  <a:srgbClr val="002060"/>
                </a:solidFill>
                <a:latin typeface="Times New Roman" panose="02020603050405020304" pitchFamily="18" charset="0"/>
                <a:cs typeface="Times New Roman" panose="02020603050405020304" pitchFamily="18" charset="0"/>
              </a:rPr>
              <a:t>e</a:t>
            </a:r>
            <a:r>
              <a:rPr sz="2600" dirty="0">
                <a:solidFill>
                  <a:srgbClr val="002060"/>
                </a:solidFill>
                <a:latin typeface="Times New Roman" panose="02020603050405020304" pitchFamily="18" charset="0"/>
                <a:cs typeface="Times New Roman" panose="02020603050405020304" pitchFamily="18" charset="0"/>
              </a:rPr>
              <a:t>s,  which</a:t>
            </a:r>
            <a:r>
              <a:rPr sz="2600" spc="-5" dirty="0">
                <a:solidFill>
                  <a:srgbClr val="002060"/>
                </a:solidFill>
                <a:latin typeface="Times New Roman" panose="02020603050405020304" pitchFamily="18" charset="0"/>
                <a:cs typeface="Times New Roman" panose="02020603050405020304" pitchFamily="18" charset="0"/>
              </a:rPr>
              <a:t> is</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called</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its</a:t>
            </a:r>
            <a:r>
              <a:rPr sz="2600" spc="-5" dirty="0">
                <a:solidFill>
                  <a:srgbClr val="002060"/>
                </a:solidFill>
                <a:latin typeface="Times New Roman" panose="02020603050405020304" pitchFamily="18" charset="0"/>
                <a:cs typeface="Times New Roman" panose="02020603050405020304" pitchFamily="18" charset="0"/>
              </a:rPr>
              <a:t> </a:t>
            </a:r>
            <a:r>
              <a:rPr sz="2600" i="1" dirty="0">
                <a:solidFill>
                  <a:srgbClr val="002060"/>
                </a:solidFill>
                <a:uFill>
                  <a:solidFill>
                    <a:srgbClr val="624722"/>
                  </a:solidFill>
                </a:uFill>
                <a:latin typeface="Times New Roman" panose="02020603050405020304" pitchFamily="18" charset="0"/>
                <a:cs typeface="Times New Roman" panose="02020603050405020304" pitchFamily="18" charset="0"/>
              </a:rPr>
              <a:t>address</a:t>
            </a:r>
            <a:r>
              <a:rPr sz="2600" i="1" spc="-5" dirty="0">
                <a:solidFill>
                  <a:srgbClr val="002060"/>
                </a:solidFill>
                <a:uFill>
                  <a:solidFill>
                    <a:srgbClr val="624722"/>
                  </a:solidFill>
                </a:uFill>
                <a:latin typeface="Times New Roman" panose="02020603050405020304" pitchFamily="18" charset="0"/>
                <a:cs typeface="Times New Roman" panose="02020603050405020304" pitchFamily="18" charset="0"/>
              </a:rPr>
              <a:t> </a:t>
            </a:r>
            <a:r>
              <a:rPr sz="2600" i="1" spc="5" dirty="0">
                <a:solidFill>
                  <a:srgbClr val="002060"/>
                </a:solidFill>
                <a:uFill>
                  <a:solidFill>
                    <a:srgbClr val="624722"/>
                  </a:solidFill>
                </a:uFill>
                <a:latin typeface="Times New Roman" panose="02020603050405020304" pitchFamily="18" charset="0"/>
                <a:cs typeface="Times New Roman" panose="02020603050405020304" pitchFamily="18" charset="0"/>
              </a:rPr>
              <a:t>space</a:t>
            </a:r>
            <a:r>
              <a:rPr sz="2600" spc="5" dirty="0">
                <a:solidFill>
                  <a:srgbClr val="002060"/>
                </a:solidFill>
                <a:latin typeface="Times New Roman" panose="02020603050405020304" pitchFamily="18" charset="0"/>
                <a:cs typeface="Times New Roman" panose="02020603050405020304" pitchFamily="18" charset="0"/>
              </a:rPr>
              <a:t>,</a:t>
            </a:r>
            <a:r>
              <a:rPr sz="2600" spc="-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about</a:t>
            </a:r>
            <a:r>
              <a:rPr sz="2600" spc="5" dirty="0">
                <a:solidFill>
                  <a:srgbClr val="002060"/>
                </a:solidFill>
                <a:latin typeface="Times New Roman" panose="02020603050405020304" pitchFamily="18" charset="0"/>
                <a:cs typeface="Times New Roman" panose="02020603050405020304" pitchFamily="18" charset="0"/>
              </a:rPr>
              <a:t> </a:t>
            </a:r>
            <a:r>
              <a:rPr sz="2600" b="1" dirty="0">
                <a:solidFill>
                  <a:srgbClr val="002060"/>
                </a:solidFill>
                <a:latin typeface="Times New Roman" panose="02020603050405020304" pitchFamily="18" charset="0"/>
                <a:cs typeface="Times New Roman" panose="02020603050405020304" pitchFamily="18" charset="0"/>
              </a:rPr>
              <a:t>4.3</a:t>
            </a:r>
            <a:r>
              <a:rPr sz="2600" b="1" spc="5" dirty="0">
                <a:solidFill>
                  <a:srgbClr val="002060"/>
                </a:solidFill>
                <a:latin typeface="Times New Roman" panose="02020603050405020304" pitchFamily="18" charset="0"/>
                <a:cs typeface="Times New Roman" panose="02020603050405020304" pitchFamily="18" charset="0"/>
              </a:rPr>
              <a:t> </a:t>
            </a:r>
            <a:r>
              <a:rPr sz="2600" b="1" dirty="0">
                <a:solidFill>
                  <a:srgbClr val="002060"/>
                </a:solidFill>
                <a:latin typeface="Times New Roman" panose="02020603050405020304" pitchFamily="18" charset="0"/>
                <a:cs typeface="Times New Roman" panose="02020603050405020304" pitchFamily="18" charset="0"/>
              </a:rPr>
              <a:t>billion</a:t>
            </a:r>
            <a:r>
              <a:rPr sz="2600" dirty="0">
                <a:solidFill>
                  <a:srgbClr val="002060"/>
                </a:solidFill>
                <a:latin typeface="Times New Roman" panose="02020603050405020304" pitchFamily="18" charset="0"/>
                <a:cs typeface="Times New Roman" panose="02020603050405020304" pitchFamily="18" charset="0"/>
              </a:rPr>
              <a:t>.</a:t>
            </a:r>
          </a:p>
          <a:p>
            <a:pPr marL="241300" marR="5080" indent="-229235" algn="just">
              <a:lnSpc>
                <a:spcPct val="80000"/>
              </a:lnSpc>
              <a:spcBef>
                <a:spcPts val="1814"/>
              </a:spcBef>
              <a:buSzPct val="78846"/>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In</a:t>
            </a:r>
            <a:r>
              <a:rPr sz="2600" dirty="0">
                <a:solidFill>
                  <a:srgbClr val="002060"/>
                </a:solidFill>
                <a:latin typeface="Times New Roman" panose="02020603050405020304" pitchFamily="18" charset="0"/>
                <a:cs typeface="Times New Roman" panose="02020603050405020304" pitchFamily="18" charset="0"/>
              </a:rPr>
              <a:t> the </a:t>
            </a:r>
            <a:r>
              <a:rPr sz="2600" spc="5" dirty="0">
                <a:solidFill>
                  <a:srgbClr val="002060"/>
                </a:solidFill>
                <a:latin typeface="Times New Roman" panose="02020603050405020304" pitchFamily="18" charset="0"/>
                <a:cs typeface="Times New Roman" panose="02020603050405020304" pitchFamily="18" charset="0"/>
              </a:rPr>
              <a:t>1980s, </a:t>
            </a:r>
            <a:r>
              <a:rPr sz="2600" dirty="0">
                <a:solidFill>
                  <a:srgbClr val="002060"/>
                </a:solidFill>
                <a:latin typeface="Times New Roman" panose="02020603050405020304" pitchFamily="18" charset="0"/>
                <a:cs typeface="Times New Roman" panose="02020603050405020304" pitchFamily="18" charset="0"/>
              </a:rPr>
              <a:t>this was </a:t>
            </a:r>
            <a:r>
              <a:rPr sz="2600" spc="-5" dirty="0">
                <a:solidFill>
                  <a:srgbClr val="002060"/>
                </a:solidFill>
                <a:latin typeface="Times New Roman" panose="02020603050405020304" pitchFamily="18" charset="0"/>
                <a:cs typeface="Times New Roman" panose="02020603050405020304" pitchFamily="18" charset="0"/>
              </a:rPr>
              <a:t>sufficient</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a:t>
            </a:r>
            <a:r>
              <a:rPr sz="2600" dirty="0">
                <a:solidFill>
                  <a:srgbClr val="002060"/>
                </a:solidFill>
                <a:latin typeface="Times New Roman" panose="02020603050405020304" pitchFamily="18" charset="0"/>
                <a:cs typeface="Times New Roman" panose="02020603050405020304" pitchFamily="18" charset="0"/>
              </a:rPr>
              <a:t> address every networked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device, but scientists knew that this space would quickly become </a:t>
            </a:r>
            <a:r>
              <a:rPr sz="2600" spc="-7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exhausted.</a:t>
            </a:r>
          </a:p>
          <a:p>
            <a:pPr marL="241300" marR="5080" indent="-229235" algn="just">
              <a:lnSpc>
                <a:spcPct val="80000"/>
              </a:lnSpc>
              <a:spcBef>
                <a:spcPts val="1800"/>
              </a:spcBef>
              <a:buSzPct val="78846"/>
              <a:buChar char="•"/>
              <a:tabLst>
                <a:tab pos="241935" algn="l"/>
              </a:tabLst>
            </a:pPr>
            <a:r>
              <a:rPr sz="2600" spc="-25" dirty="0">
                <a:solidFill>
                  <a:srgbClr val="002060"/>
                </a:solidFill>
                <a:latin typeface="Times New Roman" panose="02020603050405020304" pitchFamily="18" charset="0"/>
                <a:cs typeface="Times New Roman" panose="02020603050405020304" pitchFamily="18" charset="0"/>
              </a:rPr>
              <a:t>Technologies</a:t>
            </a:r>
            <a:r>
              <a:rPr sz="2600" spc="-2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like </a:t>
            </a:r>
            <a:r>
              <a:rPr sz="2600" spc="-70" dirty="0" smtClean="0">
                <a:solidFill>
                  <a:schemeClr val="accent2">
                    <a:lumMod val="75000"/>
                  </a:schemeClr>
                </a:solidFill>
                <a:latin typeface="Times New Roman" panose="02020603050405020304" pitchFamily="18" charset="0"/>
                <a:cs typeface="Times New Roman" panose="02020603050405020304" pitchFamily="18" charset="0"/>
              </a:rPr>
              <a:t>NAT</a:t>
            </a:r>
            <a:r>
              <a:rPr lang="en-US" sz="2600" spc="-70" dirty="0" smtClean="0">
                <a:solidFill>
                  <a:schemeClr val="accent2">
                    <a:lumMod val="75000"/>
                  </a:schemeClr>
                </a:solidFill>
                <a:latin typeface="Times New Roman" panose="02020603050405020304" pitchFamily="18" charset="0"/>
                <a:cs typeface="Times New Roman" panose="02020603050405020304" pitchFamily="18" charset="0"/>
              </a:rPr>
              <a:t>(</a:t>
            </a:r>
            <a:r>
              <a:rPr lang="en-IN" sz="2600" dirty="0">
                <a:solidFill>
                  <a:schemeClr val="accent2">
                    <a:lumMod val="75000"/>
                  </a:schemeClr>
                </a:solidFill>
                <a:latin typeface="Times New Roman" panose="02020603050405020304" pitchFamily="18" charset="0"/>
                <a:cs typeface="Times New Roman" panose="02020603050405020304" pitchFamily="18" charset="0"/>
              </a:rPr>
              <a:t>Network A</a:t>
            </a:r>
            <a:r>
              <a:rPr lang="en-IN" sz="2600" dirty="0" smtClean="0">
                <a:solidFill>
                  <a:schemeClr val="accent2">
                    <a:lumMod val="75000"/>
                  </a:schemeClr>
                </a:solidFill>
                <a:latin typeface="Times New Roman" panose="02020603050405020304" pitchFamily="18" charset="0"/>
                <a:cs typeface="Times New Roman" panose="02020603050405020304" pitchFamily="18" charset="0"/>
              </a:rPr>
              <a:t>ddress </a:t>
            </a:r>
            <a:r>
              <a:rPr lang="en-IN" sz="2600" dirty="0">
                <a:solidFill>
                  <a:schemeClr val="accent2">
                    <a:lumMod val="75000"/>
                  </a:schemeClr>
                </a:solidFill>
                <a:latin typeface="Times New Roman" panose="02020603050405020304" pitchFamily="18" charset="0"/>
                <a:cs typeface="Times New Roman" panose="02020603050405020304" pitchFamily="18" charset="0"/>
              </a:rPr>
              <a:t>T</a:t>
            </a:r>
            <a:r>
              <a:rPr lang="en-IN" sz="2600" dirty="0" smtClean="0">
                <a:solidFill>
                  <a:schemeClr val="accent2">
                    <a:lumMod val="75000"/>
                  </a:schemeClr>
                </a:solidFill>
                <a:latin typeface="Times New Roman" panose="02020603050405020304" pitchFamily="18" charset="0"/>
                <a:cs typeface="Times New Roman" panose="02020603050405020304" pitchFamily="18" charset="0"/>
              </a:rPr>
              <a:t>ranslation)</a:t>
            </a:r>
            <a:r>
              <a:rPr sz="2600" spc="-65" dirty="0" smtClean="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have delayed the problem by allowing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many devices </a:t>
            </a:r>
            <a:r>
              <a:rPr sz="2600" spc="-5" dirty="0">
                <a:solidFill>
                  <a:srgbClr val="002060"/>
                </a:solidFill>
                <a:latin typeface="Times New Roman" panose="02020603050405020304" pitchFamily="18" charset="0"/>
                <a:cs typeface="Times New Roman" panose="02020603050405020304" pitchFamily="18" charset="0"/>
              </a:rPr>
              <a:t>to </a:t>
            </a:r>
            <a:r>
              <a:rPr sz="2600" dirty="0">
                <a:solidFill>
                  <a:srgbClr val="002060"/>
                </a:solidFill>
                <a:latin typeface="Times New Roman" panose="02020603050405020304" pitchFamily="18" charset="0"/>
                <a:cs typeface="Times New Roman" panose="02020603050405020304" pitchFamily="18" charset="0"/>
              </a:rPr>
              <a:t>use a single </a:t>
            </a:r>
            <a:r>
              <a:rPr sz="2600" spc="-5" dirty="0">
                <a:solidFill>
                  <a:srgbClr val="002060"/>
                </a:solidFill>
                <a:latin typeface="Times New Roman" panose="02020603050405020304" pitchFamily="18" charset="0"/>
                <a:cs typeface="Times New Roman" panose="02020603050405020304" pitchFamily="18" charset="0"/>
              </a:rPr>
              <a:t>IP </a:t>
            </a:r>
            <a:r>
              <a:rPr sz="2600" dirty="0">
                <a:solidFill>
                  <a:srgbClr val="002060"/>
                </a:solidFill>
                <a:latin typeface="Times New Roman" panose="02020603050405020304" pitchFamily="18" charset="0"/>
                <a:cs typeface="Times New Roman" panose="02020603050405020304" pitchFamily="18" charset="0"/>
              </a:rPr>
              <a:t>address, but a larger address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space</a:t>
            </a:r>
            <a:r>
              <a:rPr sz="2600" spc="-1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needed </a:t>
            </a:r>
            <a:r>
              <a:rPr sz="2600" spc="-5" dirty="0">
                <a:solidFill>
                  <a:srgbClr val="002060"/>
                </a:solidFill>
                <a:latin typeface="Times New Roman" panose="02020603050405020304" pitchFamily="18" charset="0"/>
                <a:cs typeface="Times New Roman" panose="02020603050405020304" pitchFamily="18" charset="0"/>
              </a:rPr>
              <a:t>to</a:t>
            </a:r>
            <a:r>
              <a:rPr sz="2600" dirty="0">
                <a:solidFill>
                  <a:srgbClr val="002060"/>
                </a:solidFill>
                <a:latin typeface="Times New Roman" panose="02020603050405020304" pitchFamily="18" charset="0"/>
                <a:cs typeface="Times New Roman" panose="02020603050405020304" pitchFamily="18" charset="0"/>
              </a:rPr>
              <a:t> serve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 modern</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Internet.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75" y="5181600"/>
            <a:ext cx="12188825" cy="1441448"/>
          </a:xfrm>
          <a:prstGeom prst="rect">
            <a:avLst/>
          </a:prstGeom>
        </p:spPr>
      </p:pic>
      <p:sp>
        <p:nvSpPr>
          <p:cNvPr id="3" name="object 3"/>
          <p:cNvSpPr txBox="1"/>
          <p:nvPr/>
        </p:nvSpPr>
        <p:spPr>
          <a:xfrm>
            <a:off x="1143000" y="990600"/>
            <a:ext cx="9677400" cy="3055965"/>
          </a:xfrm>
          <a:prstGeom prst="rect">
            <a:avLst/>
          </a:prstGeom>
        </p:spPr>
        <p:txBody>
          <a:bodyPr vert="horz" wrap="square" lIns="0" tIns="54610" rIns="0" bIns="0" rtlCol="0">
            <a:spAutoFit/>
          </a:bodyPr>
          <a:lstStyle/>
          <a:p>
            <a:pPr marL="266700" marR="30480" indent="-229235">
              <a:lnSpc>
                <a:spcPct val="150000"/>
              </a:lnSpc>
              <a:spcBef>
                <a:spcPts val="430"/>
              </a:spcBef>
              <a:buSzPct val="80357"/>
              <a:buChar char="•"/>
              <a:tabLst>
                <a:tab pos="266700" algn="l"/>
                <a:tab pos="267335" algn="l"/>
              </a:tabLst>
            </a:pPr>
            <a:r>
              <a:rPr sz="2600" spc="-5" dirty="0">
                <a:solidFill>
                  <a:srgbClr val="002060"/>
                </a:solidFill>
                <a:latin typeface="Times New Roman" panose="02020603050405020304" pitchFamily="18" charset="0"/>
                <a:cs typeface="Times New Roman" panose="02020603050405020304" pitchFamily="18" charset="0"/>
              </a:rPr>
              <a:t>A</a:t>
            </a:r>
            <a:r>
              <a:rPr sz="2600" spc="5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major</a:t>
            </a:r>
            <a:r>
              <a:rPr sz="2600" spc="22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advantage</a:t>
            </a:r>
            <a:r>
              <a:rPr sz="2600" spc="23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of</a:t>
            </a:r>
            <a:r>
              <a:rPr sz="2600" spc="204"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IPv6</a:t>
            </a:r>
            <a:r>
              <a:rPr sz="2600" spc="220" dirty="0">
                <a:solidFill>
                  <a:srgbClr val="002060"/>
                </a:solidFill>
                <a:latin typeface="Times New Roman" panose="02020603050405020304" pitchFamily="18" charset="0"/>
                <a:cs typeface="Times New Roman" panose="02020603050405020304" pitchFamily="18" charset="0"/>
              </a:rPr>
              <a:t> </a:t>
            </a:r>
            <a:r>
              <a:rPr sz="2600" spc="-10" dirty="0">
                <a:solidFill>
                  <a:srgbClr val="002060"/>
                </a:solidFill>
                <a:latin typeface="Times New Roman" panose="02020603050405020304" pitchFamily="18" charset="0"/>
                <a:cs typeface="Times New Roman" panose="02020603050405020304" pitchFamily="18" charset="0"/>
              </a:rPr>
              <a:t>is</a:t>
            </a:r>
            <a:r>
              <a:rPr sz="2600" spc="22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that</a:t>
            </a:r>
            <a:r>
              <a:rPr sz="2600" spc="204"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it</a:t>
            </a:r>
            <a:r>
              <a:rPr sz="2600" spc="204"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uses</a:t>
            </a:r>
            <a:r>
              <a:rPr sz="2600" spc="220" dirty="0">
                <a:solidFill>
                  <a:srgbClr val="002060"/>
                </a:solidFill>
                <a:latin typeface="Times New Roman" panose="02020603050405020304" pitchFamily="18" charset="0"/>
                <a:cs typeface="Times New Roman" panose="02020603050405020304" pitchFamily="18" charset="0"/>
              </a:rPr>
              <a:t> </a:t>
            </a:r>
            <a:r>
              <a:rPr sz="2600" b="1" i="1"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128</a:t>
            </a:r>
            <a:r>
              <a:rPr sz="2600" b="1" i="1" spc="210"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 </a:t>
            </a:r>
            <a:r>
              <a:rPr sz="2600" b="1" i="1" spc="-5"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bits</a:t>
            </a:r>
            <a:r>
              <a:rPr sz="2600" b="1" i="1" spc="225"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 </a:t>
            </a:r>
            <a:r>
              <a:rPr sz="2600" b="1" i="1" spc="-5"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of</a:t>
            </a:r>
            <a:r>
              <a:rPr sz="2600" b="1" i="1" spc="220"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 </a:t>
            </a:r>
            <a:r>
              <a:rPr sz="2600" b="1" i="1"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data </a:t>
            </a:r>
            <a:r>
              <a:rPr sz="2600" b="1" i="1" spc="-765" dirty="0">
                <a:solidFill>
                  <a:schemeClr val="accent2">
                    <a:lumMod val="75000"/>
                  </a:schemeClr>
                </a:solidFill>
                <a:latin typeface="Times New Roman" panose="02020603050405020304" pitchFamily="18" charset="0"/>
                <a:cs typeface="Times New Roman" panose="02020603050405020304" pitchFamily="18" charset="0"/>
              </a:rPr>
              <a:t> </a:t>
            </a:r>
            <a:r>
              <a:rPr sz="2600" b="1" i="1" spc="-5"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to</a:t>
            </a:r>
            <a:r>
              <a:rPr sz="2600" b="1" i="1" spc="195"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 </a:t>
            </a:r>
            <a:r>
              <a:rPr sz="2600" b="1" i="1" spc="-5"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store</a:t>
            </a:r>
            <a:r>
              <a:rPr sz="2600" b="1" i="1" spc="210"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 </a:t>
            </a:r>
            <a:r>
              <a:rPr sz="2600" b="1" i="1"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an</a:t>
            </a:r>
            <a:r>
              <a:rPr sz="2600" b="1" i="1" spc="200"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 </a:t>
            </a:r>
            <a:r>
              <a:rPr sz="2600" b="1" i="1"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address</a:t>
            </a:r>
            <a:r>
              <a:rPr sz="2600" dirty="0">
                <a:solidFill>
                  <a:srgbClr val="002060"/>
                </a:solidFill>
                <a:latin typeface="Times New Roman" panose="02020603050405020304" pitchFamily="18" charset="0"/>
                <a:cs typeface="Times New Roman" panose="02020603050405020304" pitchFamily="18" charset="0"/>
              </a:rPr>
              <a:t>,</a:t>
            </a:r>
            <a:r>
              <a:rPr sz="2600" spc="204"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permitting</a:t>
            </a:r>
            <a:r>
              <a:rPr sz="2600" spc="225" dirty="0">
                <a:solidFill>
                  <a:srgbClr val="002060"/>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2</a:t>
            </a:r>
            <a:r>
              <a:rPr sz="2600" spc="7" baseline="25525" dirty="0">
                <a:solidFill>
                  <a:schemeClr val="accent2">
                    <a:lumMod val="75000"/>
                  </a:schemeClr>
                </a:solidFill>
                <a:latin typeface="Times New Roman" panose="02020603050405020304" pitchFamily="18" charset="0"/>
                <a:cs typeface="Times New Roman" panose="02020603050405020304" pitchFamily="18" charset="0"/>
              </a:rPr>
              <a:t>128</a:t>
            </a:r>
            <a:r>
              <a:rPr sz="2600" spc="675" baseline="2552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unique</a:t>
            </a:r>
            <a:r>
              <a:rPr sz="2600" spc="22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addresses,</a:t>
            </a:r>
            <a:r>
              <a:rPr sz="2600" spc="220" dirty="0">
                <a:solidFill>
                  <a:srgbClr val="002060"/>
                </a:solidFill>
                <a:latin typeface="Times New Roman" panose="02020603050405020304" pitchFamily="18" charset="0"/>
                <a:cs typeface="Times New Roman" panose="02020603050405020304" pitchFamily="18" charset="0"/>
              </a:rPr>
              <a:t> </a:t>
            </a:r>
            <a:r>
              <a:rPr sz="2600" spc="-15" dirty="0">
                <a:solidFill>
                  <a:srgbClr val="002060"/>
                </a:solidFill>
                <a:latin typeface="Times New Roman" panose="02020603050405020304" pitchFamily="18" charset="0"/>
                <a:cs typeface="Times New Roman" panose="02020603050405020304" pitchFamily="18" charset="0"/>
              </a:rPr>
              <a:t>or </a:t>
            </a:r>
            <a:r>
              <a:rPr sz="2600" i="1" spc="-5" dirty="0" smtClean="0">
                <a:solidFill>
                  <a:srgbClr val="002060"/>
                </a:solidFill>
                <a:latin typeface="Times New Roman" panose="02020603050405020304" pitchFamily="18" charset="0"/>
                <a:cs typeface="Times New Roman" panose="02020603050405020304" pitchFamily="18" charset="0"/>
              </a:rPr>
              <a:t>340,282,366,920,938,463,463,374,607,431,768,211,456</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17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size</a:t>
            </a:r>
            <a:r>
              <a:rPr sz="2600" spc="17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of</a:t>
            </a:r>
            <a:r>
              <a:rPr sz="2600" spc="17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IPv6's</a:t>
            </a:r>
            <a:r>
              <a:rPr sz="2600" spc="17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address</a:t>
            </a:r>
            <a:r>
              <a:rPr sz="2600" spc="18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space</a:t>
            </a:r>
            <a:r>
              <a:rPr sz="2600" spc="17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t>
            </a:r>
            <a:r>
              <a:rPr sz="2600" spc="17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340</a:t>
            </a:r>
            <a:r>
              <a:rPr sz="2600" spc="17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duodecillion</a:t>
            </a:r>
            <a:r>
              <a:rPr sz="2600" spc="19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t>
            </a:r>
            <a:r>
              <a:rPr sz="2600" spc="16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 </a:t>
            </a:r>
            <a:r>
              <a:rPr sz="2600" spc="-76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much,</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much</a:t>
            </a:r>
            <a:r>
              <a:rPr sz="2600" spc="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larger</a:t>
            </a:r>
            <a:r>
              <a:rPr sz="2600" spc="2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than</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IPv4.</a:t>
            </a:r>
            <a:endParaRPr sz="2600"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175" y="3590988"/>
            <a:ext cx="12188825" cy="3237275"/>
            <a:chOff x="0" y="3412951"/>
            <a:chExt cx="12188825" cy="3237275"/>
          </a:xfrm>
        </p:grpSpPr>
        <p:pic>
          <p:nvPicPr>
            <p:cNvPr id="3" name="object 3"/>
            <p:cNvPicPr/>
            <p:nvPr/>
          </p:nvPicPr>
          <p:blipFill>
            <a:blip r:embed="rId2" cstate="print"/>
            <a:stretch>
              <a:fillRect/>
            </a:stretch>
          </p:blipFill>
          <p:spPr>
            <a:xfrm>
              <a:off x="0" y="5208778"/>
              <a:ext cx="12188825" cy="1441448"/>
            </a:xfrm>
            <a:prstGeom prst="rect">
              <a:avLst/>
            </a:prstGeom>
          </p:spPr>
        </p:pic>
        <p:pic>
          <p:nvPicPr>
            <p:cNvPr id="4" name="object 4"/>
            <p:cNvPicPr/>
            <p:nvPr/>
          </p:nvPicPr>
          <p:blipFill rotWithShape="1">
            <a:blip r:embed="rId3" cstate="print"/>
            <a:srcRect t="2447" b="4552"/>
            <a:stretch/>
          </p:blipFill>
          <p:spPr>
            <a:xfrm>
              <a:off x="2875618" y="3412951"/>
              <a:ext cx="9017508" cy="2895600"/>
            </a:xfrm>
            <a:prstGeom prst="rect">
              <a:avLst/>
            </a:prstGeom>
          </p:spPr>
        </p:pic>
      </p:grpSp>
      <p:sp>
        <p:nvSpPr>
          <p:cNvPr id="5" name="object 5"/>
          <p:cNvSpPr txBox="1">
            <a:spLocks noGrp="1"/>
          </p:cNvSpPr>
          <p:nvPr>
            <p:ph type="title"/>
          </p:nvPr>
        </p:nvSpPr>
        <p:spPr>
          <a:xfrm>
            <a:off x="1372616" y="824229"/>
            <a:ext cx="5561965" cy="635000"/>
          </a:xfrm>
          <a:prstGeom prst="rect">
            <a:avLst/>
          </a:prstGeom>
        </p:spPr>
        <p:txBody>
          <a:bodyPr vert="horz" wrap="square" lIns="0" tIns="12065" rIns="0" bIns="0" rtlCol="0">
            <a:spAutoFit/>
          </a:bodyPr>
          <a:lstStyle/>
          <a:p>
            <a:pPr marL="12700">
              <a:lnSpc>
                <a:spcPct val="100000"/>
              </a:lnSpc>
              <a:spcBef>
                <a:spcPts val="95"/>
              </a:spcBef>
            </a:pPr>
            <a:r>
              <a:rPr spc="-5" dirty="0"/>
              <a:t>Dotted</a:t>
            </a:r>
            <a:r>
              <a:rPr spc="-30" dirty="0"/>
              <a:t> </a:t>
            </a:r>
            <a:r>
              <a:rPr spc="-5" dirty="0"/>
              <a:t>Decimal</a:t>
            </a:r>
            <a:r>
              <a:rPr spc="-25" dirty="0"/>
              <a:t> </a:t>
            </a:r>
            <a:r>
              <a:rPr spc="-5" dirty="0"/>
              <a:t>Notation</a:t>
            </a:r>
          </a:p>
        </p:txBody>
      </p:sp>
      <p:sp>
        <p:nvSpPr>
          <p:cNvPr id="6" name="object 6"/>
          <p:cNvSpPr txBox="1"/>
          <p:nvPr/>
        </p:nvSpPr>
        <p:spPr>
          <a:xfrm>
            <a:off x="1418336" y="1622935"/>
            <a:ext cx="10496550" cy="1878719"/>
          </a:xfrm>
          <a:prstGeom prst="rect">
            <a:avLst/>
          </a:prstGeom>
        </p:spPr>
        <p:txBody>
          <a:bodyPr vert="horz" wrap="square" lIns="0" tIns="199390" rIns="0" bIns="0" rtlCol="0">
            <a:spAutoFit/>
          </a:bodyPr>
          <a:lstStyle/>
          <a:p>
            <a:pPr marL="241300" indent="-229235">
              <a:lnSpc>
                <a:spcPct val="100000"/>
              </a:lnSpc>
              <a:spcBef>
                <a:spcPts val="1570"/>
              </a:spcBef>
              <a:buSzPct val="80357"/>
              <a:buChar char="•"/>
              <a:tabLst>
                <a:tab pos="241300" algn="l"/>
                <a:tab pos="241935" algn="l"/>
              </a:tabLst>
            </a:pPr>
            <a:r>
              <a:rPr sz="2800" spc="-5" dirty="0">
                <a:solidFill>
                  <a:srgbClr val="002060"/>
                </a:solidFill>
                <a:latin typeface="Times New Roman" panose="02020603050405020304" pitchFamily="18" charset="0"/>
                <a:cs typeface="Times New Roman" panose="02020603050405020304" pitchFamily="18" charset="0"/>
              </a:rPr>
              <a:t>IP</a:t>
            </a:r>
            <a:r>
              <a:rPr sz="2800" spc="-6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addresses</a:t>
            </a:r>
            <a:r>
              <a:rPr sz="2800" spc="10"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are</a:t>
            </a:r>
            <a:r>
              <a:rPr sz="2800" spc="15"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written</a:t>
            </a:r>
            <a:r>
              <a:rPr sz="2800" spc="1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in</a:t>
            </a:r>
            <a:r>
              <a:rPr sz="2800" spc="15"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a</a:t>
            </a:r>
            <a:r>
              <a:rPr sz="2800" spc="10"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so-called</a:t>
            </a:r>
            <a:r>
              <a:rPr sz="2800" spc="20" dirty="0">
                <a:solidFill>
                  <a:srgbClr val="002060"/>
                </a:solidFill>
                <a:latin typeface="Times New Roman" panose="02020603050405020304" pitchFamily="18" charset="0"/>
                <a:cs typeface="Times New Roman" panose="02020603050405020304" pitchFamily="18" charset="0"/>
              </a:rPr>
              <a:t> </a:t>
            </a:r>
            <a:r>
              <a:rPr sz="2800" b="1" i="1" spc="-5" dirty="0">
                <a:solidFill>
                  <a:schemeClr val="accent2">
                    <a:lumMod val="75000"/>
                  </a:schemeClr>
                </a:solidFill>
                <a:latin typeface="Times New Roman" panose="02020603050405020304" pitchFamily="18" charset="0"/>
                <a:cs typeface="Times New Roman" panose="02020603050405020304" pitchFamily="18" charset="0"/>
              </a:rPr>
              <a:t>dotted</a:t>
            </a:r>
            <a:r>
              <a:rPr sz="2800" b="1" i="1" spc="30" dirty="0">
                <a:solidFill>
                  <a:schemeClr val="accent2">
                    <a:lumMod val="75000"/>
                  </a:schemeClr>
                </a:solidFill>
                <a:latin typeface="Times New Roman" panose="02020603050405020304" pitchFamily="18" charset="0"/>
                <a:cs typeface="Times New Roman" panose="02020603050405020304" pitchFamily="18" charset="0"/>
              </a:rPr>
              <a:t> </a:t>
            </a:r>
            <a:r>
              <a:rPr sz="2800" b="1" i="1" spc="-5" dirty="0">
                <a:solidFill>
                  <a:schemeClr val="accent2">
                    <a:lumMod val="75000"/>
                  </a:schemeClr>
                </a:solidFill>
                <a:latin typeface="Times New Roman" panose="02020603050405020304" pitchFamily="18" charset="0"/>
                <a:cs typeface="Times New Roman" panose="02020603050405020304" pitchFamily="18" charset="0"/>
              </a:rPr>
              <a:t>decimal</a:t>
            </a:r>
            <a:r>
              <a:rPr sz="2800" b="1" i="1" spc="15" dirty="0">
                <a:solidFill>
                  <a:schemeClr val="accent2">
                    <a:lumMod val="75000"/>
                  </a:schemeClr>
                </a:solidFill>
                <a:latin typeface="Times New Roman" panose="02020603050405020304" pitchFamily="18" charset="0"/>
                <a:cs typeface="Times New Roman" panose="02020603050405020304" pitchFamily="18" charset="0"/>
              </a:rPr>
              <a:t> </a:t>
            </a:r>
            <a:r>
              <a:rPr sz="2800" b="1" spc="-5" dirty="0">
                <a:solidFill>
                  <a:schemeClr val="accent2">
                    <a:lumMod val="75000"/>
                  </a:schemeClr>
                </a:solidFill>
                <a:latin typeface="Times New Roman" panose="02020603050405020304" pitchFamily="18" charset="0"/>
                <a:cs typeface="Times New Roman" panose="02020603050405020304" pitchFamily="18" charset="0"/>
              </a:rPr>
              <a:t>notation.</a:t>
            </a:r>
            <a:endParaRPr sz="2800" dirty="0">
              <a:solidFill>
                <a:schemeClr val="accent2">
                  <a:lumMod val="75000"/>
                </a:schemeClr>
              </a:solidFill>
              <a:latin typeface="Times New Roman" panose="02020603050405020304" pitchFamily="18" charset="0"/>
              <a:cs typeface="Times New Roman" panose="02020603050405020304" pitchFamily="18" charset="0"/>
            </a:endParaRPr>
          </a:p>
          <a:p>
            <a:pPr marL="241300" indent="-229235">
              <a:lnSpc>
                <a:spcPct val="100000"/>
              </a:lnSpc>
              <a:spcBef>
                <a:spcPts val="1465"/>
              </a:spcBef>
              <a:buSzPct val="80357"/>
              <a:buChar char="•"/>
              <a:tabLst>
                <a:tab pos="241300" algn="l"/>
                <a:tab pos="241935" algn="l"/>
              </a:tabLst>
            </a:pPr>
            <a:r>
              <a:rPr sz="2800" spc="-5" dirty="0">
                <a:solidFill>
                  <a:srgbClr val="002060"/>
                </a:solidFill>
                <a:latin typeface="Times New Roman" panose="02020603050405020304" pitchFamily="18" charset="0"/>
                <a:cs typeface="Times New Roman" panose="02020603050405020304" pitchFamily="18" charset="0"/>
              </a:rPr>
              <a:t>Each</a:t>
            </a:r>
            <a:r>
              <a:rPr sz="2800" spc="1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byte</a:t>
            </a:r>
            <a:r>
              <a:rPr sz="280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is</a:t>
            </a:r>
            <a:r>
              <a:rPr sz="2800" dirty="0">
                <a:solidFill>
                  <a:srgbClr val="002060"/>
                </a:solidFill>
                <a:latin typeface="Times New Roman" panose="02020603050405020304" pitchFamily="18" charset="0"/>
                <a:cs typeface="Times New Roman" panose="02020603050405020304" pitchFamily="18" charset="0"/>
              </a:rPr>
              <a:t> identified</a:t>
            </a:r>
            <a:r>
              <a:rPr sz="2800" spc="30"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by </a:t>
            </a:r>
            <a:r>
              <a:rPr sz="2800" spc="-5" dirty="0">
                <a:solidFill>
                  <a:srgbClr val="002060"/>
                </a:solidFill>
                <a:latin typeface="Times New Roman" panose="02020603050405020304" pitchFamily="18" charset="0"/>
                <a:cs typeface="Times New Roman" panose="02020603050405020304" pitchFamily="18" charset="0"/>
              </a:rPr>
              <a:t>a</a:t>
            </a:r>
            <a:r>
              <a:rPr sz="2800" spc="5"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decimal</a:t>
            </a:r>
            <a:r>
              <a:rPr sz="2800" spc="3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number</a:t>
            </a:r>
            <a:r>
              <a:rPr sz="2800" spc="25"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in</a:t>
            </a:r>
            <a:r>
              <a:rPr sz="2800" spc="15"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the</a:t>
            </a:r>
            <a:r>
              <a:rPr sz="280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range</a:t>
            </a:r>
            <a:r>
              <a:rPr sz="2800" spc="20"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a:t>
            </a:r>
            <a:r>
              <a:rPr sz="2800" dirty="0" smtClean="0">
                <a:solidFill>
                  <a:srgbClr val="002060"/>
                </a:solidFill>
                <a:latin typeface="Times New Roman" panose="02020603050405020304" pitchFamily="18" charset="0"/>
                <a:cs typeface="Times New Roman" panose="02020603050405020304" pitchFamily="18" charset="0"/>
              </a:rPr>
              <a:t>0</a:t>
            </a:r>
            <a:r>
              <a:rPr lang="en-US" sz="2800" dirty="0" smtClean="0">
                <a:solidFill>
                  <a:srgbClr val="002060"/>
                </a:solidFill>
                <a:latin typeface="Times New Roman" panose="02020603050405020304" pitchFamily="18" charset="0"/>
                <a:cs typeface="Times New Roman" panose="02020603050405020304" pitchFamily="18" charset="0"/>
              </a:rPr>
              <a:t>.</a:t>
            </a:r>
            <a:r>
              <a:rPr sz="2800" dirty="0" smtClean="0">
                <a:solidFill>
                  <a:srgbClr val="002060"/>
                </a:solidFill>
                <a:latin typeface="Times New Roman" panose="02020603050405020304" pitchFamily="18" charset="0"/>
                <a:cs typeface="Times New Roman" panose="02020603050405020304" pitchFamily="18" charset="0"/>
              </a:rPr>
              <a:t>..</a:t>
            </a:r>
            <a:r>
              <a:rPr sz="2800" dirty="0">
                <a:solidFill>
                  <a:srgbClr val="002060"/>
                </a:solidFill>
                <a:latin typeface="Times New Roman" panose="02020603050405020304" pitchFamily="18" charset="0"/>
                <a:cs typeface="Times New Roman" panose="02020603050405020304" pitchFamily="18" charset="0"/>
              </a:rPr>
              <a:t>255</a:t>
            </a:r>
            <a:r>
              <a:rPr sz="2800" dirty="0" smtClean="0">
                <a:solidFill>
                  <a:srgbClr val="002060"/>
                </a:solidFill>
                <a:latin typeface="Times New Roman" panose="02020603050405020304" pitchFamily="18" charset="0"/>
                <a:cs typeface="Times New Roman" panose="02020603050405020304" pitchFamily="18" charset="0"/>
              </a:rPr>
              <a:t>]</a:t>
            </a:r>
            <a:endParaRPr sz="2800" dirty="0">
              <a:solidFill>
                <a:srgbClr val="002060"/>
              </a:solidFill>
              <a:latin typeface="Times New Roman" panose="02020603050405020304" pitchFamily="18" charset="0"/>
              <a:cs typeface="Times New Roman" panose="02020603050405020304" pitchFamily="18" charset="0"/>
            </a:endParaRPr>
          </a:p>
          <a:p>
            <a:pPr marL="241300" indent="-229235">
              <a:lnSpc>
                <a:spcPct val="100000"/>
              </a:lnSpc>
              <a:spcBef>
                <a:spcPts val="1465"/>
              </a:spcBef>
              <a:buSzPct val="80357"/>
              <a:buFont typeface="Arial MT"/>
              <a:buChar char="•"/>
              <a:tabLst>
                <a:tab pos="241300" algn="l"/>
                <a:tab pos="241935" algn="l"/>
              </a:tabLst>
            </a:pPr>
            <a:r>
              <a:rPr sz="2800" b="1" spc="-5" dirty="0">
                <a:solidFill>
                  <a:srgbClr val="FF0000"/>
                </a:solidFill>
                <a:latin typeface="Times New Roman" panose="02020603050405020304" pitchFamily="18" charset="0"/>
                <a:cs typeface="Times New Roman" panose="02020603050405020304" pitchFamily="18" charset="0"/>
              </a:rPr>
              <a:t>Example</a:t>
            </a:r>
            <a:r>
              <a:rPr sz="2800" b="1" spc="-5" dirty="0" smtClean="0">
                <a:solidFill>
                  <a:srgbClr val="FF0000"/>
                </a:solidFill>
                <a:latin typeface="Times New Roman" panose="02020603050405020304" pitchFamily="18" charset="0"/>
                <a:cs typeface="Times New Roman" panose="02020603050405020304" pitchFamily="18" charset="0"/>
              </a:rPr>
              <a:t>:</a:t>
            </a:r>
            <a:r>
              <a:rPr lang="en-US" sz="2800" b="1" spc="-5" dirty="0" smtClean="0">
                <a:solidFill>
                  <a:srgbClr val="FF0000"/>
                </a:solidFill>
                <a:latin typeface="Times New Roman" panose="02020603050405020304" pitchFamily="18" charset="0"/>
                <a:cs typeface="Times New Roman" panose="02020603050405020304" pitchFamily="18" charset="0"/>
              </a:rPr>
              <a:t> IPV4</a:t>
            </a:r>
            <a:endParaRP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2362200" y="3581400"/>
            <a:ext cx="7467473" cy="2793029"/>
          </a:xfrm>
          <a:prstGeom prst="rect">
            <a:avLst/>
          </a:prstGeom>
        </p:spPr>
      </p:pic>
      <p:sp>
        <p:nvSpPr>
          <p:cNvPr id="7" name="TextBox 6"/>
          <p:cNvSpPr txBox="1"/>
          <p:nvPr/>
        </p:nvSpPr>
        <p:spPr>
          <a:xfrm>
            <a:off x="1752600" y="381000"/>
            <a:ext cx="6248400" cy="646331"/>
          </a:xfrm>
          <a:prstGeom prst="rect">
            <a:avLst/>
          </a:prstGeom>
          <a:noFill/>
        </p:spPr>
        <p:txBody>
          <a:bodyPr wrap="square" rtlCol="0">
            <a:spAutoFit/>
          </a:bodyPr>
          <a:lstStyle/>
          <a:p>
            <a:r>
              <a:rPr lang="en-IN" dirty="0"/>
              <a:t> </a:t>
            </a:r>
            <a:r>
              <a:rPr lang="en-IN" sz="3600" dirty="0">
                <a:solidFill>
                  <a:srgbClr val="C00000"/>
                </a:solidFill>
                <a:latin typeface="Times New Roman" panose="02020603050405020304" pitchFamily="18" charset="0"/>
                <a:cs typeface="Times New Roman" panose="02020603050405020304" pitchFamily="18" charset="0"/>
              </a:rPr>
              <a:t>H</a:t>
            </a:r>
            <a:r>
              <a:rPr lang="en-IN" sz="3600" dirty="0" smtClean="0">
                <a:solidFill>
                  <a:srgbClr val="C00000"/>
                </a:solidFill>
                <a:latin typeface="Times New Roman" panose="02020603050405020304" pitchFamily="18" charset="0"/>
                <a:cs typeface="Times New Roman" panose="02020603050405020304" pitchFamily="18" charset="0"/>
              </a:rPr>
              <a:t>exadecimal Notation</a:t>
            </a:r>
            <a:endParaRPr lang="en-IN" sz="3600" dirty="0">
              <a:solidFill>
                <a:srgbClr val="C00000"/>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1828800" y="1153710"/>
            <a:ext cx="9448800" cy="2580089"/>
          </a:xfrm>
          <a:prstGeom prst="rect">
            <a:avLst/>
          </a:prstGeom>
          <a:noFill/>
        </p:spPr>
        <p:txBody>
          <a:bodyPr wrap="square" rtlCol="0">
            <a:spAutoFit/>
          </a:bodyPr>
          <a:lstStyle/>
          <a:p>
            <a:pPr>
              <a:lnSpc>
                <a:spcPct val="150000"/>
              </a:lnSpc>
            </a:pPr>
            <a:r>
              <a:rPr lang="en-US" sz="2600" dirty="0">
                <a:solidFill>
                  <a:srgbClr val="002060"/>
                </a:solidFill>
                <a:latin typeface="Times New Roman" panose="02020603050405020304" pitchFamily="18" charset="0"/>
                <a:cs typeface="Times New Roman" panose="02020603050405020304" pitchFamily="18" charset="0"/>
              </a:rPr>
              <a:t>In computing, a </a:t>
            </a:r>
            <a:r>
              <a:rPr lang="en-US" sz="2600" dirty="0" err="1">
                <a:solidFill>
                  <a:srgbClr val="002060"/>
                </a:solidFill>
                <a:latin typeface="Times New Roman" panose="02020603050405020304" pitchFamily="18" charset="0"/>
                <a:cs typeface="Times New Roman" panose="02020603050405020304" pitchFamily="18" charset="0"/>
              </a:rPr>
              <a:t>hextet</a:t>
            </a:r>
            <a:r>
              <a:rPr lang="en-US" sz="2600" dirty="0">
                <a:solidFill>
                  <a:srgbClr val="002060"/>
                </a:solidFill>
                <a:latin typeface="Times New Roman" panose="02020603050405020304" pitchFamily="18" charset="0"/>
                <a:cs typeface="Times New Roman" panose="02020603050405020304" pitchFamily="18" charset="0"/>
              </a:rPr>
              <a:t>, or a chomp, is </a:t>
            </a:r>
            <a:r>
              <a:rPr lang="en-US" sz="2600" b="1" dirty="0">
                <a:solidFill>
                  <a:srgbClr val="002060"/>
                </a:solidFill>
                <a:latin typeface="Times New Roman" panose="02020603050405020304" pitchFamily="18" charset="0"/>
                <a:cs typeface="Times New Roman" panose="02020603050405020304" pitchFamily="18" charset="0"/>
              </a:rPr>
              <a:t>a sixteen-bit aggregation, or four nibbles</a:t>
            </a:r>
            <a:r>
              <a:rPr lang="en-US" sz="2600" dirty="0">
                <a:solidFill>
                  <a:srgbClr val="002060"/>
                </a:solidFill>
                <a:latin typeface="Times New Roman" panose="02020603050405020304" pitchFamily="18" charset="0"/>
                <a:cs typeface="Times New Roman" panose="02020603050405020304" pitchFamily="18" charset="0"/>
              </a:rPr>
              <a:t>. As a nibble typically is notated in </a:t>
            </a:r>
            <a:r>
              <a:rPr lang="en-US" sz="2600" dirty="0">
                <a:solidFill>
                  <a:schemeClr val="accent2">
                    <a:lumMod val="75000"/>
                  </a:schemeClr>
                </a:solidFill>
                <a:latin typeface="Times New Roman" panose="02020603050405020304" pitchFamily="18" charset="0"/>
                <a:cs typeface="Times New Roman" panose="02020603050405020304" pitchFamily="18" charset="0"/>
              </a:rPr>
              <a:t>hexadecimal </a:t>
            </a:r>
            <a:r>
              <a:rPr lang="en-US" sz="2600" dirty="0" smtClean="0">
                <a:solidFill>
                  <a:schemeClr val="accent2">
                    <a:lumMod val="75000"/>
                  </a:schemeClr>
                </a:solidFill>
                <a:latin typeface="Times New Roman" panose="02020603050405020304" pitchFamily="18" charset="0"/>
                <a:cs typeface="Times New Roman" panose="02020603050405020304" pitchFamily="18" charset="0"/>
              </a:rPr>
              <a:t>notation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a:solidFill>
                  <a:srgbClr val="002060"/>
                </a:solidFill>
                <a:latin typeface="Times New Roman" panose="02020603050405020304" pitchFamily="18" charset="0"/>
                <a:cs typeface="Times New Roman" panose="02020603050405020304" pitchFamily="18" charset="0"/>
              </a:rPr>
              <a:t>a </a:t>
            </a:r>
            <a:r>
              <a:rPr lang="en-US" sz="2600" dirty="0" err="1">
                <a:solidFill>
                  <a:srgbClr val="002060"/>
                </a:solidFill>
                <a:latin typeface="Times New Roman" panose="02020603050405020304" pitchFamily="18" charset="0"/>
                <a:cs typeface="Times New Roman" panose="02020603050405020304" pitchFamily="18" charset="0"/>
              </a:rPr>
              <a:t>hextet</a:t>
            </a:r>
            <a:r>
              <a:rPr lang="en-US" sz="2600" dirty="0">
                <a:solidFill>
                  <a:srgbClr val="002060"/>
                </a:solidFill>
                <a:latin typeface="Times New Roman" panose="02020603050405020304" pitchFamily="18" charset="0"/>
                <a:cs typeface="Times New Roman" panose="02020603050405020304" pitchFamily="18" charset="0"/>
              </a:rPr>
              <a:t> consists of 4 hexadecimal digits. A </a:t>
            </a:r>
            <a:r>
              <a:rPr lang="en-US" sz="2600" dirty="0" err="1">
                <a:solidFill>
                  <a:schemeClr val="accent2">
                    <a:lumMod val="75000"/>
                  </a:schemeClr>
                </a:solidFill>
                <a:latin typeface="Times New Roman" panose="02020603050405020304" pitchFamily="18" charset="0"/>
                <a:cs typeface="Times New Roman" panose="02020603050405020304" pitchFamily="18" charset="0"/>
              </a:rPr>
              <a:t>hextet</a:t>
            </a:r>
            <a:r>
              <a:rPr lang="en-US" sz="2600" dirty="0">
                <a:solidFill>
                  <a:srgbClr val="002060"/>
                </a:solidFill>
                <a:latin typeface="Times New Roman" panose="02020603050405020304" pitchFamily="18" charset="0"/>
                <a:cs typeface="Times New Roman" panose="02020603050405020304" pitchFamily="18" charset="0"/>
              </a:rPr>
              <a:t> is the unofficial name for each of the 8 blocks in an </a:t>
            </a:r>
            <a:r>
              <a:rPr lang="en-US" sz="2600" dirty="0">
                <a:solidFill>
                  <a:schemeClr val="accent2">
                    <a:lumMod val="75000"/>
                  </a:schemeClr>
                </a:solidFill>
                <a:latin typeface="Times New Roman" panose="02020603050405020304" pitchFamily="18" charset="0"/>
                <a:cs typeface="Times New Roman" panose="02020603050405020304" pitchFamily="18" charset="0"/>
              </a:rPr>
              <a:t>IPv6 address</a:t>
            </a:r>
            <a:r>
              <a:rPr lang="en-US" sz="2600" dirty="0">
                <a:solidFill>
                  <a:srgbClr val="002060"/>
                </a:solidFill>
                <a:latin typeface="Times New Roman" panose="02020603050405020304" pitchFamily="18" charset="0"/>
                <a:cs typeface="Times New Roman" panose="02020603050405020304" pitchFamily="18" charset="0"/>
              </a:rPr>
              <a:t>.</a:t>
            </a:r>
            <a:endParaRPr lang="en-IN" sz="2600"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419100"/>
            <a:ext cx="12188825" cy="6231255"/>
            <a:chOff x="0" y="419100"/>
            <a:chExt cx="12188825" cy="6231255"/>
          </a:xfrm>
        </p:grpSpPr>
        <p:pic>
          <p:nvPicPr>
            <p:cNvPr id="3" name="object 3"/>
            <p:cNvPicPr/>
            <p:nvPr/>
          </p:nvPicPr>
          <p:blipFill>
            <a:blip r:embed="rId2" cstate="print"/>
            <a:stretch>
              <a:fillRect/>
            </a:stretch>
          </p:blipFill>
          <p:spPr>
            <a:xfrm>
              <a:off x="0" y="5208778"/>
              <a:ext cx="12188825" cy="1441448"/>
            </a:xfrm>
            <a:prstGeom prst="rect">
              <a:avLst/>
            </a:prstGeom>
          </p:spPr>
        </p:pic>
        <p:pic>
          <p:nvPicPr>
            <p:cNvPr id="4" name="object 4"/>
            <p:cNvPicPr/>
            <p:nvPr/>
          </p:nvPicPr>
          <p:blipFill>
            <a:blip r:embed="rId3" cstate="print"/>
            <a:stretch>
              <a:fillRect/>
            </a:stretch>
          </p:blipFill>
          <p:spPr>
            <a:xfrm>
              <a:off x="1687068" y="419100"/>
              <a:ext cx="8817864" cy="5791200"/>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75" y="1646123"/>
            <a:ext cx="12188825" cy="4671060"/>
          </a:xfrm>
          <a:prstGeom prst="rect">
            <a:avLst/>
          </a:prstGeom>
        </p:spPr>
      </p:pic>
      <p:sp>
        <p:nvSpPr>
          <p:cNvPr id="3" name="object 3"/>
          <p:cNvSpPr txBox="1">
            <a:spLocks noGrp="1"/>
          </p:cNvSpPr>
          <p:nvPr>
            <p:ph type="title"/>
          </p:nvPr>
        </p:nvSpPr>
        <p:spPr>
          <a:xfrm>
            <a:off x="795629" y="648461"/>
            <a:ext cx="3896995" cy="635000"/>
          </a:xfrm>
          <a:prstGeom prst="rect">
            <a:avLst/>
          </a:prstGeom>
        </p:spPr>
        <p:txBody>
          <a:bodyPr vert="horz" wrap="square" lIns="0" tIns="12065" rIns="0" bIns="0" rtlCol="0">
            <a:spAutoFit/>
          </a:bodyPr>
          <a:lstStyle/>
          <a:p>
            <a:pPr marL="12700">
              <a:lnSpc>
                <a:spcPct val="100000"/>
              </a:lnSpc>
              <a:spcBef>
                <a:spcPts val="95"/>
              </a:spcBef>
            </a:pPr>
            <a:r>
              <a:rPr spc="-5" dirty="0"/>
              <a:t>IP</a:t>
            </a:r>
            <a:r>
              <a:rPr spc="-30" dirty="0"/>
              <a:t> </a:t>
            </a:r>
            <a:r>
              <a:rPr spc="-5" dirty="0"/>
              <a:t>address</a:t>
            </a:r>
            <a:r>
              <a:rPr spc="-10" dirty="0"/>
              <a:t> </a:t>
            </a:r>
            <a:r>
              <a:rPr spc="-5" dirty="0"/>
              <a:t>classes</a:t>
            </a:r>
          </a:p>
        </p:txBody>
      </p:sp>
      <p:graphicFrame>
        <p:nvGraphicFramePr>
          <p:cNvPr id="4" name="object 4"/>
          <p:cNvGraphicFramePr>
            <a:graphicFrameLocks noGrp="1"/>
          </p:cNvGraphicFramePr>
          <p:nvPr>
            <p:extLst>
              <p:ext uri="{D42A27DB-BD31-4B8C-83A1-F6EECF244321}">
                <p14:modId xmlns:p14="http://schemas.microsoft.com/office/powerpoint/2010/main" val="1602008460"/>
              </p:ext>
            </p:extLst>
          </p:nvPr>
        </p:nvGraphicFramePr>
        <p:xfrm>
          <a:off x="4312882" y="1715786"/>
          <a:ext cx="7726719" cy="4671501"/>
        </p:xfrm>
        <a:graphic>
          <a:graphicData uri="http://schemas.openxmlformats.org/drawingml/2006/table">
            <a:tbl>
              <a:tblPr firstRow="1" bandRow="1">
                <a:tableStyleId>{2D5ABB26-0587-4C30-8999-92F81FD0307C}</a:tableStyleId>
              </a:tblPr>
              <a:tblGrid>
                <a:gridCol w="1066334">
                  <a:extLst>
                    <a:ext uri="{9D8B030D-6E8A-4147-A177-3AD203B41FA5}">
                      <a16:colId xmlns:a16="http://schemas.microsoft.com/office/drawing/2014/main" val="20000"/>
                    </a:ext>
                  </a:extLst>
                </a:gridCol>
                <a:gridCol w="2240784">
                  <a:extLst>
                    <a:ext uri="{9D8B030D-6E8A-4147-A177-3AD203B41FA5}">
                      <a16:colId xmlns:a16="http://schemas.microsoft.com/office/drawing/2014/main" val="20001"/>
                    </a:ext>
                  </a:extLst>
                </a:gridCol>
                <a:gridCol w="4419601">
                  <a:extLst>
                    <a:ext uri="{9D8B030D-6E8A-4147-A177-3AD203B41FA5}">
                      <a16:colId xmlns:a16="http://schemas.microsoft.com/office/drawing/2014/main" val="20002"/>
                    </a:ext>
                  </a:extLst>
                </a:gridCol>
              </a:tblGrid>
              <a:tr h="609091">
                <a:tc>
                  <a:txBody>
                    <a:bodyPr/>
                    <a:lstStyle/>
                    <a:p>
                      <a:pPr marL="1905" algn="ctr">
                        <a:lnSpc>
                          <a:spcPct val="100000"/>
                        </a:lnSpc>
                        <a:spcBef>
                          <a:spcPts val="1270"/>
                        </a:spcBef>
                      </a:pPr>
                      <a:r>
                        <a:rPr sz="1800" b="1" u="heavy" spc="-5" dirty="0">
                          <a:uFill>
                            <a:solidFill>
                              <a:srgbClr val="000000"/>
                            </a:solidFill>
                          </a:uFill>
                          <a:latin typeface="Arial"/>
                          <a:cs typeface="Arial"/>
                        </a:rPr>
                        <a:t>Class</a:t>
                      </a:r>
                      <a:endParaRPr sz="1800">
                        <a:latin typeface="Arial"/>
                        <a:cs typeface="Arial"/>
                      </a:endParaRPr>
                    </a:p>
                  </a:txBody>
                  <a:tcPr marL="0" marR="0" marT="161290" marB="0">
                    <a:lnL w="6350">
                      <a:solidFill>
                        <a:srgbClr val="5A94A3"/>
                      </a:solidFill>
                      <a:prstDash val="solid"/>
                    </a:lnL>
                    <a:lnR w="6350">
                      <a:solidFill>
                        <a:srgbClr val="5A94A3"/>
                      </a:solidFill>
                      <a:prstDash val="solid"/>
                    </a:lnR>
                    <a:lnT w="6350">
                      <a:solidFill>
                        <a:srgbClr val="5A94A3"/>
                      </a:solidFill>
                      <a:prstDash val="solid"/>
                    </a:lnT>
                    <a:lnB w="6350">
                      <a:solidFill>
                        <a:srgbClr val="5A94A3"/>
                      </a:solidFill>
                      <a:prstDash val="solid"/>
                    </a:lnB>
                  </a:tcPr>
                </a:tc>
                <a:tc>
                  <a:txBody>
                    <a:bodyPr/>
                    <a:lstStyle/>
                    <a:p>
                      <a:pPr marL="298450">
                        <a:lnSpc>
                          <a:spcPct val="100000"/>
                        </a:lnSpc>
                        <a:spcBef>
                          <a:spcPts val="1270"/>
                        </a:spcBef>
                      </a:pPr>
                      <a:r>
                        <a:rPr sz="1800" b="1" u="heavy" spc="-10" dirty="0">
                          <a:uFill>
                            <a:solidFill>
                              <a:srgbClr val="000000"/>
                            </a:solidFill>
                          </a:uFill>
                          <a:latin typeface="Arial"/>
                          <a:cs typeface="Arial"/>
                        </a:rPr>
                        <a:t>Address</a:t>
                      </a:r>
                      <a:r>
                        <a:rPr sz="1800" b="1" u="heavy" spc="15" dirty="0">
                          <a:uFill>
                            <a:solidFill>
                              <a:srgbClr val="000000"/>
                            </a:solidFill>
                          </a:uFill>
                          <a:latin typeface="Arial"/>
                          <a:cs typeface="Arial"/>
                        </a:rPr>
                        <a:t> </a:t>
                      </a:r>
                      <a:r>
                        <a:rPr sz="1800" b="1" u="heavy" spc="-5" dirty="0">
                          <a:uFill>
                            <a:solidFill>
                              <a:srgbClr val="000000"/>
                            </a:solidFill>
                          </a:uFill>
                          <a:latin typeface="Arial"/>
                          <a:cs typeface="Arial"/>
                        </a:rPr>
                        <a:t>range</a:t>
                      </a:r>
                      <a:endParaRPr sz="1800" dirty="0">
                        <a:latin typeface="Arial"/>
                        <a:cs typeface="Arial"/>
                      </a:endParaRPr>
                    </a:p>
                  </a:txBody>
                  <a:tcPr marL="0" marR="0" marT="161290" marB="0">
                    <a:lnL w="6350">
                      <a:solidFill>
                        <a:srgbClr val="5A94A3"/>
                      </a:solidFill>
                      <a:prstDash val="solid"/>
                    </a:lnL>
                    <a:lnR w="6350">
                      <a:solidFill>
                        <a:srgbClr val="5A94A3"/>
                      </a:solidFill>
                      <a:prstDash val="solid"/>
                    </a:lnR>
                    <a:lnT w="6350">
                      <a:solidFill>
                        <a:srgbClr val="5A94A3"/>
                      </a:solidFill>
                      <a:prstDash val="solid"/>
                    </a:lnT>
                    <a:lnB w="6350">
                      <a:solidFill>
                        <a:srgbClr val="5A94A3"/>
                      </a:solidFill>
                      <a:prstDash val="solid"/>
                    </a:lnB>
                  </a:tcPr>
                </a:tc>
                <a:tc>
                  <a:txBody>
                    <a:bodyPr/>
                    <a:lstStyle/>
                    <a:p>
                      <a:pPr marL="635" algn="ctr">
                        <a:lnSpc>
                          <a:spcPct val="100000"/>
                        </a:lnSpc>
                        <a:spcBef>
                          <a:spcPts val="1270"/>
                        </a:spcBef>
                      </a:pPr>
                      <a:r>
                        <a:rPr sz="1800" b="1" u="heavy" dirty="0">
                          <a:uFill>
                            <a:solidFill>
                              <a:srgbClr val="000000"/>
                            </a:solidFill>
                          </a:uFill>
                          <a:latin typeface="Arial"/>
                          <a:cs typeface="Arial"/>
                        </a:rPr>
                        <a:t>Supports</a:t>
                      </a:r>
                      <a:endParaRPr sz="1800">
                        <a:latin typeface="Arial"/>
                        <a:cs typeface="Arial"/>
                      </a:endParaRPr>
                    </a:p>
                  </a:txBody>
                  <a:tcPr marL="0" marR="0" marT="161290" marB="0">
                    <a:lnL w="6350">
                      <a:solidFill>
                        <a:srgbClr val="5A94A3"/>
                      </a:solidFill>
                      <a:prstDash val="solid"/>
                    </a:lnL>
                    <a:lnR w="6350">
                      <a:solidFill>
                        <a:srgbClr val="5A94A3"/>
                      </a:solidFill>
                      <a:prstDash val="solid"/>
                    </a:lnR>
                    <a:lnT w="6350">
                      <a:solidFill>
                        <a:srgbClr val="5A94A3"/>
                      </a:solidFill>
                      <a:prstDash val="solid"/>
                    </a:lnT>
                    <a:lnB w="6350">
                      <a:solidFill>
                        <a:srgbClr val="5A94A3"/>
                      </a:solidFill>
                      <a:prstDash val="solid"/>
                    </a:lnB>
                  </a:tcPr>
                </a:tc>
                <a:extLst>
                  <a:ext uri="{0D108BD9-81ED-4DB2-BD59-A6C34878D82A}">
                    <a16:rowId xmlns:a16="http://schemas.microsoft.com/office/drawing/2014/main" val="10000"/>
                  </a:ext>
                </a:extLst>
              </a:tr>
              <a:tr h="640080">
                <a:tc>
                  <a:txBody>
                    <a:bodyPr/>
                    <a:lstStyle/>
                    <a:p>
                      <a:pPr marL="6350" algn="ctr">
                        <a:lnSpc>
                          <a:spcPct val="100000"/>
                        </a:lnSpc>
                        <a:spcBef>
                          <a:spcPts val="1395"/>
                        </a:spcBef>
                      </a:pPr>
                      <a:r>
                        <a:rPr sz="1800" b="1" spc="-5" dirty="0">
                          <a:latin typeface="Arial"/>
                          <a:cs typeface="Arial"/>
                        </a:rPr>
                        <a:t>Class</a:t>
                      </a:r>
                      <a:r>
                        <a:rPr sz="1800" b="1" spc="-100" dirty="0">
                          <a:latin typeface="Arial"/>
                          <a:cs typeface="Arial"/>
                        </a:rPr>
                        <a:t> </a:t>
                      </a:r>
                      <a:r>
                        <a:rPr sz="1800" b="1" spc="-5" dirty="0">
                          <a:latin typeface="Arial"/>
                          <a:cs typeface="Arial"/>
                        </a:rPr>
                        <a:t>A</a:t>
                      </a:r>
                      <a:endParaRPr sz="1800">
                        <a:latin typeface="Arial"/>
                        <a:cs typeface="Arial"/>
                      </a:endParaRPr>
                    </a:p>
                  </a:txBody>
                  <a:tcPr marL="0" marR="0" marT="177165" marB="0">
                    <a:lnL w="6350">
                      <a:solidFill>
                        <a:srgbClr val="5A94A3"/>
                      </a:solidFill>
                      <a:prstDash val="solid"/>
                    </a:lnL>
                    <a:lnR w="6350">
                      <a:solidFill>
                        <a:srgbClr val="5A94A3"/>
                      </a:solidFill>
                      <a:prstDash val="solid"/>
                    </a:lnR>
                    <a:lnT w="6350">
                      <a:solidFill>
                        <a:srgbClr val="5A94A3"/>
                      </a:solidFill>
                      <a:prstDash val="solid"/>
                    </a:lnT>
                    <a:lnB w="6350">
                      <a:solidFill>
                        <a:srgbClr val="5A94A3"/>
                      </a:solidFill>
                      <a:prstDash val="solid"/>
                    </a:lnB>
                  </a:tcPr>
                </a:tc>
                <a:tc>
                  <a:txBody>
                    <a:bodyPr/>
                    <a:lstStyle/>
                    <a:p>
                      <a:pPr marL="1270" algn="ctr">
                        <a:lnSpc>
                          <a:spcPct val="100000"/>
                        </a:lnSpc>
                        <a:spcBef>
                          <a:spcPts val="315"/>
                        </a:spcBef>
                      </a:pPr>
                      <a:r>
                        <a:rPr sz="1800" spc="-5" dirty="0">
                          <a:latin typeface="Arial MT"/>
                          <a:cs typeface="Arial MT"/>
                        </a:rPr>
                        <a:t>1.0.0.1</a:t>
                      </a:r>
                      <a:r>
                        <a:rPr sz="1800" spc="-35" dirty="0">
                          <a:latin typeface="Arial MT"/>
                          <a:cs typeface="Arial MT"/>
                        </a:rPr>
                        <a:t> </a:t>
                      </a:r>
                      <a:r>
                        <a:rPr sz="1800" dirty="0">
                          <a:latin typeface="Arial MT"/>
                          <a:cs typeface="Arial MT"/>
                        </a:rPr>
                        <a:t>to</a:t>
                      </a:r>
                      <a:endParaRPr sz="1800">
                        <a:latin typeface="Arial MT"/>
                        <a:cs typeface="Arial MT"/>
                      </a:endParaRPr>
                    </a:p>
                    <a:p>
                      <a:pPr marL="1270" algn="ctr">
                        <a:lnSpc>
                          <a:spcPct val="100000"/>
                        </a:lnSpc>
                      </a:pPr>
                      <a:r>
                        <a:rPr sz="1800" spc="-5" dirty="0">
                          <a:latin typeface="Arial MT"/>
                          <a:cs typeface="Arial MT"/>
                        </a:rPr>
                        <a:t>126.255.255.254</a:t>
                      </a:r>
                      <a:endParaRPr sz="1800">
                        <a:latin typeface="Arial MT"/>
                        <a:cs typeface="Arial MT"/>
                      </a:endParaRPr>
                    </a:p>
                  </a:txBody>
                  <a:tcPr marL="0" marR="0" marT="40005" marB="0">
                    <a:lnL w="6350">
                      <a:solidFill>
                        <a:srgbClr val="5A94A3"/>
                      </a:solidFill>
                      <a:prstDash val="solid"/>
                    </a:lnL>
                    <a:lnR w="6350">
                      <a:solidFill>
                        <a:srgbClr val="5A94A3"/>
                      </a:solidFill>
                      <a:prstDash val="solid"/>
                    </a:lnR>
                    <a:lnT w="6350">
                      <a:solidFill>
                        <a:srgbClr val="5A94A3"/>
                      </a:solidFill>
                      <a:prstDash val="solid"/>
                    </a:lnT>
                    <a:lnB w="6350">
                      <a:solidFill>
                        <a:srgbClr val="5A94A3"/>
                      </a:solidFill>
                      <a:prstDash val="solid"/>
                    </a:lnB>
                  </a:tcPr>
                </a:tc>
                <a:tc>
                  <a:txBody>
                    <a:bodyPr/>
                    <a:lstStyle/>
                    <a:p>
                      <a:pPr algn="ctr">
                        <a:lnSpc>
                          <a:spcPct val="100000"/>
                        </a:lnSpc>
                        <a:spcBef>
                          <a:spcPts val="315"/>
                        </a:spcBef>
                      </a:pPr>
                      <a:r>
                        <a:rPr sz="1800" spc="-5" dirty="0">
                          <a:latin typeface="Arial MT"/>
                          <a:cs typeface="Arial MT"/>
                        </a:rPr>
                        <a:t>Supports</a:t>
                      </a:r>
                      <a:r>
                        <a:rPr sz="1800" spc="5" dirty="0">
                          <a:latin typeface="Arial MT"/>
                          <a:cs typeface="Arial MT"/>
                        </a:rPr>
                        <a:t> </a:t>
                      </a:r>
                      <a:r>
                        <a:rPr sz="1800" spc="-5" dirty="0">
                          <a:latin typeface="Arial MT"/>
                          <a:cs typeface="Arial MT"/>
                        </a:rPr>
                        <a:t>16</a:t>
                      </a:r>
                      <a:r>
                        <a:rPr sz="1800" spc="-10" dirty="0">
                          <a:latin typeface="Arial MT"/>
                          <a:cs typeface="Arial MT"/>
                        </a:rPr>
                        <a:t> </a:t>
                      </a:r>
                      <a:r>
                        <a:rPr sz="1800" spc="-5" dirty="0">
                          <a:latin typeface="Arial MT"/>
                          <a:cs typeface="Arial MT"/>
                        </a:rPr>
                        <a:t>million</a:t>
                      </a:r>
                      <a:r>
                        <a:rPr sz="1800" spc="15" dirty="0">
                          <a:latin typeface="Arial MT"/>
                          <a:cs typeface="Arial MT"/>
                        </a:rPr>
                        <a:t> </a:t>
                      </a:r>
                      <a:r>
                        <a:rPr sz="1800" spc="-5" dirty="0">
                          <a:latin typeface="Arial MT"/>
                          <a:cs typeface="Arial MT"/>
                        </a:rPr>
                        <a:t>hosts</a:t>
                      </a:r>
                      <a:r>
                        <a:rPr sz="1800" dirty="0">
                          <a:latin typeface="Arial MT"/>
                          <a:cs typeface="Arial MT"/>
                        </a:rPr>
                        <a:t> </a:t>
                      </a:r>
                      <a:r>
                        <a:rPr sz="1800" spc="-5" dirty="0">
                          <a:latin typeface="Arial MT"/>
                          <a:cs typeface="Arial MT"/>
                        </a:rPr>
                        <a:t>on</a:t>
                      </a:r>
                      <a:r>
                        <a:rPr sz="1800" spc="-10" dirty="0">
                          <a:latin typeface="Arial MT"/>
                          <a:cs typeface="Arial MT"/>
                        </a:rPr>
                        <a:t> </a:t>
                      </a:r>
                      <a:r>
                        <a:rPr sz="1800" spc="-5" dirty="0">
                          <a:latin typeface="Arial MT"/>
                          <a:cs typeface="Arial MT"/>
                        </a:rPr>
                        <a:t>each</a:t>
                      </a:r>
                      <a:r>
                        <a:rPr sz="1800" spc="5" dirty="0">
                          <a:latin typeface="Arial MT"/>
                          <a:cs typeface="Arial MT"/>
                        </a:rPr>
                        <a:t> </a:t>
                      </a:r>
                      <a:r>
                        <a:rPr sz="1800" dirty="0">
                          <a:latin typeface="Arial MT"/>
                          <a:cs typeface="Arial MT"/>
                        </a:rPr>
                        <a:t>of</a:t>
                      </a:r>
                      <a:r>
                        <a:rPr sz="1800" spc="-15" dirty="0">
                          <a:latin typeface="Arial MT"/>
                          <a:cs typeface="Arial MT"/>
                        </a:rPr>
                        <a:t> </a:t>
                      </a:r>
                      <a:r>
                        <a:rPr sz="1800" spc="-5" dirty="0">
                          <a:latin typeface="Arial MT"/>
                          <a:cs typeface="Arial MT"/>
                        </a:rPr>
                        <a:t>127</a:t>
                      </a:r>
                      <a:endParaRPr sz="1800" dirty="0">
                        <a:latin typeface="Arial MT"/>
                        <a:cs typeface="Arial MT"/>
                      </a:endParaRPr>
                    </a:p>
                    <a:p>
                      <a:pPr algn="ctr">
                        <a:lnSpc>
                          <a:spcPct val="100000"/>
                        </a:lnSpc>
                      </a:pPr>
                      <a:r>
                        <a:rPr sz="1800" spc="-5" dirty="0">
                          <a:latin typeface="Arial MT"/>
                          <a:cs typeface="Arial MT"/>
                        </a:rPr>
                        <a:t>networks.[Large</a:t>
                      </a:r>
                      <a:r>
                        <a:rPr sz="1800" spc="10" dirty="0">
                          <a:latin typeface="Arial MT"/>
                          <a:cs typeface="Arial MT"/>
                        </a:rPr>
                        <a:t> </a:t>
                      </a:r>
                      <a:r>
                        <a:rPr sz="1800" spc="-5" dirty="0">
                          <a:latin typeface="Arial MT"/>
                          <a:cs typeface="Arial MT"/>
                        </a:rPr>
                        <a:t>size</a:t>
                      </a:r>
                      <a:r>
                        <a:rPr sz="1800" spc="-15" dirty="0">
                          <a:latin typeface="Arial MT"/>
                          <a:cs typeface="Arial MT"/>
                        </a:rPr>
                        <a:t> </a:t>
                      </a:r>
                      <a:r>
                        <a:rPr sz="1800" spc="-5" dirty="0" smtClean="0">
                          <a:latin typeface="Arial MT"/>
                          <a:cs typeface="Arial MT"/>
                        </a:rPr>
                        <a:t>org</a:t>
                      </a:r>
                      <a:r>
                        <a:rPr lang="en-US" sz="1800" spc="-5" dirty="0" smtClean="0">
                          <a:latin typeface="Arial MT"/>
                          <a:cs typeface="Arial MT"/>
                        </a:rPr>
                        <a:t>anizatio</a:t>
                      </a:r>
                      <a:r>
                        <a:rPr sz="1800" spc="-5" dirty="0" smtClean="0">
                          <a:latin typeface="Arial MT"/>
                          <a:cs typeface="Arial MT"/>
                        </a:rPr>
                        <a:t>n</a:t>
                      </a:r>
                      <a:r>
                        <a:rPr sz="1800" spc="-5" dirty="0">
                          <a:latin typeface="Arial MT"/>
                          <a:cs typeface="Arial MT"/>
                        </a:rPr>
                        <a:t>]</a:t>
                      </a:r>
                      <a:endParaRPr sz="1800" dirty="0">
                        <a:latin typeface="Arial MT"/>
                        <a:cs typeface="Arial MT"/>
                      </a:endParaRPr>
                    </a:p>
                  </a:txBody>
                  <a:tcPr marL="0" marR="0" marT="40005" marB="0">
                    <a:lnL w="6350">
                      <a:solidFill>
                        <a:srgbClr val="5A94A3"/>
                      </a:solidFill>
                      <a:prstDash val="solid"/>
                    </a:lnL>
                    <a:lnR w="6350">
                      <a:solidFill>
                        <a:srgbClr val="5A94A3"/>
                      </a:solidFill>
                      <a:prstDash val="solid"/>
                    </a:lnR>
                    <a:lnT w="6350">
                      <a:solidFill>
                        <a:srgbClr val="5A94A3"/>
                      </a:solidFill>
                      <a:prstDash val="solid"/>
                    </a:lnT>
                    <a:lnB w="6350">
                      <a:solidFill>
                        <a:srgbClr val="5A94A3"/>
                      </a:solidFill>
                      <a:prstDash val="solid"/>
                    </a:lnB>
                  </a:tcPr>
                </a:tc>
                <a:extLst>
                  <a:ext uri="{0D108BD9-81ED-4DB2-BD59-A6C34878D82A}">
                    <a16:rowId xmlns:a16="http://schemas.microsoft.com/office/drawing/2014/main" val="10001"/>
                  </a:ext>
                </a:extLst>
              </a:tr>
              <a:tr h="742822">
                <a:tc>
                  <a:txBody>
                    <a:bodyPr/>
                    <a:lstStyle/>
                    <a:p>
                      <a:pPr>
                        <a:lnSpc>
                          <a:spcPct val="100000"/>
                        </a:lnSpc>
                        <a:spcBef>
                          <a:spcPts val="15"/>
                        </a:spcBef>
                      </a:pPr>
                      <a:endParaRPr sz="1550">
                        <a:latin typeface="Times New Roman"/>
                        <a:cs typeface="Times New Roman"/>
                      </a:endParaRPr>
                    </a:p>
                    <a:p>
                      <a:pPr algn="ctr">
                        <a:lnSpc>
                          <a:spcPct val="100000"/>
                        </a:lnSpc>
                        <a:spcBef>
                          <a:spcPts val="5"/>
                        </a:spcBef>
                      </a:pPr>
                      <a:r>
                        <a:rPr sz="1800" b="1" spc="-5" dirty="0">
                          <a:latin typeface="Arial"/>
                          <a:cs typeface="Arial"/>
                        </a:rPr>
                        <a:t>Class</a:t>
                      </a:r>
                      <a:r>
                        <a:rPr sz="1800" b="1" spc="-35" dirty="0">
                          <a:latin typeface="Arial"/>
                          <a:cs typeface="Arial"/>
                        </a:rPr>
                        <a:t> </a:t>
                      </a:r>
                      <a:r>
                        <a:rPr sz="1800" b="1" spc="-5" dirty="0">
                          <a:latin typeface="Arial"/>
                          <a:cs typeface="Arial"/>
                        </a:rPr>
                        <a:t>B</a:t>
                      </a:r>
                      <a:endParaRPr sz="1800">
                        <a:latin typeface="Arial"/>
                        <a:cs typeface="Arial"/>
                      </a:endParaRPr>
                    </a:p>
                  </a:txBody>
                  <a:tcPr marL="0" marR="0" marT="1905" marB="0">
                    <a:lnL w="6350">
                      <a:solidFill>
                        <a:srgbClr val="5A94A3"/>
                      </a:solidFill>
                      <a:prstDash val="solid"/>
                    </a:lnL>
                    <a:lnR w="6350">
                      <a:solidFill>
                        <a:srgbClr val="5A94A3"/>
                      </a:solidFill>
                      <a:prstDash val="solid"/>
                    </a:lnR>
                    <a:lnT w="6350">
                      <a:solidFill>
                        <a:srgbClr val="5A94A3"/>
                      </a:solidFill>
                      <a:prstDash val="solid"/>
                    </a:lnT>
                    <a:lnB w="6350">
                      <a:solidFill>
                        <a:srgbClr val="5A94A3"/>
                      </a:solidFill>
                      <a:prstDash val="solid"/>
                    </a:lnB>
                  </a:tcPr>
                </a:tc>
                <a:tc>
                  <a:txBody>
                    <a:bodyPr/>
                    <a:lstStyle/>
                    <a:p>
                      <a:pPr algn="ctr">
                        <a:lnSpc>
                          <a:spcPct val="100000"/>
                        </a:lnSpc>
                        <a:spcBef>
                          <a:spcPts val="720"/>
                        </a:spcBef>
                      </a:pPr>
                      <a:r>
                        <a:rPr sz="1800" spc="-5" dirty="0">
                          <a:latin typeface="Arial MT"/>
                          <a:cs typeface="Arial MT"/>
                        </a:rPr>
                        <a:t>128.1.0.1</a:t>
                      </a:r>
                      <a:r>
                        <a:rPr sz="1800" spc="-25" dirty="0">
                          <a:latin typeface="Arial MT"/>
                          <a:cs typeface="Arial MT"/>
                        </a:rPr>
                        <a:t> </a:t>
                      </a:r>
                      <a:r>
                        <a:rPr sz="1800" dirty="0">
                          <a:latin typeface="Arial MT"/>
                          <a:cs typeface="Arial MT"/>
                        </a:rPr>
                        <a:t>to</a:t>
                      </a:r>
                    </a:p>
                    <a:p>
                      <a:pPr marL="1270" algn="ctr">
                        <a:lnSpc>
                          <a:spcPct val="100000"/>
                        </a:lnSpc>
                      </a:pPr>
                      <a:r>
                        <a:rPr sz="1800" spc="-5" dirty="0">
                          <a:latin typeface="Arial MT"/>
                          <a:cs typeface="Arial MT"/>
                        </a:rPr>
                        <a:t>191.255.255.254</a:t>
                      </a:r>
                      <a:endParaRPr sz="1800" dirty="0">
                        <a:latin typeface="Arial MT"/>
                        <a:cs typeface="Arial MT"/>
                      </a:endParaRPr>
                    </a:p>
                  </a:txBody>
                  <a:tcPr marL="0" marR="0" marT="91440" marB="0">
                    <a:lnL w="6350">
                      <a:solidFill>
                        <a:srgbClr val="5A94A3"/>
                      </a:solidFill>
                      <a:prstDash val="solid"/>
                    </a:lnL>
                    <a:lnR w="6350">
                      <a:solidFill>
                        <a:srgbClr val="5A94A3"/>
                      </a:solidFill>
                      <a:prstDash val="solid"/>
                    </a:lnR>
                    <a:lnT w="6350">
                      <a:solidFill>
                        <a:srgbClr val="5A94A3"/>
                      </a:solidFill>
                      <a:prstDash val="solid"/>
                    </a:lnT>
                    <a:lnB w="6350">
                      <a:solidFill>
                        <a:srgbClr val="5A94A3"/>
                      </a:solidFill>
                      <a:prstDash val="solid"/>
                    </a:lnB>
                  </a:tcPr>
                </a:tc>
                <a:tc>
                  <a:txBody>
                    <a:bodyPr/>
                    <a:lstStyle/>
                    <a:p>
                      <a:pPr marL="635" algn="ctr">
                        <a:lnSpc>
                          <a:spcPct val="100000"/>
                        </a:lnSpc>
                        <a:spcBef>
                          <a:spcPts val="720"/>
                        </a:spcBef>
                      </a:pPr>
                      <a:r>
                        <a:rPr sz="1800" spc="-5" dirty="0">
                          <a:latin typeface="Arial MT"/>
                          <a:cs typeface="Arial MT"/>
                        </a:rPr>
                        <a:t>Supports</a:t>
                      </a:r>
                      <a:r>
                        <a:rPr sz="1800" dirty="0">
                          <a:latin typeface="Arial MT"/>
                          <a:cs typeface="Arial MT"/>
                        </a:rPr>
                        <a:t> </a:t>
                      </a:r>
                      <a:r>
                        <a:rPr sz="1800" spc="-5" dirty="0">
                          <a:latin typeface="Arial MT"/>
                          <a:cs typeface="Arial MT"/>
                        </a:rPr>
                        <a:t>65,000</a:t>
                      </a:r>
                      <a:r>
                        <a:rPr sz="1800" dirty="0">
                          <a:latin typeface="Arial MT"/>
                          <a:cs typeface="Arial MT"/>
                        </a:rPr>
                        <a:t> </a:t>
                      </a:r>
                      <a:r>
                        <a:rPr sz="1800" spc="-5" dirty="0">
                          <a:latin typeface="Arial MT"/>
                          <a:cs typeface="Arial MT"/>
                        </a:rPr>
                        <a:t>hosts</a:t>
                      </a:r>
                      <a:r>
                        <a:rPr sz="1800" dirty="0">
                          <a:latin typeface="Arial MT"/>
                          <a:cs typeface="Arial MT"/>
                        </a:rPr>
                        <a:t> </a:t>
                      </a:r>
                      <a:r>
                        <a:rPr sz="1800" spc="-5" dirty="0">
                          <a:latin typeface="Arial MT"/>
                          <a:cs typeface="Arial MT"/>
                        </a:rPr>
                        <a:t>on</a:t>
                      </a:r>
                      <a:r>
                        <a:rPr sz="1800" spc="-15" dirty="0">
                          <a:latin typeface="Arial MT"/>
                          <a:cs typeface="Arial MT"/>
                        </a:rPr>
                        <a:t> </a:t>
                      </a:r>
                      <a:r>
                        <a:rPr sz="1800" spc="-5" dirty="0">
                          <a:latin typeface="Arial MT"/>
                          <a:cs typeface="Arial MT"/>
                        </a:rPr>
                        <a:t>each </a:t>
                      </a:r>
                      <a:r>
                        <a:rPr sz="1800" dirty="0" smtClean="0">
                          <a:latin typeface="Arial MT"/>
                          <a:cs typeface="Arial MT"/>
                        </a:rPr>
                        <a:t>of</a:t>
                      </a:r>
                      <a:r>
                        <a:rPr lang="en-US" sz="1800" dirty="0" smtClean="0">
                          <a:latin typeface="Arial MT"/>
                          <a:cs typeface="Arial MT"/>
                        </a:rPr>
                        <a:t> </a:t>
                      </a:r>
                      <a:r>
                        <a:rPr sz="1800" spc="-5" dirty="0" smtClean="0">
                          <a:latin typeface="Arial MT"/>
                          <a:cs typeface="Arial MT"/>
                        </a:rPr>
                        <a:t>16,000 </a:t>
                      </a:r>
                      <a:r>
                        <a:rPr sz="1800" spc="-10" dirty="0">
                          <a:latin typeface="Arial MT"/>
                          <a:cs typeface="Arial MT"/>
                        </a:rPr>
                        <a:t>networks.</a:t>
                      </a:r>
                      <a:r>
                        <a:rPr sz="1800" spc="30" dirty="0">
                          <a:latin typeface="Arial MT"/>
                          <a:cs typeface="Arial MT"/>
                        </a:rPr>
                        <a:t> </a:t>
                      </a:r>
                      <a:r>
                        <a:rPr sz="1800" spc="-5" dirty="0">
                          <a:latin typeface="Arial MT"/>
                          <a:cs typeface="Arial MT"/>
                        </a:rPr>
                        <a:t>[Medium</a:t>
                      </a:r>
                      <a:r>
                        <a:rPr sz="1800" spc="5" dirty="0">
                          <a:latin typeface="Arial MT"/>
                          <a:cs typeface="Arial MT"/>
                        </a:rPr>
                        <a:t> </a:t>
                      </a:r>
                      <a:r>
                        <a:rPr sz="1800" spc="-5" dirty="0">
                          <a:latin typeface="Arial MT"/>
                          <a:cs typeface="Arial MT"/>
                        </a:rPr>
                        <a:t>size </a:t>
                      </a:r>
                      <a:r>
                        <a:rPr lang="en-IN" sz="1800" spc="-5" dirty="0" smtClean="0">
                          <a:latin typeface="Arial MT"/>
                          <a:cs typeface="Arial MT"/>
                        </a:rPr>
                        <a:t>organization</a:t>
                      </a:r>
                      <a:r>
                        <a:rPr sz="1800" spc="-5" dirty="0" smtClean="0">
                          <a:latin typeface="Arial MT"/>
                          <a:cs typeface="Arial MT"/>
                        </a:rPr>
                        <a:t>]</a:t>
                      </a:r>
                      <a:endParaRPr sz="1800" dirty="0">
                        <a:latin typeface="Arial MT"/>
                        <a:cs typeface="Arial MT"/>
                      </a:endParaRPr>
                    </a:p>
                  </a:txBody>
                  <a:tcPr marL="0" marR="0" marT="91440" marB="0">
                    <a:lnL w="6350">
                      <a:solidFill>
                        <a:srgbClr val="5A94A3"/>
                      </a:solidFill>
                      <a:prstDash val="solid"/>
                    </a:lnL>
                    <a:lnR w="6350">
                      <a:solidFill>
                        <a:srgbClr val="5A94A3"/>
                      </a:solidFill>
                      <a:prstDash val="solid"/>
                    </a:lnR>
                    <a:lnT w="6350">
                      <a:solidFill>
                        <a:srgbClr val="5A94A3"/>
                      </a:solidFill>
                      <a:prstDash val="solid"/>
                    </a:lnT>
                    <a:lnB w="6350">
                      <a:solidFill>
                        <a:srgbClr val="5A94A3"/>
                      </a:solidFill>
                      <a:prstDash val="solid"/>
                    </a:lnB>
                  </a:tcPr>
                </a:tc>
                <a:extLst>
                  <a:ext uri="{0D108BD9-81ED-4DB2-BD59-A6C34878D82A}">
                    <a16:rowId xmlns:a16="http://schemas.microsoft.com/office/drawing/2014/main" val="10002"/>
                  </a:ext>
                </a:extLst>
              </a:tr>
              <a:tr h="892302">
                <a:tc>
                  <a:txBody>
                    <a:bodyPr/>
                    <a:lstStyle/>
                    <a:p>
                      <a:pPr>
                        <a:lnSpc>
                          <a:spcPct val="100000"/>
                        </a:lnSpc>
                        <a:spcBef>
                          <a:spcPts val="30"/>
                        </a:spcBef>
                      </a:pPr>
                      <a:endParaRPr sz="2050">
                        <a:latin typeface="Times New Roman"/>
                        <a:cs typeface="Times New Roman"/>
                      </a:endParaRPr>
                    </a:p>
                    <a:p>
                      <a:pPr algn="ctr">
                        <a:lnSpc>
                          <a:spcPct val="100000"/>
                        </a:lnSpc>
                        <a:spcBef>
                          <a:spcPts val="5"/>
                        </a:spcBef>
                      </a:pPr>
                      <a:r>
                        <a:rPr sz="1800" b="1" spc="-5" dirty="0">
                          <a:latin typeface="Arial"/>
                          <a:cs typeface="Arial"/>
                        </a:rPr>
                        <a:t>Class</a:t>
                      </a:r>
                      <a:r>
                        <a:rPr sz="1800" b="1" spc="-35" dirty="0">
                          <a:latin typeface="Arial"/>
                          <a:cs typeface="Arial"/>
                        </a:rPr>
                        <a:t> </a:t>
                      </a:r>
                      <a:r>
                        <a:rPr sz="1800" b="1" spc="-5" dirty="0">
                          <a:latin typeface="Arial"/>
                          <a:cs typeface="Arial"/>
                        </a:rPr>
                        <a:t>C</a:t>
                      </a:r>
                      <a:endParaRPr sz="1800">
                        <a:latin typeface="Arial"/>
                        <a:cs typeface="Arial"/>
                      </a:endParaRPr>
                    </a:p>
                  </a:txBody>
                  <a:tcPr marL="0" marR="0" marT="3810" marB="0">
                    <a:lnL w="6350">
                      <a:solidFill>
                        <a:srgbClr val="5A94A3"/>
                      </a:solidFill>
                      <a:prstDash val="solid"/>
                    </a:lnL>
                    <a:lnR w="6350">
                      <a:solidFill>
                        <a:srgbClr val="5A94A3"/>
                      </a:solidFill>
                      <a:prstDash val="solid"/>
                    </a:lnR>
                    <a:lnT w="6350">
                      <a:solidFill>
                        <a:srgbClr val="5A94A3"/>
                      </a:solidFill>
                      <a:prstDash val="solid"/>
                    </a:lnT>
                    <a:lnB w="6350">
                      <a:solidFill>
                        <a:srgbClr val="5A94A3"/>
                      </a:solidFill>
                      <a:prstDash val="solid"/>
                    </a:lnB>
                  </a:tcPr>
                </a:tc>
                <a:tc>
                  <a:txBody>
                    <a:bodyPr/>
                    <a:lstStyle/>
                    <a:p>
                      <a:pPr marL="243204" marR="234315" indent="251460">
                        <a:lnSpc>
                          <a:spcPct val="100000"/>
                        </a:lnSpc>
                        <a:spcBef>
                          <a:spcPts val="1310"/>
                        </a:spcBef>
                      </a:pPr>
                      <a:r>
                        <a:rPr sz="1800" spc="-5" dirty="0">
                          <a:latin typeface="Arial MT"/>
                          <a:cs typeface="Arial MT"/>
                        </a:rPr>
                        <a:t>192.0.1.1 </a:t>
                      </a:r>
                      <a:r>
                        <a:rPr sz="1800" dirty="0">
                          <a:latin typeface="Arial MT"/>
                          <a:cs typeface="Arial MT"/>
                        </a:rPr>
                        <a:t>to </a:t>
                      </a:r>
                      <a:r>
                        <a:rPr sz="1800" spc="5" dirty="0">
                          <a:latin typeface="Arial MT"/>
                          <a:cs typeface="Arial MT"/>
                        </a:rPr>
                        <a:t> </a:t>
                      </a:r>
                      <a:r>
                        <a:rPr sz="1800" dirty="0">
                          <a:latin typeface="Arial MT"/>
                          <a:cs typeface="Arial MT"/>
                        </a:rPr>
                        <a:t>2</a:t>
                      </a:r>
                      <a:r>
                        <a:rPr sz="1800" spc="-10" dirty="0">
                          <a:latin typeface="Arial MT"/>
                          <a:cs typeface="Arial MT"/>
                        </a:rPr>
                        <a:t>2</a:t>
                      </a:r>
                      <a:r>
                        <a:rPr sz="1800" dirty="0">
                          <a:latin typeface="Arial MT"/>
                          <a:cs typeface="Arial MT"/>
                        </a:rPr>
                        <a:t>3.</a:t>
                      </a:r>
                      <a:r>
                        <a:rPr sz="1800" spc="-10" dirty="0">
                          <a:latin typeface="Arial MT"/>
                          <a:cs typeface="Arial MT"/>
                        </a:rPr>
                        <a:t>2</a:t>
                      </a:r>
                      <a:r>
                        <a:rPr sz="1800" dirty="0">
                          <a:latin typeface="Arial MT"/>
                          <a:cs typeface="Arial MT"/>
                        </a:rPr>
                        <a:t>5</a:t>
                      </a:r>
                      <a:r>
                        <a:rPr sz="1800" spc="-10" dirty="0">
                          <a:latin typeface="Arial MT"/>
                          <a:cs typeface="Arial MT"/>
                        </a:rPr>
                        <a:t>5</a:t>
                      </a:r>
                      <a:r>
                        <a:rPr sz="1800" dirty="0">
                          <a:latin typeface="Arial MT"/>
                          <a:cs typeface="Arial MT"/>
                        </a:rPr>
                        <a:t>.2</a:t>
                      </a:r>
                      <a:r>
                        <a:rPr sz="1800" spc="-10" dirty="0">
                          <a:latin typeface="Arial MT"/>
                          <a:cs typeface="Arial MT"/>
                        </a:rPr>
                        <a:t>5</a:t>
                      </a:r>
                      <a:r>
                        <a:rPr sz="1800" dirty="0">
                          <a:latin typeface="Arial MT"/>
                          <a:cs typeface="Arial MT"/>
                        </a:rPr>
                        <a:t>4.</a:t>
                      </a:r>
                      <a:r>
                        <a:rPr sz="1800" spc="-10" dirty="0">
                          <a:latin typeface="Arial MT"/>
                          <a:cs typeface="Arial MT"/>
                        </a:rPr>
                        <a:t>2</a:t>
                      </a:r>
                      <a:r>
                        <a:rPr sz="1800" dirty="0">
                          <a:latin typeface="Arial MT"/>
                          <a:cs typeface="Arial MT"/>
                        </a:rPr>
                        <a:t>54</a:t>
                      </a:r>
                      <a:endParaRPr sz="1800">
                        <a:latin typeface="Arial MT"/>
                        <a:cs typeface="Arial MT"/>
                      </a:endParaRPr>
                    </a:p>
                  </a:txBody>
                  <a:tcPr marL="0" marR="0" marT="166370" marB="0">
                    <a:lnL w="6350">
                      <a:solidFill>
                        <a:srgbClr val="5A94A3"/>
                      </a:solidFill>
                      <a:prstDash val="solid"/>
                    </a:lnL>
                    <a:lnR w="6350">
                      <a:solidFill>
                        <a:srgbClr val="5A94A3"/>
                      </a:solidFill>
                      <a:prstDash val="solid"/>
                    </a:lnR>
                    <a:lnT w="6350">
                      <a:solidFill>
                        <a:srgbClr val="5A94A3"/>
                      </a:solidFill>
                      <a:prstDash val="solid"/>
                    </a:lnT>
                    <a:lnB w="6350">
                      <a:solidFill>
                        <a:srgbClr val="5A94A3"/>
                      </a:solidFill>
                      <a:prstDash val="solid"/>
                    </a:lnB>
                  </a:tcPr>
                </a:tc>
                <a:tc>
                  <a:txBody>
                    <a:bodyPr/>
                    <a:lstStyle/>
                    <a:p>
                      <a:pPr marL="714375" marR="165735" indent="-539750" algn="ctr">
                        <a:lnSpc>
                          <a:spcPct val="100000"/>
                        </a:lnSpc>
                        <a:spcBef>
                          <a:spcPts val="1310"/>
                        </a:spcBef>
                      </a:pPr>
                      <a:r>
                        <a:rPr sz="1800" spc="-5" dirty="0">
                          <a:latin typeface="Arial MT"/>
                          <a:cs typeface="Arial MT"/>
                        </a:rPr>
                        <a:t>Supports</a:t>
                      </a:r>
                      <a:r>
                        <a:rPr sz="1800" spc="5" dirty="0">
                          <a:latin typeface="Arial MT"/>
                          <a:cs typeface="Arial MT"/>
                        </a:rPr>
                        <a:t> </a:t>
                      </a:r>
                      <a:r>
                        <a:rPr sz="1800" spc="-5" dirty="0">
                          <a:latin typeface="Arial MT"/>
                          <a:cs typeface="Arial MT"/>
                        </a:rPr>
                        <a:t>254 hosts on</a:t>
                      </a:r>
                      <a:r>
                        <a:rPr sz="1800" spc="5" dirty="0">
                          <a:latin typeface="Arial MT"/>
                          <a:cs typeface="Arial MT"/>
                        </a:rPr>
                        <a:t> </a:t>
                      </a:r>
                      <a:r>
                        <a:rPr sz="1800" spc="-5" dirty="0">
                          <a:latin typeface="Arial MT"/>
                          <a:cs typeface="Arial MT"/>
                        </a:rPr>
                        <a:t>each of</a:t>
                      </a:r>
                      <a:r>
                        <a:rPr sz="1800" dirty="0">
                          <a:latin typeface="Arial MT"/>
                          <a:cs typeface="Arial MT"/>
                        </a:rPr>
                        <a:t> </a:t>
                      </a:r>
                      <a:r>
                        <a:rPr sz="1800" spc="-5" dirty="0">
                          <a:latin typeface="Arial MT"/>
                          <a:cs typeface="Arial MT"/>
                        </a:rPr>
                        <a:t>2</a:t>
                      </a:r>
                      <a:r>
                        <a:rPr sz="1800" dirty="0">
                          <a:latin typeface="Arial MT"/>
                          <a:cs typeface="Arial MT"/>
                        </a:rPr>
                        <a:t> </a:t>
                      </a:r>
                      <a:r>
                        <a:rPr sz="1800" spc="-5" dirty="0">
                          <a:latin typeface="Arial MT"/>
                          <a:cs typeface="Arial MT"/>
                        </a:rPr>
                        <a:t>million </a:t>
                      </a:r>
                      <a:r>
                        <a:rPr sz="1800" spc="-484" dirty="0">
                          <a:latin typeface="Arial MT"/>
                          <a:cs typeface="Arial MT"/>
                        </a:rPr>
                        <a:t> </a:t>
                      </a:r>
                      <a:r>
                        <a:rPr sz="1800" spc="-10" dirty="0">
                          <a:latin typeface="Arial MT"/>
                          <a:cs typeface="Arial MT"/>
                        </a:rPr>
                        <a:t>networks.</a:t>
                      </a:r>
                      <a:r>
                        <a:rPr sz="1800" spc="35" dirty="0">
                          <a:latin typeface="Arial MT"/>
                          <a:cs typeface="Arial MT"/>
                        </a:rPr>
                        <a:t> </a:t>
                      </a:r>
                      <a:r>
                        <a:rPr sz="1800" spc="-5" dirty="0">
                          <a:latin typeface="Arial MT"/>
                          <a:cs typeface="Arial MT"/>
                        </a:rPr>
                        <a:t>[Small</a:t>
                      </a:r>
                      <a:r>
                        <a:rPr sz="1800" spc="5" dirty="0">
                          <a:latin typeface="Arial MT"/>
                          <a:cs typeface="Arial MT"/>
                        </a:rPr>
                        <a:t> </a:t>
                      </a:r>
                      <a:r>
                        <a:rPr sz="1800" spc="-5" dirty="0">
                          <a:latin typeface="Arial MT"/>
                          <a:cs typeface="Arial MT"/>
                        </a:rPr>
                        <a:t>size </a:t>
                      </a:r>
                      <a:r>
                        <a:rPr lang="en-IN" sz="1800" spc="-5" dirty="0" smtClean="0">
                          <a:latin typeface="Arial MT"/>
                          <a:cs typeface="Arial MT"/>
                        </a:rPr>
                        <a:t>organization</a:t>
                      </a:r>
                      <a:r>
                        <a:rPr sz="1800" spc="-5" dirty="0" smtClean="0">
                          <a:latin typeface="Arial MT"/>
                          <a:cs typeface="Arial MT"/>
                        </a:rPr>
                        <a:t>]</a:t>
                      </a:r>
                      <a:endParaRPr sz="1800" dirty="0">
                        <a:latin typeface="Arial MT"/>
                        <a:cs typeface="Arial MT"/>
                      </a:endParaRPr>
                    </a:p>
                  </a:txBody>
                  <a:tcPr marL="0" marR="0" marT="166370" marB="0">
                    <a:lnL w="6350">
                      <a:solidFill>
                        <a:srgbClr val="5A94A3"/>
                      </a:solidFill>
                      <a:prstDash val="solid"/>
                    </a:lnL>
                    <a:lnR w="6350">
                      <a:solidFill>
                        <a:srgbClr val="5A94A3"/>
                      </a:solidFill>
                      <a:prstDash val="solid"/>
                    </a:lnR>
                    <a:lnT w="6350">
                      <a:solidFill>
                        <a:srgbClr val="5A94A3"/>
                      </a:solidFill>
                      <a:prstDash val="solid"/>
                    </a:lnT>
                    <a:lnB w="6350">
                      <a:solidFill>
                        <a:srgbClr val="5A94A3"/>
                      </a:solidFill>
                      <a:prstDash val="solid"/>
                    </a:lnB>
                  </a:tcPr>
                </a:tc>
                <a:extLst>
                  <a:ext uri="{0D108BD9-81ED-4DB2-BD59-A6C34878D82A}">
                    <a16:rowId xmlns:a16="http://schemas.microsoft.com/office/drawing/2014/main" val="10003"/>
                  </a:ext>
                </a:extLst>
              </a:tr>
              <a:tr h="721372">
                <a:tc>
                  <a:txBody>
                    <a:bodyPr/>
                    <a:lstStyle/>
                    <a:p>
                      <a:pPr algn="ctr">
                        <a:lnSpc>
                          <a:spcPct val="100000"/>
                        </a:lnSpc>
                        <a:spcBef>
                          <a:spcPts val="1720"/>
                        </a:spcBef>
                      </a:pPr>
                      <a:r>
                        <a:rPr sz="1800" b="1" spc="-5" dirty="0">
                          <a:latin typeface="Arial"/>
                          <a:cs typeface="Arial"/>
                        </a:rPr>
                        <a:t>Class</a:t>
                      </a:r>
                      <a:r>
                        <a:rPr sz="1800" b="1" spc="-35" dirty="0">
                          <a:latin typeface="Arial"/>
                          <a:cs typeface="Arial"/>
                        </a:rPr>
                        <a:t> </a:t>
                      </a:r>
                      <a:r>
                        <a:rPr sz="1800" b="1" spc="-5" dirty="0">
                          <a:latin typeface="Arial"/>
                          <a:cs typeface="Arial"/>
                        </a:rPr>
                        <a:t>D</a:t>
                      </a:r>
                      <a:endParaRPr sz="1800">
                        <a:latin typeface="Arial"/>
                        <a:cs typeface="Arial"/>
                      </a:endParaRPr>
                    </a:p>
                  </a:txBody>
                  <a:tcPr marL="0" marR="0" marT="218440" marB="0">
                    <a:lnL w="6350">
                      <a:solidFill>
                        <a:srgbClr val="5A94A3"/>
                      </a:solidFill>
                      <a:prstDash val="solid"/>
                    </a:lnL>
                    <a:lnR w="6350">
                      <a:solidFill>
                        <a:srgbClr val="5A94A3"/>
                      </a:solidFill>
                      <a:prstDash val="solid"/>
                    </a:lnR>
                    <a:lnT w="6350">
                      <a:solidFill>
                        <a:srgbClr val="5A94A3"/>
                      </a:solidFill>
                      <a:prstDash val="solid"/>
                    </a:lnT>
                    <a:lnB w="6350">
                      <a:solidFill>
                        <a:srgbClr val="5A94A3"/>
                      </a:solidFill>
                      <a:prstDash val="solid"/>
                    </a:lnB>
                  </a:tcPr>
                </a:tc>
                <a:tc>
                  <a:txBody>
                    <a:bodyPr/>
                    <a:lstStyle/>
                    <a:p>
                      <a:pPr marL="243204" marR="234315" indent="251460">
                        <a:lnSpc>
                          <a:spcPct val="100000"/>
                        </a:lnSpc>
                        <a:spcBef>
                          <a:spcPts val="640"/>
                        </a:spcBef>
                      </a:pPr>
                      <a:r>
                        <a:rPr sz="1800" spc="-5" dirty="0">
                          <a:latin typeface="Arial MT"/>
                          <a:cs typeface="Arial MT"/>
                        </a:rPr>
                        <a:t>224.0.0.0 </a:t>
                      </a:r>
                      <a:r>
                        <a:rPr sz="1800" dirty="0">
                          <a:latin typeface="Arial MT"/>
                          <a:cs typeface="Arial MT"/>
                        </a:rPr>
                        <a:t>to </a:t>
                      </a:r>
                      <a:r>
                        <a:rPr sz="1800" spc="5" dirty="0">
                          <a:latin typeface="Arial MT"/>
                          <a:cs typeface="Arial MT"/>
                        </a:rPr>
                        <a:t> </a:t>
                      </a:r>
                      <a:r>
                        <a:rPr sz="1800" dirty="0">
                          <a:latin typeface="Arial MT"/>
                          <a:cs typeface="Arial MT"/>
                        </a:rPr>
                        <a:t>2</a:t>
                      </a:r>
                      <a:r>
                        <a:rPr sz="1800" spc="-10" dirty="0">
                          <a:latin typeface="Arial MT"/>
                          <a:cs typeface="Arial MT"/>
                        </a:rPr>
                        <a:t>3</a:t>
                      </a:r>
                      <a:r>
                        <a:rPr sz="1800" dirty="0">
                          <a:latin typeface="Arial MT"/>
                          <a:cs typeface="Arial MT"/>
                        </a:rPr>
                        <a:t>9.</a:t>
                      </a:r>
                      <a:r>
                        <a:rPr sz="1800" spc="-10" dirty="0">
                          <a:latin typeface="Arial MT"/>
                          <a:cs typeface="Arial MT"/>
                        </a:rPr>
                        <a:t>2</a:t>
                      </a:r>
                      <a:r>
                        <a:rPr sz="1800" dirty="0">
                          <a:latin typeface="Arial MT"/>
                          <a:cs typeface="Arial MT"/>
                        </a:rPr>
                        <a:t>5</a:t>
                      </a:r>
                      <a:r>
                        <a:rPr sz="1800" spc="-10" dirty="0">
                          <a:latin typeface="Arial MT"/>
                          <a:cs typeface="Arial MT"/>
                        </a:rPr>
                        <a:t>5</a:t>
                      </a:r>
                      <a:r>
                        <a:rPr sz="1800" dirty="0">
                          <a:latin typeface="Arial MT"/>
                          <a:cs typeface="Arial MT"/>
                        </a:rPr>
                        <a:t>.2</a:t>
                      </a:r>
                      <a:r>
                        <a:rPr sz="1800" spc="-10" dirty="0">
                          <a:latin typeface="Arial MT"/>
                          <a:cs typeface="Arial MT"/>
                        </a:rPr>
                        <a:t>5</a:t>
                      </a:r>
                      <a:r>
                        <a:rPr sz="1800" dirty="0">
                          <a:latin typeface="Arial MT"/>
                          <a:cs typeface="Arial MT"/>
                        </a:rPr>
                        <a:t>5.</a:t>
                      </a:r>
                      <a:r>
                        <a:rPr sz="1800" spc="-10" dirty="0">
                          <a:latin typeface="Arial MT"/>
                          <a:cs typeface="Arial MT"/>
                        </a:rPr>
                        <a:t>2</a:t>
                      </a:r>
                      <a:r>
                        <a:rPr sz="1800" dirty="0">
                          <a:latin typeface="Arial MT"/>
                          <a:cs typeface="Arial MT"/>
                        </a:rPr>
                        <a:t>55</a:t>
                      </a:r>
                      <a:endParaRPr sz="1800">
                        <a:latin typeface="Arial MT"/>
                        <a:cs typeface="Arial MT"/>
                      </a:endParaRPr>
                    </a:p>
                  </a:txBody>
                  <a:tcPr marL="0" marR="0" marT="81280" marB="0">
                    <a:lnL w="6350">
                      <a:solidFill>
                        <a:srgbClr val="5A94A3"/>
                      </a:solidFill>
                      <a:prstDash val="solid"/>
                    </a:lnL>
                    <a:lnR w="6350">
                      <a:solidFill>
                        <a:srgbClr val="5A94A3"/>
                      </a:solidFill>
                      <a:prstDash val="solid"/>
                    </a:lnR>
                    <a:lnT w="6350">
                      <a:solidFill>
                        <a:srgbClr val="5A94A3"/>
                      </a:solidFill>
                      <a:prstDash val="solid"/>
                    </a:lnT>
                    <a:lnB w="6350">
                      <a:solidFill>
                        <a:srgbClr val="5A94A3"/>
                      </a:solidFill>
                      <a:prstDash val="solid"/>
                    </a:lnB>
                  </a:tcPr>
                </a:tc>
                <a:tc>
                  <a:txBody>
                    <a:bodyPr/>
                    <a:lstStyle/>
                    <a:p>
                      <a:pPr marL="1270" algn="ctr">
                        <a:lnSpc>
                          <a:spcPct val="100000"/>
                        </a:lnSpc>
                        <a:spcBef>
                          <a:spcPts val="1720"/>
                        </a:spcBef>
                      </a:pPr>
                      <a:r>
                        <a:rPr sz="1800" spc="-5" dirty="0">
                          <a:solidFill>
                            <a:srgbClr val="002060"/>
                          </a:solidFill>
                          <a:latin typeface="Arial MT"/>
                          <a:cs typeface="Arial MT"/>
                        </a:rPr>
                        <a:t>Reserved </a:t>
                      </a:r>
                      <a:r>
                        <a:rPr sz="1800" dirty="0">
                          <a:solidFill>
                            <a:srgbClr val="002060"/>
                          </a:solidFill>
                          <a:latin typeface="Arial MT"/>
                          <a:cs typeface="Arial MT"/>
                        </a:rPr>
                        <a:t>for</a:t>
                      </a:r>
                      <a:r>
                        <a:rPr sz="1800" spc="-5" dirty="0">
                          <a:solidFill>
                            <a:srgbClr val="002060"/>
                          </a:solidFill>
                          <a:latin typeface="Arial MT"/>
                          <a:cs typeface="Arial MT"/>
                        </a:rPr>
                        <a:t> </a:t>
                      </a:r>
                      <a:r>
                        <a:rPr sz="1800" u="heavy" spc="-5" dirty="0" smtClean="0">
                          <a:solidFill>
                            <a:srgbClr val="002060"/>
                          </a:solidFill>
                          <a:uFill>
                            <a:solidFill>
                              <a:srgbClr val="000000"/>
                            </a:solidFill>
                          </a:uFill>
                          <a:latin typeface="Arial MT"/>
                          <a:cs typeface="Arial MT"/>
                          <a:hlinkClick r:id="rId3"/>
                        </a:rPr>
                        <a:t>multicast</a:t>
                      </a:r>
                      <a:r>
                        <a:rPr sz="1800" spc="-5" dirty="0" smtClean="0">
                          <a:solidFill>
                            <a:srgbClr val="002060"/>
                          </a:solidFill>
                          <a:latin typeface="Arial MT"/>
                          <a:cs typeface="Arial MT"/>
                          <a:hlinkClick r:id="rId3"/>
                        </a:rPr>
                        <a:t> </a:t>
                      </a:r>
                      <a:r>
                        <a:rPr sz="1800" spc="-5" dirty="0">
                          <a:solidFill>
                            <a:srgbClr val="002060"/>
                          </a:solidFill>
                          <a:latin typeface="Arial MT"/>
                          <a:cs typeface="Arial MT"/>
                        </a:rPr>
                        <a:t>groups.</a:t>
                      </a:r>
                      <a:endParaRPr sz="1800" dirty="0">
                        <a:solidFill>
                          <a:srgbClr val="002060"/>
                        </a:solidFill>
                        <a:latin typeface="Arial MT"/>
                        <a:cs typeface="Arial MT"/>
                      </a:endParaRPr>
                    </a:p>
                  </a:txBody>
                  <a:tcPr marL="0" marR="0" marT="218440" marB="0">
                    <a:lnL w="6350">
                      <a:solidFill>
                        <a:srgbClr val="5A94A3"/>
                      </a:solidFill>
                      <a:prstDash val="solid"/>
                    </a:lnL>
                    <a:lnR w="6350">
                      <a:solidFill>
                        <a:srgbClr val="5A94A3"/>
                      </a:solidFill>
                      <a:prstDash val="solid"/>
                    </a:lnR>
                    <a:lnT w="6350">
                      <a:solidFill>
                        <a:srgbClr val="5A94A3"/>
                      </a:solidFill>
                      <a:prstDash val="solid"/>
                    </a:lnT>
                    <a:lnB w="6350">
                      <a:solidFill>
                        <a:srgbClr val="5A94A3"/>
                      </a:solidFill>
                      <a:prstDash val="solid"/>
                    </a:lnB>
                  </a:tcPr>
                </a:tc>
                <a:extLst>
                  <a:ext uri="{0D108BD9-81ED-4DB2-BD59-A6C34878D82A}">
                    <a16:rowId xmlns:a16="http://schemas.microsoft.com/office/drawing/2014/main" val="10004"/>
                  </a:ext>
                </a:extLst>
              </a:tr>
              <a:tr h="1065834">
                <a:tc>
                  <a:txBody>
                    <a:bodyPr/>
                    <a:lstStyle/>
                    <a:p>
                      <a:pPr>
                        <a:lnSpc>
                          <a:spcPct val="100000"/>
                        </a:lnSpc>
                        <a:spcBef>
                          <a:spcPts val="30"/>
                        </a:spcBef>
                      </a:pPr>
                      <a:endParaRPr sz="2650">
                        <a:latin typeface="Times New Roman"/>
                        <a:cs typeface="Times New Roman"/>
                      </a:endParaRPr>
                    </a:p>
                    <a:p>
                      <a:pPr algn="ctr">
                        <a:lnSpc>
                          <a:spcPct val="100000"/>
                        </a:lnSpc>
                      </a:pPr>
                      <a:r>
                        <a:rPr sz="1800" b="1" spc="-5" dirty="0">
                          <a:latin typeface="Arial"/>
                          <a:cs typeface="Arial"/>
                        </a:rPr>
                        <a:t>Class</a:t>
                      </a:r>
                      <a:r>
                        <a:rPr sz="1800" b="1" spc="-35" dirty="0">
                          <a:latin typeface="Arial"/>
                          <a:cs typeface="Arial"/>
                        </a:rPr>
                        <a:t> </a:t>
                      </a:r>
                      <a:r>
                        <a:rPr sz="1800" b="1" dirty="0">
                          <a:latin typeface="Arial"/>
                          <a:cs typeface="Arial"/>
                        </a:rPr>
                        <a:t>E</a:t>
                      </a:r>
                      <a:endParaRPr sz="1800">
                        <a:latin typeface="Arial"/>
                        <a:cs typeface="Arial"/>
                      </a:endParaRPr>
                    </a:p>
                  </a:txBody>
                  <a:tcPr marL="0" marR="0" marT="3810" marB="0">
                    <a:lnL w="6350">
                      <a:solidFill>
                        <a:srgbClr val="5A94A3"/>
                      </a:solidFill>
                      <a:prstDash val="solid"/>
                    </a:lnL>
                    <a:lnR w="6350">
                      <a:solidFill>
                        <a:srgbClr val="5A94A3"/>
                      </a:solidFill>
                      <a:prstDash val="solid"/>
                    </a:lnR>
                    <a:lnT w="6350">
                      <a:solidFill>
                        <a:srgbClr val="5A94A3"/>
                      </a:solidFill>
                      <a:prstDash val="solid"/>
                    </a:lnT>
                    <a:lnB w="6350">
                      <a:solidFill>
                        <a:srgbClr val="5A94A3"/>
                      </a:solidFill>
                      <a:prstDash val="solid"/>
                    </a:lnB>
                  </a:tcPr>
                </a:tc>
                <a:tc>
                  <a:txBody>
                    <a:bodyPr/>
                    <a:lstStyle/>
                    <a:p>
                      <a:pPr>
                        <a:lnSpc>
                          <a:spcPct val="100000"/>
                        </a:lnSpc>
                        <a:spcBef>
                          <a:spcPts val="40"/>
                        </a:spcBef>
                      </a:pPr>
                      <a:endParaRPr sz="1700" dirty="0">
                        <a:latin typeface="Times New Roman"/>
                        <a:cs typeface="Times New Roman"/>
                      </a:endParaRPr>
                    </a:p>
                    <a:p>
                      <a:pPr marL="243204" marR="234315" indent="251460">
                        <a:lnSpc>
                          <a:spcPct val="100000"/>
                        </a:lnSpc>
                      </a:pPr>
                      <a:r>
                        <a:rPr sz="1800" spc="-5" dirty="0">
                          <a:latin typeface="Arial MT"/>
                          <a:cs typeface="Arial MT"/>
                        </a:rPr>
                        <a:t>240.0.0.0 </a:t>
                      </a:r>
                      <a:r>
                        <a:rPr sz="1800" dirty="0">
                          <a:latin typeface="Arial MT"/>
                          <a:cs typeface="Arial MT"/>
                        </a:rPr>
                        <a:t>to </a:t>
                      </a:r>
                      <a:r>
                        <a:rPr sz="1800" spc="5" dirty="0">
                          <a:latin typeface="Arial MT"/>
                          <a:cs typeface="Arial MT"/>
                        </a:rPr>
                        <a:t> </a:t>
                      </a:r>
                      <a:r>
                        <a:rPr sz="1800" dirty="0">
                          <a:latin typeface="Arial MT"/>
                          <a:cs typeface="Arial MT"/>
                        </a:rPr>
                        <a:t>2</a:t>
                      </a:r>
                      <a:r>
                        <a:rPr sz="1800" spc="-10" dirty="0">
                          <a:latin typeface="Arial MT"/>
                          <a:cs typeface="Arial MT"/>
                        </a:rPr>
                        <a:t>5</a:t>
                      </a:r>
                      <a:r>
                        <a:rPr sz="1800" dirty="0">
                          <a:latin typeface="Arial MT"/>
                          <a:cs typeface="Arial MT"/>
                        </a:rPr>
                        <a:t>4.</a:t>
                      </a:r>
                      <a:r>
                        <a:rPr sz="1800" spc="-10" dirty="0">
                          <a:latin typeface="Arial MT"/>
                          <a:cs typeface="Arial MT"/>
                        </a:rPr>
                        <a:t>2</a:t>
                      </a:r>
                      <a:r>
                        <a:rPr sz="1800" dirty="0">
                          <a:latin typeface="Arial MT"/>
                          <a:cs typeface="Arial MT"/>
                        </a:rPr>
                        <a:t>5</a:t>
                      </a:r>
                      <a:r>
                        <a:rPr sz="1800" spc="-10" dirty="0">
                          <a:latin typeface="Arial MT"/>
                          <a:cs typeface="Arial MT"/>
                        </a:rPr>
                        <a:t>5</a:t>
                      </a:r>
                      <a:r>
                        <a:rPr sz="1800" dirty="0">
                          <a:latin typeface="Arial MT"/>
                          <a:cs typeface="Arial MT"/>
                        </a:rPr>
                        <a:t>.2</a:t>
                      </a:r>
                      <a:r>
                        <a:rPr sz="1800" spc="-10" dirty="0">
                          <a:latin typeface="Arial MT"/>
                          <a:cs typeface="Arial MT"/>
                        </a:rPr>
                        <a:t>5</a:t>
                      </a:r>
                      <a:r>
                        <a:rPr sz="1800" dirty="0">
                          <a:latin typeface="Arial MT"/>
                          <a:cs typeface="Arial MT"/>
                        </a:rPr>
                        <a:t>5.</a:t>
                      </a:r>
                      <a:r>
                        <a:rPr sz="1800" spc="-10" dirty="0">
                          <a:latin typeface="Arial MT"/>
                          <a:cs typeface="Arial MT"/>
                        </a:rPr>
                        <a:t>2</a:t>
                      </a:r>
                      <a:r>
                        <a:rPr sz="1800" dirty="0">
                          <a:latin typeface="Arial MT"/>
                          <a:cs typeface="Arial MT"/>
                        </a:rPr>
                        <a:t>54</a:t>
                      </a:r>
                    </a:p>
                  </a:txBody>
                  <a:tcPr marL="0" marR="0" marT="5080" marB="0">
                    <a:lnL w="6350">
                      <a:solidFill>
                        <a:srgbClr val="5A94A3"/>
                      </a:solidFill>
                      <a:prstDash val="solid"/>
                    </a:lnL>
                    <a:lnR w="6350">
                      <a:solidFill>
                        <a:srgbClr val="5A94A3"/>
                      </a:solidFill>
                      <a:prstDash val="solid"/>
                    </a:lnR>
                    <a:lnT w="6350">
                      <a:solidFill>
                        <a:srgbClr val="5A94A3"/>
                      </a:solidFill>
                      <a:prstDash val="solid"/>
                    </a:lnT>
                    <a:lnB w="6350">
                      <a:solidFill>
                        <a:srgbClr val="5A94A3"/>
                      </a:solidFill>
                      <a:prstDash val="solid"/>
                    </a:lnB>
                  </a:tcPr>
                </a:tc>
                <a:tc>
                  <a:txBody>
                    <a:bodyPr/>
                    <a:lstStyle/>
                    <a:p>
                      <a:pPr algn="ctr">
                        <a:lnSpc>
                          <a:spcPct val="100000"/>
                        </a:lnSpc>
                        <a:spcBef>
                          <a:spcPts val="40"/>
                        </a:spcBef>
                      </a:pPr>
                      <a:endParaRPr sz="1700" dirty="0">
                        <a:latin typeface="Times New Roman"/>
                        <a:cs typeface="Times New Roman"/>
                      </a:endParaRPr>
                    </a:p>
                    <a:p>
                      <a:pPr marL="987425" marR="108585" indent="-870585" algn="ctr">
                        <a:lnSpc>
                          <a:spcPct val="100000"/>
                        </a:lnSpc>
                      </a:pPr>
                      <a:r>
                        <a:rPr sz="1800" spc="-5" dirty="0">
                          <a:latin typeface="Arial MT"/>
                          <a:cs typeface="Arial MT"/>
                        </a:rPr>
                        <a:t>Reserved</a:t>
                      </a:r>
                      <a:r>
                        <a:rPr sz="1800" dirty="0">
                          <a:latin typeface="Arial MT"/>
                          <a:cs typeface="Arial MT"/>
                        </a:rPr>
                        <a:t> for </a:t>
                      </a:r>
                      <a:r>
                        <a:rPr sz="1800" spc="-5" dirty="0">
                          <a:latin typeface="Arial MT"/>
                          <a:cs typeface="Arial MT"/>
                        </a:rPr>
                        <a:t>future</a:t>
                      </a:r>
                      <a:r>
                        <a:rPr sz="1800" dirty="0">
                          <a:latin typeface="Arial MT"/>
                          <a:cs typeface="Arial MT"/>
                        </a:rPr>
                        <a:t> </a:t>
                      </a:r>
                      <a:r>
                        <a:rPr sz="1800" spc="-5" dirty="0">
                          <a:latin typeface="Arial MT"/>
                          <a:cs typeface="Arial MT"/>
                        </a:rPr>
                        <a:t>use,</a:t>
                      </a:r>
                      <a:r>
                        <a:rPr sz="1800" dirty="0">
                          <a:latin typeface="Arial MT"/>
                          <a:cs typeface="Arial MT"/>
                        </a:rPr>
                        <a:t> </a:t>
                      </a:r>
                      <a:r>
                        <a:rPr sz="1800" spc="-5" dirty="0">
                          <a:latin typeface="Arial MT"/>
                          <a:cs typeface="Arial MT"/>
                        </a:rPr>
                        <a:t>or</a:t>
                      </a:r>
                      <a:r>
                        <a:rPr sz="1800" dirty="0">
                          <a:latin typeface="Arial MT"/>
                          <a:cs typeface="Arial MT"/>
                        </a:rPr>
                        <a:t> </a:t>
                      </a:r>
                      <a:r>
                        <a:rPr sz="1800" spc="-5" dirty="0">
                          <a:latin typeface="Arial MT"/>
                          <a:cs typeface="Arial MT"/>
                        </a:rPr>
                        <a:t>research</a:t>
                      </a:r>
                      <a:r>
                        <a:rPr sz="1800" spc="5" dirty="0">
                          <a:latin typeface="Arial MT"/>
                          <a:cs typeface="Arial MT"/>
                        </a:rPr>
                        <a:t> </a:t>
                      </a:r>
                      <a:r>
                        <a:rPr sz="1800" spc="-5" dirty="0">
                          <a:latin typeface="Arial MT"/>
                          <a:cs typeface="Arial MT"/>
                        </a:rPr>
                        <a:t>and </a:t>
                      </a:r>
                      <a:r>
                        <a:rPr sz="1800" spc="-484" dirty="0">
                          <a:latin typeface="Arial MT"/>
                          <a:cs typeface="Arial MT"/>
                        </a:rPr>
                        <a:t> </a:t>
                      </a:r>
                      <a:r>
                        <a:rPr sz="1800" spc="-5" dirty="0">
                          <a:latin typeface="Arial MT"/>
                          <a:cs typeface="Arial MT"/>
                        </a:rPr>
                        <a:t>development</a:t>
                      </a:r>
                      <a:r>
                        <a:rPr sz="1800" spc="20" dirty="0">
                          <a:latin typeface="Arial MT"/>
                          <a:cs typeface="Arial MT"/>
                        </a:rPr>
                        <a:t> </a:t>
                      </a:r>
                      <a:r>
                        <a:rPr sz="1800" spc="-5" dirty="0">
                          <a:latin typeface="Arial MT"/>
                          <a:cs typeface="Arial MT"/>
                        </a:rPr>
                        <a:t>purposes.</a:t>
                      </a:r>
                      <a:endParaRPr sz="1800" dirty="0">
                        <a:latin typeface="Arial MT"/>
                        <a:cs typeface="Arial MT"/>
                      </a:endParaRPr>
                    </a:p>
                  </a:txBody>
                  <a:tcPr marL="0" marR="0" marT="5080" marB="0">
                    <a:lnL w="6350">
                      <a:solidFill>
                        <a:srgbClr val="5A94A3"/>
                      </a:solidFill>
                      <a:prstDash val="solid"/>
                    </a:lnL>
                    <a:lnR w="6350">
                      <a:solidFill>
                        <a:srgbClr val="5A94A3"/>
                      </a:solidFill>
                      <a:prstDash val="solid"/>
                    </a:lnR>
                    <a:lnT w="6350">
                      <a:solidFill>
                        <a:srgbClr val="5A94A3"/>
                      </a:solidFill>
                      <a:prstDash val="solid"/>
                    </a:lnT>
                    <a:lnB w="6350">
                      <a:solidFill>
                        <a:srgbClr val="5A94A3"/>
                      </a:solidFill>
                      <a:prstDash val="solid"/>
                    </a:lnB>
                  </a:tcPr>
                </a:tc>
                <a:extLst>
                  <a:ext uri="{0D108BD9-81ED-4DB2-BD59-A6C34878D82A}">
                    <a16:rowId xmlns:a16="http://schemas.microsoft.com/office/drawing/2014/main" val="10005"/>
                  </a:ext>
                </a:extLst>
              </a:tr>
            </a:tbl>
          </a:graphicData>
        </a:graphic>
      </p:graphicFrame>
      <p:sp>
        <p:nvSpPr>
          <p:cNvPr id="5" name="object 5"/>
          <p:cNvSpPr txBox="1"/>
          <p:nvPr/>
        </p:nvSpPr>
        <p:spPr>
          <a:xfrm>
            <a:off x="871219" y="2042286"/>
            <a:ext cx="3129915" cy="1122680"/>
          </a:xfrm>
          <a:prstGeom prst="rect">
            <a:avLst/>
          </a:prstGeom>
        </p:spPr>
        <p:txBody>
          <a:bodyPr vert="horz" wrap="square" lIns="0" tIns="12700" rIns="0" bIns="0" rtlCol="0">
            <a:spAutoFit/>
          </a:bodyPr>
          <a:lstStyle/>
          <a:p>
            <a:pPr marL="12700" marR="5080" algn="just">
              <a:lnSpc>
                <a:spcPct val="100000"/>
              </a:lnSpc>
              <a:spcBef>
                <a:spcPts val="100"/>
              </a:spcBef>
            </a:pPr>
            <a:r>
              <a:rPr sz="2400" dirty="0">
                <a:solidFill>
                  <a:srgbClr val="624722"/>
                </a:solidFill>
                <a:latin typeface="Arial MT"/>
                <a:cs typeface="Arial MT"/>
              </a:rPr>
              <a:t>With</a:t>
            </a:r>
            <a:r>
              <a:rPr sz="2400" spc="5" dirty="0">
                <a:solidFill>
                  <a:srgbClr val="624722"/>
                </a:solidFill>
                <a:latin typeface="Arial MT"/>
                <a:cs typeface="Arial MT"/>
              </a:rPr>
              <a:t> </a:t>
            </a:r>
            <a:r>
              <a:rPr sz="2400" spc="-5" dirty="0">
                <a:solidFill>
                  <a:srgbClr val="624722"/>
                </a:solidFill>
                <a:latin typeface="Arial MT"/>
                <a:cs typeface="Arial MT"/>
              </a:rPr>
              <a:t>an</a:t>
            </a:r>
            <a:r>
              <a:rPr sz="2400" dirty="0">
                <a:solidFill>
                  <a:srgbClr val="624722"/>
                </a:solidFill>
                <a:latin typeface="Arial MT"/>
                <a:cs typeface="Arial MT"/>
              </a:rPr>
              <a:t> IPv4</a:t>
            </a:r>
            <a:r>
              <a:rPr sz="2400" spc="5" dirty="0">
                <a:solidFill>
                  <a:srgbClr val="624722"/>
                </a:solidFill>
                <a:latin typeface="Arial MT"/>
                <a:cs typeface="Arial MT"/>
              </a:rPr>
              <a:t> </a:t>
            </a:r>
            <a:r>
              <a:rPr sz="2400" spc="-10" dirty="0">
                <a:solidFill>
                  <a:srgbClr val="624722"/>
                </a:solidFill>
                <a:latin typeface="Arial MT"/>
                <a:cs typeface="Arial MT"/>
              </a:rPr>
              <a:t>IP </a:t>
            </a:r>
            <a:r>
              <a:rPr sz="2400" spc="-5" dirty="0">
                <a:solidFill>
                  <a:srgbClr val="624722"/>
                </a:solidFill>
                <a:latin typeface="Arial MT"/>
                <a:cs typeface="Arial MT"/>
              </a:rPr>
              <a:t> address, </a:t>
            </a:r>
            <a:r>
              <a:rPr sz="2400" dirty="0">
                <a:solidFill>
                  <a:srgbClr val="624722"/>
                </a:solidFill>
                <a:latin typeface="Arial MT"/>
                <a:cs typeface="Arial MT"/>
              </a:rPr>
              <a:t>there </a:t>
            </a:r>
            <a:r>
              <a:rPr sz="2400" spc="-5" dirty="0">
                <a:solidFill>
                  <a:srgbClr val="624722"/>
                </a:solidFill>
                <a:latin typeface="Arial MT"/>
                <a:cs typeface="Arial MT"/>
              </a:rPr>
              <a:t>are </a:t>
            </a:r>
            <a:r>
              <a:rPr sz="2400" b="1" u="heavy" spc="-5" dirty="0">
                <a:solidFill>
                  <a:srgbClr val="624722"/>
                </a:solidFill>
                <a:uFill>
                  <a:solidFill>
                    <a:srgbClr val="624722"/>
                  </a:solidFill>
                </a:uFill>
                <a:latin typeface="Arial"/>
                <a:cs typeface="Arial"/>
              </a:rPr>
              <a:t>five </a:t>
            </a:r>
            <a:r>
              <a:rPr sz="2400" b="1" spc="-655" dirty="0">
                <a:solidFill>
                  <a:srgbClr val="624722"/>
                </a:solidFill>
                <a:latin typeface="Arial"/>
                <a:cs typeface="Arial"/>
              </a:rPr>
              <a:t> </a:t>
            </a:r>
            <a:r>
              <a:rPr sz="2400" b="1" u="heavy" spc="-5" dirty="0">
                <a:solidFill>
                  <a:srgbClr val="624722"/>
                </a:solidFill>
                <a:uFill>
                  <a:solidFill>
                    <a:srgbClr val="624722"/>
                  </a:solidFill>
                </a:uFill>
                <a:latin typeface="Arial"/>
                <a:cs typeface="Arial"/>
              </a:rPr>
              <a:t>classes</a:t>
            </a:r>
            <a:r>
              <a:rPr sz="2400" b="1" u="heavy" spc="325" dirty="0">
                <a:solidFill>
                  <a:srgbClr val="624722"/>
                </a:solidFill>
                <a:uFill>
                  <a:solidFill>
                    <a:srgbClr val="624722"/>
                  </a:solidFill>
                </a:uFill>
                <a:latin typeface="Arial"/>
                <a:cs typeface="Arial"/>
              </a:rPr>
              <a:t> </a:t>
            </a:r>
            <a:r>
              <a:rPr sz="2400" b="1" u="heavy" dirty="0">
                <a:solidFill>
                  <a:srgbClr val="624722"/>
                </a:solidFill>
                <a:uFill>
                  <a:solidFill>
                    <a:srgbClr val="624722"/>
                  </a:solidFill>
                </a:uFill>
                <a:latin typeface="Arial"/>
                <a:cs typeface="Arial"/>
              </a:rPr>
              <a:t>of</a:t>
            </a:r>
            <a:r>
              <a:rPr sz="2400" b="1" u="heavy" spc="320" dirty="0">
                <a:solidFill>
                  <a:srgbClr val="624722"/>
                </a:solidFill>
                <a:uFill>
                  <a:solidFill>
                    <a:srgbClr val="624722"/>
                  </a:solidFill>
                </a:uFill>
                <a:latin typeface="Arial"/>
                <a:cs typeface="Arial"/>
              </a:rPr>
              <a:t> </a:t>
            </a:r>
            <a:r>
              <a:rPr sz="2400" b="1" u="heavy" spc="-5" dirty="0">
                <a:solidFill>
                  <a:srgbClr val="624722"/>
                </a:solidFill>
                <a:uFill>
                  <a:solidFill>
                    <a:srgbClr val="624722"/>
                  </a:solidFill>
                </a:uFill>
                <a:latin typeface="Arial"/>
                <a:cs typeface="Arial"/>
              </a:rPr>
              <a:t>available</a:t>
            </a:r>
            <a:endParaRPr sz="2400" dirty="0">
              <a:latin typeface="Arial"/>
              <a:cs typeface="Arial"/>
            </a:endParaRPr>
          </a:p>
        </p:txBody>
      </p:sp>
      <p:sp>
        <p:nvSpPr>
          <p:cNvPr id="6" name="object 6"/>
          <p:cNvSpPr txBox="1"/>
          <p:nvPr/>
        </p:nvSpPr>
        <p:spPr>
          <a:xfrm>
            <a:off x="871219" y="3505580"/>
            <a:ext cx="2492375" cy="391160"/>
          </a:xfrm>
          <a:prstGeom prst="rect">
            <a:avLst/>
          </a:prstGeom>
        </p:spPr>
        <p:txBody>
          <a:bodyPr vert="horz" wrap="square" lIns="0" tIns="12700" rIns="0" bIns="0" rtlCol="0">
            <a:spAutoFit/>
          </a:bodyPr>
          <a:lstStyle/>
          <a:p>
            <a:pPr marL="12700">
              <a:lnSpc>
                <a:spcPct val="100000"/>
              </a:lnSpc>
              <a:spcBef>
                <a:spcPts val="100"/>
              </a:spcBef>
              <a:tabLst>
                <a:tab pos="1101725" algn="l"/>
                <a:tab pos="1717675" algn="l"/>
              </a:tabLst>
            </a:pPr>
            <a:r>
              <a:rPr sz="2400" spc="-5" dirty="0">
                <a:solidFill>
                  <a:srgbClr val="624722"/>
                </a:solidFill>
                <a:latin typeface="Arial MT"/>
                <a:cs typeface="Arial MT"/>
              </a:rPr>
              <a:t>Class	B</a:t>
            </a:r>
            <a:r>
              <a:rPr sz="2400" dirty="0">
                <a:solidFill>
                  <a:srgbClr val="624722"/>
                </a:solidFill>
                <a:latin typeface="Arial MT"/>
                <a:cs typeface="Arial MT"/>
              </a:rPr>
              <a:t>,	</a:t>
            </a:r>
            <a:r>
              <a:rPr sz="2400" spc="-5" dirty="0">
                <a:solidFill>
                  <a:srgbClr val="624722"/>
                </a:solidFill>
                <a:latin typeface="Arial MT"/>
                <a:cs typeface="Arial MT"/>
              </a:rPr>
              <a:t>C</a:t>
            </a:r>
            <a:r>
              <a:rPr sz="2400" spc="-15" dirty="0">
                <a:solidFill>
                  <a:srgbClr val="624722"/>
                </a:solidFill>
                <a:latin typeface="Arial MT"/>
                <a:cs typeface="Arial MT"/>
              </a:rPr>
              <a:t>l</a:t>
            </a:r>
            <a:r>
              <a:rPr sz="2400" spc="-5" dirty="0">
                <a:solidFill>
                  <a:srgbClr val="624722"/>
                </a:solidFill>
                <a:latin typeface="Arial MT"/>
                <a:cs typeface="Arial MT"/>
              </a:rPr>
              <a:t>ass</a:t>
            </a:r>
            <a:endParaRPr sz="2400">
              <a:latin typeface="Arial MT"/>
              <a:cs typeface="Arial MT"/>
            </a:endParaRPr>
          </a:p>
        </p:txBody>
      </p:sp>
      <p:sp>
        <p:nvSpPr>
          <p:cNvPr id="7" name="object 7"/>
          <p:cNvSpPr txBox="1"/>
          <p:nvPr/>
        </p:nvSpPr>
        <p:spPr>
          <a:xfrm>
            <a:off x="871219" y="3139566"/>
            <a:ext cx="3126105" cy="757555"/>
          </a:xfrm>
          <a:prstGeom prst="rect">
            <a:avLst/>
          </a:prstGeom>
        </p:spPr>
        <p:txBody>
          <a:bodyPr vert="horz" wrap="square" lIns="0" tIns="12700" rIns="0" bIns="0" rtlCol="0">
            <a:spAutoFit/>
          </a:bodyPr>
          <a:lstStyle/>
          <a:p>
            <a:pPr marL="12700">
              <a:lnSpc>
                <a:spcPct val="100000"/>
              </a:lnSpc>
              <a:spcBef>
                <a:spcPts val="100"/>
              </a:spcBef>
              <a:tabLst>
                <a:tab pos="522605" algn="l"/>
                <a:tab pos="1833880" algn="l"/>
                <a:tab pos="2822575" algn="l"/>
              </a:tabLst>
            </a:pPr>
            <a:r>
              <a:rPr sz="2400" b="1" u="heavy" dirty="0">
                <a:solidFill>
                  <a:srgbClr val="624722"/>
                </a:solidFill>
                <a:uFill>
                  <a:solidFill>
                    <a:srgbClr val="624722"/>
                  </a:solidFill>
                </a:uFill>
                <a:latin typeface="Arial"/>
                <a:cs typeface="Arial"/>
              </a:rPr>
              <a:t>IP	rang</a:t>
            </a:r>
            <a:r>
              <a:rPr sz="2400" b="1" u="heavy" spc="-10" dirty="0">
                <a:solidFill>
                  <a:srgbClr val="624722"/>
                </a:solidFill>
                <a:uFill>
                  <a:solidFill>
                    <a:srgbClr val="624722"/>
                  </a:solidFill>
                </a:uFill>
                <a:latin typeface="Arial"/>
                <a:cs typeface="Arial"/>
              </a:rPr>
              <a:t>es</a:t>
            </a:r>
            <a:r>
              <a:rPr sz="2400" dirty="0">
                <a:solidFill>
                  <a:srgbClr val="624722"/>
                </a:solidFill>
                <a:latin typeface="Arial MT"/>
                <a:cs typeface="Arial MT"/>
              </a:rPr>
              <a:t>:	</a:t>
            </a:r>
            <a:r>
              <a:rPr sz="2400" spc="-5" dirty="0">
                <a:solidFill>
                  <a:srgbClr val="624722"/>
                </a:solidFill>
                <a:latin typeface="Arial MT"/>
                <a:cs typeface="Arial MT"/>
              </a:rPr>
              <a:t>C</a:t>
            </a:r>
            <a:r>
              <a:rPr sz="2400" spc="-15" dirty="0">
                <a:solidFill>
                  <a:srgbClr val="624722"/>
                </a:solidFill>
                <a:latin typeface="Arial MT"/>
                <a:cs typeface="Arial MT"/>
              </a:rPr>
              <a:t>l</a:t>
            </a:r>
            <a:r>
              <a:rPr sz="2400" spc="-5" dirty="0">
                <a:solidFill>
                  <a:srgbClr val="624722"/>
                </a:solidFill>
                <a:latin typeface="Arial MT"/>
                <a:cs typeface="Arial MT"/>
              </a:rPr>
              <a:t>ass</a:t>
            </a:r>
            <a:r>
              <a:rPr sz="2400" dirty="0">
                <a:solidFill>
                  <a:srgbClr val="624722"/>
                </a:solidFill>
                <a:latin typeface="Arial MT"/>
                <a:cs typeface="Arial MT"/>
              </a:rPr>
              <a:t>	</a:t>
            </a:r>
            <a:r>
              <a:rPr sz="2400" spc="5" dirty="0">
                <a:solidFill>
                  <a:srgbClr val="624722"/>
                </a:solidFill>
                <a:latin typeface="Arial MT"/>
                <a:cs typeface="Arial MT"/>
              </a:rPr>
              <a:t>A,</a:t>
            </a:r>
            <a:endParaRPr sz="2400">
              <a:latin typeface="Arial MT"/>
              <a:cs typeface="Arial MT"/>
            </a:endParaRPr>
          </a:p>
          <a:p>
            <a:pPr marR="7620" algn="r">
              <a:lnSpc>
                <a:spcPct val="100000"/>
              </a:lnSpc>
            </a:pPr>
            <a:r>
              <a:rPr sz="2400" spc="-5" dirty="0">
                <a:solidFill>
                  <a:srgbClr val="624722"/>
                </a:solidFill>
                <a:latin typeface="Arial MT"/>
                <a:cs typeface="Arial MT"/>
              </a:rPr>
              <a:t>C,</a:t>
            </a:r>
            <a:endParaRPr sz="2400">
              <a:latin typeface="Arial MT"/>
              <a:cs typeface="Arial MT"/>
            </a:endParaRPr>
          </a:p>
        </p:txBody>
      </p:sp>
      <p:sp>
        <p:nvSpPr>
          <p:cNvPr id="8" name="object 8"/>
          <p:cNvSpPr txBox="1"/>
          <p:nvPr/>
        </p:nvSpPr>
        <p:spPr>
          <a:xfrm>
            <a:off x="871219" y="3871341"/>
            <a:ext cx="3125470" cy="1489075"/>
          </a:xfrm>
          <a:prstGeom prst="rect">
            <a:avLst/>
          </a:prstGeom>
        </p:spPr>
        <p:txBody>
          <a:bodyPr vert="horz" wrap="square" lIns="0" tIns="12700" rIns="0" bIns="0" rtlCol="0">
            <a:spAutoFit/>
          </a:bodyPr>
          <a:lstStyle/>
          <a:p>
            <a:pPr marL="12700" marR="5080" algn="just">
              <a:lnSpc>
                <a:spcPct val="100000"/>
              </a:lnSpc>
              <a:spcBef>
                <a:spcPts val="100"/>
              </a:spcBef>
            </a:pPr>
            <a:r>
              <a:rPr sz="2400" spc="-5" dirty="0">
                <a:solidFill>
                  <a:srgbClr val="624722"/>
                </a:solidFill>
                <a:latin typeface="Arial MT"/>
                <a:cs typeface="Arial MT"/>
              </a:rPr>
              <a:t>Class D and Class E, </a:t>
            </a:r>
            <a:r>
              <a:rPr sz="2400" dirty="0">
                <a:solidFill>
                  <a:srgbClr val="624722"/>
                </a:solidFill>
                <a:latin typeface="Arial MT"/>
                <a:cs typeface="Arial MT"/>
              </a:rPr>
              <a:t> while </a:t>
            </a:r>
            <a:r>
              <a:rPr sz="2400" spc="-5" dirty="0">
                <a:solidFill>
                  <a:srgbClr val="624722"/>
                </a:solidFill>
                <a:latin typeface="Arial MT"/>
                <a:cs typeface="Arial MT"/>
              </a:rPr>
              <a:t>only A, </a:t>
            </a:r>
            <a:r>
              <a:rPr sz="2400" spc="-10" dirty="0">
                <a:solidFill>
                  <a:srgbClr val="624722"/>
                </a:solidFill>
                <a:latin typeface="Arial MT"/>
                <a:cs typeface="Arial MT"/>
              </a:rPr>
              <a:t>B, </a:t>
            </a:r>
            <a:r>
              <a:rPr sz="2400" spc="-5" dirty="0">
                <a:solidFill>
                  <a:srgbClr val="624722"/>
                </a:solidFill>
                <a:latin typeface="Arial MT"/>
                <a:cs typeface="Arial MT"/>
              </a:rPr>
              <a:t>and C </a:t>
            </a:r>
            <a:r>
              <a:rPr sz="2400" dirty="0">
                <a:solidFill>
                  <a:srgbClr val="624722"/>
                </a:solidFill>
                <a:latin typeface="Arial MT"/>
                <a:cs typeface="Arial MT"/>
              </a:rPr>
              <a:t> </a:t>
            </a:r>
            <a:r>
              <a:rPr sz="2400" spc="-5" dirty="0">
                <a:solidFill>
                  <a:srgbClr val="624722"/>
                </a:solidFill>
                <a:latin typeface="Arial MT"/>
                <a:cs typeface="Arial MT"/>
              </a:rPr>
              <a:t>are</a:t>
            </a:r>
            <a:r>
              <a:rPr sz="2400" dirty="0">
                <a:solidFill>
                  <a:srgbClr val="624722"/>
                </a:solidFill>
                <a:latin typeface="Arial MT"/>
                <a:cs typeface="Arial MT"/>
              </a:rPr>
              <a:t> </a:t>
            </a:r>
            <a:r>
              <a:rPr sz="2400" spc="-5" dirty="0">
                <a:solidFill>
                  <a:srgbClr val="624722"/>
                </a:solidFill>
                <a:latin typeface="Arial MT"/>
                <a:cs typeface="Arial MT"/>
              </a:rPr>
              <a:t>commonly</a:t>
            </a:r>
            <a:r>
              <a:rPr sz="2400" dirty="0">
                <a:solidFill>
                  <a:srgbClr val="624722"/>
                </a:solidFill>
                <a:latin typeface="Arial MT"/>
                <a:cs typeface="Arial MT"/>
              </a:rPr>
              <a:t> </a:t>
            </a:r>
            <a:r>
              <a:rPr sz="2400" spc="-5" dirty="0">
                <a:solidFill>
                  <a:srgbClr val="624722"/>
                </a:solidFill>
                <a:latin typeface="Arial MT"/>
                <a:cs typeface="Arial MT"/>
              </a:rPr>
              <a:t>used. </a:t>
            </a:r>
            <a:r>
              <a:rPr sz="2400" spc="-655" dirty="0">
                <a:solidFill>
                  <a:srgbClr val="624722"/>
                </a:solidFill>
                <a:latin typeface="Arial MT"/>
                <a:cs typeface="Arial MT"/>
              </a:rPr>
              <a:t> </a:t>
            </a:r>
            <a:r>
              <a:rPr sz="2400" spc="-5" dirty="0">
                <a:solidFill>
                  <a:srgbClr val="624722"/>
                </a:solidFill>
                <a:latin typeface="Arial MT"/>
                <a:cs typeface="Arial MT"/>
              </a:rPr>
              <a:t>Each</a:t>
            </a:r>
            <a:r>
              <a:rPr sz="2400" spc="635" dirty="0">
                <a:solidFill>
                  <a:srgbClr val="624722"/>
                </a:solidFill>
                <a:latin typeface="Arial MT"/>
                <a:cs typeface="Arial MT"/>
              </a:rPr>
              <a:t> </a:t>
            </a:r>
            <a:r>
              <a:rPr sz="2400" dirty="0">
                <a:solidFill>
                  <a:srgbClr val="624722"/>
                </a:solidFill>
                <a:latin typeface="Arial MT"/>
                <a:cs typeface="Arial MT"/>
              </a:rPr>
              <a:t>class</a:t>
            </a:r>
            <a:r>
              <a:rPr sz="2400" spc="660" dirty="0">
                <a:solidFill>
                  <a:srgbClr val="624722"/>
                </a:solidFill>
                <a:latin typeface="Arial MT"/>
                <a:cs typeface="Arial MT"/>
              </a:rPr>
              <a:t> </a:t>
            </a:r>
            <a:r>
              <a:rPr sz="2400" spc="-5" dirty="0">
                <a:solidFill>
                  <a:srgbClr val="624722"/>
                </a:solidFill>
                <a:latin typeface="Arial MT"/>
                <a:cs typeface="Arial MT"/>
              </a:rPr>
              <a:t>allows</a:t>
            </a:r>
            <a:r>
              <a:rPr sz="2400" spc="640" dirty="0">
                <a:solidFill>
                  <a:srgbClr val="624722"/>
                </a:solidFill>
                <a:latin typeface="Arial MT"/>
                <a:cs typeface="Arial MT"/>
              </a:rPr>
              <a:t> </a:t>
            </a:r>
            <a:r>
              <a:rPr sz="2400" dirty="0">
                <a:solidFill>
                  <a:srgbClr val="624722"/>
                </a:solidFill>
                <a:latin typeface="Arial MT"/>
                <a:cs typeface="Arial MT"/>
              </a:rPr>
              <a:t>for</a:t>
            </a:r>
            <a:endParaRPr sz="2400" dirty="0">
              <a:latin typeface="Arial MT"/>
              <a:cs typeface="Arial MT"/>
            </a:endParaRPr>
          </a:p>
        </p:txBody>
      </p:sp>
      <p:sp>
        <p:nvSpPr>
          <p:cNvPr id="9" name="object 9"/>
          <p:cNvSpPr txBox="1"/>
          <p:nvPr/>
        </p:nvSpPr>
        <p:spPr>
          <a:xfrm>
            <a:off x="871219" y="5334711"/>
            <a:ext cx="1722755" cy="391160"/>
          </a:xfrm>
          <a:prstGeom prst="rect">
            <a:avLst/>
          </a:prstGeom>
        </p:spPr>
        <p:txBody>
          <a:bodyPr vert="horz" wrap="square" lIns="0" tIns="12700" rIns="0" bIns="0" rtlCol="0">
            <a:spAutoFit/>
          </a:bodyPr>
          <a:lstStyle/>
          <a:p>
            <a:pPr marL="12700">
              <a:lnSpc>
                <a:spcPct val="100000"/>
              </a:lnSpc>
              <a:spcBef>
                <a:spcPts val="100"/>
              </a:spcBef>
              <a:tabLst>
                <a:tab pos="428625" algn="l"/>
                <a:tab pos="1456055" algn="l"/>
              </a:tabLst>
            </a:pPr>
            <a:r>
              <a:rPr sz="2400" spc="-5" dirty="0">
                <a:solidFill>
                  <a:srgbClr val="624722"/>
                </a:solidFill>
                <a:latin typeface="Arial MT"/>
                <a:cs typeface="Arial MT"/>
              </a:rPr>
              <a:t>a	range	of</a:t>
            </a:r>
            <a:endParaRPr sz="2400">
              <a:latin typeface="Arial MT"/>
              <a:cs typeface="Arial MT"/>
            </a:endParaRPr>
          </a:p>
        </p:txBody>
      </p:sp>
      <p:sp>
        <p:nvSpPr>
          <p:cNvPr id="10" name="object 10"/>
          <p:cNvSpPr txBox="1"/>
          <p:nvPr/>
        </p:nvSpPr>
        <p:spPr>
          <a:xfrm>
            <a:off x="871219" y="5334711"/>
            <a:ext cx="3131820" cy="756920"/>
          </a:xfrm>
          <a:prstGeom prst="rect">
            <a:avLst/>
          </a:prstGeom>
        </p:spPr>
        <p:txBody>
          <a:bodyPr vert="horz" wrap="square" lIns="0" tIns="12700" rIns="0" bIns="0" rtlCol="0">
            <a:spAutoFit/>
          </a:bodyPr>
          <a:lstStyle/>
          <a:p>
            <a:pPr marL="12700" marR="5080" indent="1944370">
              <a:lnSpc>
                <a:spcPct val="100000"/>
              </a:lnSpc>
              <a:spcBef>
                <a:spcPts val="100"/>
              </a:spcBef>
              <a:tabLst>
                <a:tab pos="1748155" algn="l"/>
                <a:tab pos="2828925" algn="l"/>
                <a:tab pos="2873375" algn="l"/>
              </a:tabLst>
            </a:pPr>
            <a:r>
              <a:rPr sz="2400" spc="-5" dirty="0">
                <a:solidFill>
                  <a:srgbClr val="624722"/>
                </a:solidFill>
                <a:latin typeface="Arial MT"/>
                <a:cs typeface="Arial MT"/>
              </a:rPr>
              <a:t>val</a:t>
            </a:r>
            <a:r>
              <a:rPr sz="2400" spc="-20" dirty="0">
                <a:solidFill>
                  <a:srgbClr val="624722"/>
                </a:solidFill>
                <a:latin typeface="Arial MT"/>
                <a:cs typeface="Arial MT"/>
              </a:rPr>
              <a:t>i</a:t>
            </a:r>
            <a:r>
              <a:rPr sz="2400" spc="-5" dirty="0">
                <a:solidFill>
                  <a:srgbClr val="624722"/>
                </a:solidFill>
                <a:latin typeface="Arial MT"/>
                <a:cs typeface="Arial MT"/>
              </a:rPr>
              <a:t>d</a:t>
            </a:r>
            <a:r>
              <a:rPr sz="2400" dirty="0">
                <a:solidFill>
                  <a:srgbClr val="624722"/>
                </a:solidFill>
                <a:latin typeface="Arial MT"/>
                <a:cs typeface="Arial MT"/>
              </a:rPr>
              <a:t>	IP  </a:t>
            </a:r>
            <a:r>
              <a:rPr sz="2400" spc="-5" dirty="0">
                <a:solidFill>
                  <a:srgbClr val="624722"/>
                </a:solidFill>
                <a:latin typeface="Arial MT"/>
                <a:cs typeface="Arial MT"/>
              </a:rPr>
              <a:t>ad</a:t>
            </a:r>
            <a:r>
              <a:rPr sz="2400" spc="-15" dirty="0">
                <a:solidFill>
                  <a:srgbClr val="624722"/>
                </a:solidFill>
                <a:latin typeface="Arial MT"/>
                <a:cs typeface="Arial MT"/>
              </a:rPr>
              <a:t>d</a:t>
            </a:r>
            <a:r>
              <a:rPr sz="2400" spc="-5" dirty="0">
                <a:solidFill>
                  <a:srgbClr val="624722"/>
                </a:solidFill>
                <a:latin typeface="Arial MT"/>
                <a:cs typeface="Arial MT"/>
              </a:rPr>
              <a:t>res</a:t>
            </a:r>
            <a:r>
              <a:rPr sz="2400" spc="5" dirty="0">
                <a:solidFill>
                  <a:srgbClr val="624722"/>
                </a:solidFill>
                <a:latin typeface="Arial MT"/>
                <a:cs typeface="Arial MT"/>
              </a:rPr>
              <a:t>s</a:t>
            </a:r>
            <a:r>
              <a:rPr sz="2400" spc="-5" dirty="0">
                <a:solidFill>
                  <a:srgbClr val="624722"/>
                </a:solidFill>
                <a:latin typeface="Arial MT"/>
                <a:cs typeface="Arial MT"/>
              </a:rPr>
              <a:t>es,	shown</a:t>
            </a:r>
            <a:r>
              <a:rPr sz="2400" dirty="0">
                <a:solidFill>
                  <a:srgbClr val="624722"/>
                </a:solidFill>
                <a:latin typeface="Arial MT"/>
                <a:cs typeface="Arial MT"/>
              </a:rPr>
              <a:t>		in</a:t>
            </a:r>
            <a:endParaRPr sz="2400" dirty="0">
              <a:latin typeface="Arial MT"/>
              <a:cs typeface="Arial MT"/>
            </a:endParaRPr>
          </a:p>
        </p:txBody>
      </p:sp>
      <p:sp>
        <p:nvSpPr>
          <p:cNvPr id="11" name="object 11"/>
          <p:cNvSpPr txBox="1"/>
          <p:nvPr/>
        </p:nvSpPr>
        <p:spPr>
          <a:xfrm>
            <a:off x="871219" y="6066231"/>
            <a:ext cx="2552065"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624722"/>
                </a:solidFill>
                <a:latin typeface="Arial MT"/>
                <a:cs typeface="Arial MT"/>
              </a:rPr>
              <a:t>the</a:t>
            </a:r>
            <a:r>
              <a:rPr sz="2400" spc="-30" dirty="0">
                <a:solidFill>
                  <a:srgbClr val="624722"/>
                </a:solidFill>
                <a:latin typeface="Arial MT"/>
                <a:cs typeface="Arial MT"/>
              </a:rPr>
              <a:t> </a:t>
            </a:r>
            <a:r>
              <a:rPr sz="2400" spc="-5" dirty="0">
                <a:solidFill>
                  <a:srgbClr val="624722"/>
                </a:solidFill>
                <a:latin typeface="Arial MT"/>
                <a:cs typeface="Arial MT"/>
              </a:rPr>
              <a:t>following</a:t>
            </a:r>
            <a:r>
              <a:rPr sz="2400" spc="25" dirty="0">
                <a:solidFill>
                  <a:srgbClr val="624722"/>
                </a:solidFill>
                <a:latin typeface="Arial MT"/>
                <a:cs typeface="Arial MT"/>
              </a:rPr>
              <a:t> </a:t>
            </a:r>
            <a:r>
              <a:rPr sz="2400" spc="-5" dirty="0">
                <a:solidFill>
                  <a:srgbClr val="624722"/>
                </a:solidFill>
                <a:latin typeface="Arial MT"/>
                <a:cs typeface="Arial MT"/>
              </a:rPr>
              <a:t>table.</a:t>
            </a:r>
            <a:endParaRPr sz="2400" dirty="0">
              <a:latin typeface="Arial MT"/>
              <a:cs typeface="Arial M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228600" y="765720"/>
            <a:ext cx="11049000" cy="6343403"/>
          </a:xfrm>
          <a:prstGeom prst="rect">
            <a:avLst/>
          </a:prstGeom>
        </p:spPr>
        <p:txBody>
          <a:bodyPr vert="horz" wrap="square" lIns="0" tIns="53975" rIns="0" bIns="0" numCol="2" rtlCol="0">
            <a:spAutoFit/>
          </a:bodyPr>
          <a:lstStyle/>
          <a:p>
            <a:pPr marL="469265" marR="5080" lvl="1" algn="just">
              <a:lnSpc>
                <a:spcPct val="150000"/>
              </a:lnSpc>
              <a:spcBef>
                <a:spcPts val="425"/>
              </a:spcBef>
              <a:buSzPct val="79166"/>
              <a:tabLst>
                <a:tab pos="241935" algn="l"/>
              </a:tabLst>
            </a:pPr>
            <a:r>
              <a:rPr lang="en-US" sz="2400" spc="-5" dirty="0" smtClean="0">
                <a:solidFill>
                  <a:schemeClr val="accent2">
                    <a:lumMod val="75000"/>
                  </a:schemeClr>
                </a:solidFill>
                <a:latin typeface="Times New Roman" panose="02020603050405020304" pitchFamily="18" charset="0"/>
                <a:cs typeface="Times New Roman" panose="02020603050405020304" pitchFamily="18" charset="0"/>
              </a:rPr>
              <a:t>F</a:t>
            </a:r>
            <a:r>
              <a:rPr sz="2400" spc="-5" dirty="0" smtClean="0">
                <a:solidFill>
                  <a:schemeClr val="accent2">
                    <a:lumMod val="75000"/>
                  </a:schemeClr>
                </a:solidFill>
                <a:latin typeface="Times New Roman" panose="02020603050405020304" pitchFamily="18" charset="0"/>
                <a:cs typeface="Times New Roman" panose="02020603050405020304" pitchFamily="18" charset="0"/>
              </a:rPr>
              <a:t>or </a:t>
            </a:r>
            <a:r>
              <a:rPr sz="2400" dirty="0" smtClean="0">
                <a:solidFill>
                  <a:schemeClr val="accent2">
                    <a:lumMod val="75000"/>
                  </a:schemeClr>
                </a:solidFill>
                <a:latin typeface="Times New Roman" panose="02020603050405020304" pitchFamily="18" charset="0"/>
                <a:cs typeface="Times New Roman" panose="02020603050405020304" pitchFamily="18" charset="0"/>
              </a:rPr>
              <a:t> </a:t>
            </a:r>
            <a:r>
              <a:rPr sz="2400" spc="-5" dirty="0">
                <a:solidFill>
                  <a:schemeClr val="accent2">
                    <a:lumMod val="75000"/>
                  </a:schemeClr>
                </a:solidFill>
                <a:latin typeface="Times New Roman" panose="02020603050405020304" pitchFamily="18" charset="0"/>
                <a:cs typeface="Times New Roman" panose="02020603050405020304" pitchFamily="18" charset="0"/>
              </a:rPr>
              <a:t>example,</a:t>
            </a:r>
            <a:r>
              <a:rPr sz="2400" dirty="0">
                <a:solidFill>
                  <a:schemeClr val="accent2">
                    <a:lumMod val="75000"/>
                  </a:schemeClr>
                </a:solidFill>
                <a:latin typeface="Times New Roman" panose="02020603050405020304" pitchFamily="18" charset="0"/>
                <a:cs typeface="Times New Roman" panose="02020603050405020304" pitchFamily="18" charset="0"/>
              </a:rPr>
              <a:t> </a:t>
            </a:r>
            <a:r>
              <a:rPr sz="2400" b="1" spc="-5" dirty="0">
                <a:solidFill>
                  <a:schemeClr val="accent2">
                    <a:lumMod val="75000"/>
                  </a:schemeClr>
                </a:solidFill>
                <a:latin typeface="Times New Roman" panose="02020603050405020304" pitchFamily="18" charset="0"/>
                <a:cs typeface="Times New Roman" panose="02020603050405020304" pitchFamily="18" charset="0"/>
              </a:rPr>
              <a:t>127.0.0.1</a:t>
            </a:r>
            <a:r>
              <a:rPr sz="2400" b="1" dirty="0">
                <a:solidFill>
                  <a:schemeClr val="accent2">
                    <a:lumMod val="75000"/>
                  </a:schemeClr>
                </a:solidFill>
                <a:latin typeface="Times New Roman" panose="02020603050405020304" pitchFamily="18" charset="0"/>
                <a:cs typeface="Times New Roman" panose="02020603050405020304" pitchFamily="18" charset="0"/>
              </a:rPr>
              <a:t> </a:t>
            </a:r>
            <a:r>
              <a:rPr sz="2400" spc="-5" dirty="0">
                <a:solidFill>
                  <a:schemeClr val="accent2">
                    <a:lumMod val="75000"/>
                  </a:schemeClr>
                </a:solidFill>
                <a:latin typeface="Times New Roman" panose="02020603050405020304" pitchFamily="18" charset="0"/>
                <a:cs typeface="Times New Roman" panose="02020603050405020304" pitchFamily="18" charset="0"/>
              </a:rPr>
              <a:t>is</a:t>
            </a:r>
            <a:r>
              <a:rPr sz="2400" dirty="0">
                <a:solidFill>
                  <a:schemeClr val="accent2">
                    <a:lumMod val="75000"/>
                  </a:schemeClr>
                </a:solidFill>
                <a:latin typeface="Times New Roman" panose="02020603050405020304" pitchFamily="18" charset="0"/>
                <a:cs typeface="Times New Roman" panose="02020603050405020304" pitchFamily="18" charset="0"/>
              </a:rPr>
              <a:t> the</a:t>
            </a:r>
            <a:r>
              <a:rPr sz="2400" spc="5" dirty="0">
                <a:solidFill>
                  <a:schemeClr val="accent2">
                    <a:lumMod val="75000"/>
                  </a:schemeClr>
                </a:solidFill>
                <a:latin typeface="Times New Roman" panose="02020603050405020304" pitchFamily="18" charset="0"/>
                <a:cs typeface="Times New Roman" panose="02020603050405020304" pitchFamily="18" charset="0"/>
              </a:rPr>
              <a:t> </a:t>
            </a:r>
            <a:r>
              <a:rPr sz="2400" b="1" spc="-5" dirty="0">
                <a:solidFill>
                  <a:schemeClr val="accent2">
                    <a:lumMod val="75000"/>
                  </a:schemeClr>
                </a:solidFill>
                <a:latin typeface="Times New Roman" panose="02020603050405020304" pitchFamily="18" charset="0"/>
                <a:cs typeface="Times New Roman" panose="02020603050405020304" pitchFamily="18" charset="0"/>
              </a:rPr>
              <a:t>loopback</a:t>
            </a:r>
            <a:r>
              <a:rPr sz="2400" b="1" dirty="0">
                <a:solidFill>
                  <a:schemeClr val="accent2">
                    <a:lumMod val="75000"/>
                  </a:schemeClr>
                </a:solidFill>
                <a:latin typeface="Times New Roman" panose="02020603050405020304" pitchFamily="18" charset="0"/>
                <a:cs typeface="Times New Roman" panose="02020603050405020304" pitchFamily="18" charset="0"/>
              </a:rPr>
              <a:t> </a:t>
            </a:r>
            <a:r>
              <a:rPr sz="2400" b="1" spc="-5" dirty="0">
                <a:solidFill>
                  <a:schemeClr val="accent2">
                    <a:lumMod val="75000"/>
                  </a:schemeClr>
                </a:solidFill>
                <a:latin typeface="Times New Roman" panose="02020603050405020304" pitchFamily="18" charset="0"/>
                <a:cs typeface="Times New Roman" panose="02020603050405020304" pitchFamily="18" charset="0"/>
              </a:rPr>
              <a:t>address</a:t>
            </a:r>
            <a:r>
              <a:rPr sz="2400" spc="-5" dirty="0">
                <a:solidFill>
                  <a:schemeClr val="accent2">
                    <a:lumMod val="75000"/>
                  </a:schemeClr>
                </a:solidFill>
                <a:latin typeface="Times New Roman" panose="02020603050405020304" pitchFamily="18" charset="0"/>
                <a:cs typeface="Times New Roman" panose="02020603050405020304" pitchFamily="18" charset="0"/>
              </a:rPr>
              <a:t>.</a:t>
            </a:r>
            <a:r>
              <a:rPr sz="2400" dirty="0">
                <a:solidFill>
                  <a:schemeClr val="accent2">
                    <a:lumMod val="75000"/>
                  </a:schemeClr>
                </a:solidFill>
                <a:latin typeface="Times New Roman" panose="02020603050405020304" pitchFamily="18" charset="0"/>
                <a:cs typeface="Times New Roman" panose="02020603050405020304" pitchFamily="18" charset="0"/>
              </a:rPr>
              <a:t> </a:t>
            </a:r>
            <a:endParaRPr lang="en-US" sz="2400" dirty="0" smtClean="0">
              <a:solidFill>
                <a:schemeClr val="accent2">
                  <a:lumMod val="75000"/>
                </a:schemeClr>
              </a:solidFill>
              <a:latin typeface="Times New Roman" panose="02020603050405020304" pitchFamily="18" charset="0"/>
              <a:cs typeface="Times New Roman" panose="02020603050405020304" pitchFamily="18" charset="0"/>
            </a:endParaRPr>
          </a:p>
          <a:p>
            <a:pPr marL="469265" marR="5080" lvl="1" algn="just">
              <a:lnSpc>
                <a:spcPct val="150000"/>
              </a:lnSpc>
              <a:spcBef>
                <a:spcPts val="425"/>
              </a:spcBef>
              <a:buSzPct val="79166"/>
              <a:tabLst>
                <a:tab pos="241935" algn="l"/>
              </a:tabLst>
            </a:pPr>
            <a:r>
              <a:rPr lang="en-US" sz="2400" dirty="0" smtClean="0">
                <a:solidFill>
                  <a:schemeClr val="accent2">
                    <a:lumMod val="75000"/>
                  </a:schemeClr>
                </a:solidFill>
                <a:latin typeface="Times New Roman" panose="02020603050405020304" pitchFamily="18" charset="0"/>
                <a:cs typeface="Times New Roman" panose="02020603050405020304" pitchFamily="18" charset="0"/>
              </a:rPr>
              <a:t>Packets </a:t>
            </a:r>
            <a:r>
              <a:rPr lang="en-US" sz="2400" dirty="0">
                <a:solidFill>
                  <a:schemeClr val="accent2">
                    <a:lumMod val="75000"/>
                  </a:schemeClr>
                </a:solidFill>
                <a:latin typeface="Times New Roman" panose="02020603050405020304" pitchFamily="18" charset="0"/>
                <a:cs typeface="Times New Roman" panose="02020603050405020304" pitchFamily="18" charset="0"/>
              </a:rPr>
              <a:t>sent to this address never reach the network but are looped through the network interface card only. This can be used for diagnostic purposes to verify that the internal path through the TCP/IP protocols is working</a:t>
            </a:r>
            <a:r>
              <a:rPr lang="en-US" sz="2400" dirty="0" smtClean="0">
                <a:solidFill>
                  <a:schemeClr val="accent2">
                    <a:lumMod val="75000"/>
                  </a:schemeClr>
                </a:solidFill>
                <a:latin typeface="Times New Roman" panose="02020603050405020304" pitchFamily="18" charset="0"/>
                <a:cs typeface="Times New Roman" panose="02020603050405020304" pitchFamily="18" charset="0"/>
              </a:rPr>
              <a:t>.</a:t>
            </a:r>
          </a:p>
          <a:p>
            <a:pPr marL="469265" marR="5080" lvl="1" algn="just">
              <a:lnSpc>
                <a:spcPct val="150000"/>
              </a:lnSpc>
              <a:spcBef>
                <a:spcPts val="425"/>
              </a:spcBef>
              <a:buSzPct val="79166"/>
              <a:tabLst>
                <a:tab pos="241935" algn="l"/>
              </a:tabLst>
            </a:pPr>
            <a:endParaRPr lang="en-US" sz="2400" dirty="0">
              <a:solidFill>
                <a:schemeClr val="accent2">
                  <a:lumMod val="75000"/>
                </a:schemeClr>
              </a:solidFill>
              <a:latin typeface="Times New Roman" panose="02020603050405020304" pitchFamily="18" charset="0"/>
              <a:cs typeface="Times New Roman" panose="02020603050405020304" pitchFamily="18" charset="0"/>
            </a:endParaRPr>
          </a:p>
          <a:p>
            <a:pPr marL="469265" marR="5080" lvl="1" algn="just">
              <a:lnSpc>
                <a:spcPct val="150000"/>
              </a:lnSpc>
              <a:spcBef>
                <a:spcPts val="425"/>
              </a:spcBef>
              <a:buSzPct val="79166"/>
              <a:tabLst>
                <a:tab pos="241935" algn="l"/>
              </a:tabLst>
            </a:pPr>
            <a:endParaRPr lang="en-US" sz="2400" dirty="0" smtClean="0">
              <a:solidFill>
                <a:schemeClr val="accent2">
                  <a:lumMod val="75000"/>
                </a:schemeClr>
              </a:solidFill>
              <a:latin typeface="Times New Roman" panose="02020603050405020304" pitchFamily="18" charset="0"/>
              <a:cs typeface="Times New Roman" panose="02020603050405020304" pitchFamily="18" charset="0"/>
            </a:endParaRPr>
          </a:p>
          <a:p>
            <a:pPr marL="469265" marR="5080" lvl="1" algn="just">
              <a:lnSpc>
                <a:spcPct val="150000"/>
              </a:lnSpc>
              <a:spcBef>
                <a:spcPts val="425"/>
              </a:spcBef>
              <a:buSzPct val="79166"/>
              <a:tabLst>
                <a:tab pos="241935" algn="l"/>
              </a:tabLst>
            </a:pPr>
            <a:endParaRPr lang="en-US" sz="2400" dirty="0" smtClean="0">
              <a:solidFill>
                <a:schemeClr val="accent2">
                  <a:lumMod val="75000"/>
                </a:schemeClr>
              </a:solidFill>
              <a:latin typeface="Times New Roman" panose="02020603050405020304" pitchFamily="18" charset="0"/>
              <a:cs typeface="Times New Roman" panose="02020603050405020304" pitchFamily="18" charset="0"/>
            </a:endParaRPr>
          </a:p>
          <a:p>
            <a:pPr marL="469265" marR="5080" lvl="1" algn="just">
              <a:lnSpc>
                <a:spcPct val="150000"/>
              </a:lnSpc>
              <a:spcBef>
                <a:spcPts val="425"/>
              </a:spcBef>
              <a:buSzPct val="79166"/>
              <a:tabLst>
                <a:tab pos="241935" algn="l"/>
              </a:tabLst>
            </a:pPr>
            <a:r>
              <a:rPr lang="en-US" sz="2400" dirty="0" smtClean="0">
                <a:solidFill>
                  <a:schemeClr val="accent2">
                    <a:lumMod val="75000"/>
                  </a:schemeClr>
                </a:solidFill>
                <a:latin typeface="Times New Roman" panose="02020603050405020304" pitchFamily="18" charset="0"/>
                <a:cs typeface="Times New Roman" panose="02020603050405020304" pitchFamily="18" charset="0"/>
              </a:rPr>
              <a:t>The loopback address is an IP address that specifies the local computer.</a:t>
            </a:r>
          </a:p>
          <a:p>
            <a:pPr marL="469265" marR="5080" lvl="1" algn="just">
              <a:lnSpc>
                <a:spcPct val="150000"/>
              </a:lnSpc>
              <a:spcBef>
                <a:spcPts val="425"/>
              </a:spcBef>
              <a:buSzPct val="79166"/>
              <a:tabLst>
                <a:tab pos="241935" algn="l"/>
              </a:tabLst>
            </a:pPr>
            <a:r>
              <a:rPr lang="en-US" sz="2400" dirty="0">
                <a:solidFill>
                  <a:schemeClr val="accent2">
                    <a:lumMod val="75000"/>
                  </a:schemeClr>
                </a:solidFill>
                <a:latin typeface="Times New Roman" panose="02020603050405020304" pitchFamily="18" charset="0"/>
                <a:cs typeface="Times New Roman" panose="02020603050405020304" pitchFamily="18" charset="0"/>
              </a:rPr>
              <a:t>127.0.0.1 is known as a loopback address, but you may see it under the name </a:t>
            </a:r>
            <a:r>
              <a:rPr lang="en-US" sz="2400" b="1" dirty="0">
                <a:solidFill>
                  <a:schemeClr val="accent2">
                    <a:lumMod val="75000"/>
                  </a:schemeClr>
                </a:solidFill>
                <a:latin typeface="Times New Roman" panose="02020603050405020304" pitchFamily="18" charset="0"/>
                <a:cs typeface="Times New Roman" panose="02020603050405020304" pitchFamily="18" charset="0"/>
              </a:rPr>
              <a:t>"localhost." </a:t>
            </a:r>
            <a:r>
              <a:rPr lang="en-US" sz="2400" dirty="0">
                <a:solidFill>
                  <a:schemeClr val="accent2">
                    <a:lumMod val="75000"/>
                  </a:schemeClr>
                </a:solidFill>
                <a:latin typeface="Times New Roman" panose="02020603050405020304" pitchFamily="18" charset="0"/>
                <a:cs typeface="Times New Roman" panose="02020603050405020304" pitchFamily="18" charset="0"/>
              </a:rPr>
              <a:t>When you point your browser to 127.0.0.1, it tries to connect to the computer you're using right now. This is handy when you want to connect to a server on your own computer</a:t>
            </a:r>
            <a:r>
              <a:rPr lang="en-US" sz="2400" dirty="0" smtClean="0">
                <a:solidFill>
                  <a:schemeClr val="accent2">
                    <a:lumMod val="75000"/>
                  </a:schemeClr>
                </a:solidFill>
                <a:latin typeface="Times New Roman" panose="02020603050405020304" pitchFamily="18" charset="0"/>
                <a:cs typeface="Times New Roman" panose="02020603050405020304" pitchFamily="18" charset="0"/>
              </a:rPr>
              <a:t>.</a:t>
            </a:r>
          </a:p>
        </p:txBody>
      </p:sp>
      <p:sp>
        <p:nvSpPr>
          <p:cNvPr id="6" name="TextBox 5"/>
          <p:cNvSpPr txBox="1"/>
          <p:nvPr/>
        </p:nvSpPr>
        <p:spPr>
          <a:xfrm>
            <a:off x="533400" y="228600"/>
            <a:ext cx="8991600" cy="769441"/>
          </a:xfrm>
          <a:prstGeom prst="rect">
            <a:avLst/>
          </a:prstGeom>
          <a:noFill/>
        </p:spPr>
        <p:txBody>
          <a:bodyPr wrap="square" rtlCol="0">
            <a:spAutoFit/>
          </a:bodyPr>
          <a:lstStyle/>
          <a:p>
            <a:pPr marL="457200" indent="-457200">
              <a:buFont typeface="Arial" panose="020B0604020202020204" pitchFamily="34" charset="0"/>
              <a:buChar char="•"/>
            </a:pPr>
            <a:r>
              <a:rPr lang="en-US" sz="2600" dirty="0">
                <a:solidFill>
                  <a:srgbClr val="002060"/>
                </a:solidFill>
                <a:latin typeface="Times New Roman" panose="02020603050405020304" pitchFamily="18" charset="0"/>
                <a:cs typeface="Times New Roman" panose="02020603050405020304" pitchFamily="18" charset="0"/>
              </a:rPr>
              <a:t>Ranges </a:t>
            </a:r>
            <a:r>
              <a:rPr lang="en-US" sz="2600" spc="-5" dirty="0">
                <a:solidFill>
                  <a:srgbClr val="002060"/>
                </a:solidFill>
                <a:latin typeface="Times New Roman" panose="02020603050405020304" pitchFamily="18" charset="0"/>
                <a:cs typeface="Times New Roman" panose="02020603050405020304" pitchFamily="18" charset="0"/>
              </a:rPr>
              <a:t>127.x.x.x are reserved </a:t>
            </a:r>
            <a:r>
              <a:rPr lang="en-US" sz="2600" dirty="0">
                <a:solidFill>
                  <a:srgbClr val="002060"/>
                </a:solidFill>
                <a:latin typeface="Times New Roman" panose="02020603050405020304" pitchFamily="18" charset="0"/>
                <a:cs typeface="Times New Roman" panose="02020603050405020304" pitchFamily="18" charset="0"/>
              </a:rPr>
              <a:t>for the </a:t>
            </a:r>
            <a:r>
              <a:rPr lang="en-US" sz="2600" spc="-5" dirty="0">
                <a:solidFill>
                  <a:srgbClr val="002060"/>
                </a:solidFill>
                <a:latin typeface="Times New Roman" panose="02020603050405020304" pitchFamily="18" charset="0"/>
                <a:cs typeface="Times New Roman" panose="02020603050405020304" pitchFamily="18" charset="0"/>
              </a:rPr>
              <a:t>loopback or localhost.</a:t>
            </a:r>
          </a:p>
          <a:p>
            <a:endParaRPr lang="en-IN" dirty="0"/>
          </a:p>
        </p:txBody>
      </p:sp>
      <p:sp>
        <p:nvSpPr>
          <p:cNvPr id="7" name="Rectangle 6"/>
          <p:cNvSpPr/>
          <p:nvPr/>
        </p:nvSpPr>
        <p:spPr>
          <a:xfrm>
            <a:off x="609600" y="5715000"/>
            <a:ext cx="9982200" cy="620619"/>
          </a:xfrm>
          <a:prstGeom prst="rect">
            <a:avLst/>
          </a:prstGeom>
        </p:spPr>
        <p:txBody>
          <a:bodyPr wrap="square">
            <a:spAutoFit/>
          </a:bodyPr>
          <a:lstStyle/>
          <a:p>
            <a:pPr marL="241300" marR="5080" indent="-229235" algn="just">
              <a:lnSpc>
                <a:spcPct val="150000"/>
              </a:lnSpc>
              <a:spcBef>
                <a:spcPts val="425"/>
              </a:spcBef>
              <a:buSzPct val="79166"/>
              <a:buChar char="•"/>
              <a:tabLst>
                <a:tab pos="241935" algn="l"/>
              </a:tabLst>
            </a:pPr>
            <a:r>
              <a:rPr lang="en-US" sz="2600" spc="-5" dirty="0">
                <a:solidFill>
                  <a:srgbClr val="002060"/>
                </a:solidFill>
                <a:latin typeface="Times New Roman" panose="02020603050405020304" pitchFamily="18" charset="0"/>
                <a:cs typeface="Times New Roman" panose="02020603050405020304" pitchFamily="18" charset="0"/>
              </a:rPr>
              <a:t>Range </a:t>
            </a:r>
            <a:r>
              <a:rPr lang="en-US" sz="2600" dirty="0">
                <a:solidFill>
                  <a:srgbClr val="002060"/>
                </a:solidFill>
                <a:latin typeface="Times New Roman" panose="02020603050405020304" pitchFamily="18" charset="0"/>
                <a:cs typeface="Times New Roman" panose="02020603050405020304" pitchFamily="18" charset="0"/>
              </a:rPr>
              <a:t> </a:t>
            </a:r>
            <a:r>
              <a:rPr lang="en-US" sz="2600" b="1" spc="-5" dirty="0">
                <a:solidFill>
                  <a:srgbClr val="002060"/>
                </a:solidFill>
                <a:latin typeface="Times New Roman" panose="02020603050405020304" pitchFamily="18" charset="0"/>
                <a:cs typeface="Times New Roman" panose="02020603050405020304" pitchFamily="18" charset="0"/>
              </a:rPr>
              <a:t>255.255.255.255</a:t>
            </a:r>
            <a:r>
              <a:rPr lang="en-US" sz="2600" b="1" spc="25"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broadcasts</a:t>
            </a:r>
            <a:r>
              <a:rPr lang="en-US" sz="2600" spc="20" dirty="0">
                <a:solidFill>
                  <a:srgbClr val="002060"/>
                </a:solidFill>
                <a:latin typeface="Times New Roman" panose="02020603050405020304" pitchFamily="18" charset="0"/>
                <a:cs typeface="Times New Roman" panose="02020603050405020304" pitchFamily="18" charset="0"/>
              </a:rPr>
              <a:t> </a:t>
            </a:r>
            <a:r>
              <a:rPr lang="en-US" sz="2600" dirty="0">
                <a:solidFill>
                  <a:srgbClr val="002060"/>
                </a:solidFill>
                <a:latin typeface="Times New Roman" panose="02020603050405020304" pitchFamily="18" charset="0"/>
                <a:cs typeface="Times New Roman" panose="02020603050405020304" pitchFamily="18" charset="0"/>
              </a:rPr>
              <a:t>to</a:t>
            </a:r>
            <a:r>
              <a:rPr lang="en-US" sz="2600" spc="-5" dirty="0">
                <a:solidFill>
                  <a:srgbClr val="002060"/>
                </a:solidFill>
                <a:latin typeface="Times New Roman" panose="02020603050405020304" pitchFamily="18" charset="0"/>
                <a:cs typeface="Times New Roman" panose="02020603050405020304" pitchFamily="18" charset="0"/>
              </a:rPr>
              <a:t> all</a:t>
            </a:r>
            <a:r>
              <a:rPr lang="en-US" sz="2600" spc="15"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hosts</a:t>
            </a:r>
            <a:r>
              <a:rPr lang="en-US" sz="2600" spc="-10"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on</a:t>
            </a:r>
            <a:r>
              <a:rPr lang="en-US" sz="2600" spc="5" dirty="0">
                <a:solidFill>
                  <a:srgbClr val="002060"/>
                </a:solidFill>
                <a:latin typeface="Times New Roman" panose="02020603050405020304" pitchFamily="18" charset="0"/>
                <a:cs typeface="Times New Roman" panose="02020603050405020304" pitchFamily="18" charset="0"/>
              </a:rPr>
              <a:t> </a:t>
            </a:r>
            <a:r>
              <a:rPr lang="en-US" sz="2600" dirty="0">
                <a:solidFill>
                  <a:srgbClr val="002060"/>
                </a:solidFill>
                <a:latin typeface="Times New Roman" panose="02020603050405020304" pitchFamily="18" charset="0"/>
                <a:cs typeface="Times New Roman" panose="02020603050405020304" pitchFamily="18" charset="0"/>
              </a:rPr>
              <a:t>the</a:t>
            </a:r>
            <a:r>
              <a:rPr lang="en-US" sz="2600" spc="5"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local</a:t>
            </a:r>
            <a:r>
              <a:rPr lang="en-US" sz="2600" spc="10"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network.</a:t>
            </a:r>
            <a:endParaRPr lang="en-US" sz="2600"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470405" y="781558"/>
            <a:ext cx="2872740" cy="635000"/>
          </a:xfrm>
          <a:prstGeom prst="rect">
            <a:avLst/>
          </a:prstGeom>
        </p:spPr>
        <p:txBody>
          <a:bodyPr vert="horz" wrap="square" lIns="0" tIns="12065" rIns="0" bIns="0" rtlCol="0">
            <a:spAutoFit/>
          </a:bodyPr>
          <a:lstStyle/>
          <a:p>
            <a:pPr marL="12700">
              <a:lnSpc>
                <a:spcPct val="100000"/>
              </a:lnSpc>
              <a:spcBef>
                <a:spcPts val="95"/>
              </a:spcBef>
            </a:pPr>
            <a:r>
              <a:rPr spc="-10" dirty="0"/>
              <a:t>Subnet</a:t>
            </a:r>
            <a:r>
              <a:rPr spc="-65" dirty="0"/>
              <a:t> </a:t>
            </a:r>
            <a:r>
              <a:rPr spc="-10" dirty="0"/>
              <a:t>Mask</a:t>
            </a:r>
          </a:p>
        </p:txBody>
      </p:sp>
      <p:sp>
        <p:nvSpPr>
          <p:cNvPr id="4" name="object 4"/>
          <p:cNvSpPr txBox="1"/>
          <p:nvPr/>
        </p:nvSpPr>
        <p:spPr>
          <a:xfrm>
            <a:off x="1143000" y="1524000"/>
            <a:ext cx="10582086" cy="4989186"/>
          </a:xfrm>
          <a:prstGeom prst="rect">
            <a:avLst/>
          </a:prstGeom>
        </p:spPr>
        <p:txBody>
          <a:bodyPr vert="horz" wrap="square" lIns="0" tIns="94615" rIns="0" bIns="0" rtlCol="0">
            <a:spAutoFit/>
          </a:bodyPr>
          <a:lstStyle/>
          <a:p>
            <a:pPr marL="241300" marR="12065" indent="-229235" algn="just">
              <a:lnSpc>
                <a:spcPct val="150000"/>
              </a:lnSpc>
              <a:spcBef>
                <a:spcPts val="745"/>
              </a:spcBef>
              <a:buSzPct val="80357"/>
              <a:buChar char="•"/>
              <a:tabLst>
                <a:tab pos="241935" algn="l"/>
              </a:tabLst>
            </a:pPr>
            <a:r>
              <a:rPr sz="2400" spc="-5" dirty="0">
                <a:solidFill>
                  <a:srgbClr val="002060"/>
                </a:solidFill>
                <a:latin typeface="Times New Roman" panose="02020603050405020304" pitchFamily="18" charset="0"/>
                <a:cs typeface="Times New Roman" panose="02020603050405020304" pitchFamily="18" charset="0"/>
              </a:rPr>
              <a:t>Every</a:t>
            </a:r>
            <a:r>
              <a:rPr sz="2400" spc="250"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device</a:t>
            </a:r>
            <a:r>
              <a:rPr sz="2400" spc="260"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has</a:t>
            </a:r>
            <a:r>
              <a:rPr sz="2400" spc="23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an</a:t>
            </a:r>
            <a:r>
              <a:rPr sz="2400" spc="25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IP</a:t>
            </a:r>
            <a:r>
              <a:rPr sz="2400" spc="18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address</a:t>
            </a:r>
            <a:r>
              <a:rPr sz="2400" spc="25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with</a:t>
            </a:r>
            <a:r>
              <a:rPr sz="2400" spc="25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two</a:t>
            </a:r>
            <a:r>
              <a:rPr sz="2400" spc="24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pieces:</a:t>
            </a:r>
            <a:r>
              <a:rPr sz="2400" spc="229" dirty="0">
                <a:solidFill>
                  <a:srgbClr val="002060"/>
                </a:solidFill>
                <a:latin typeface="Times New Roman" panose="02020603050405020304" pitchFamily="18" charset="0"/>
                <a:cs typeface="Times New Roman" panose="02020603050405020304" pitchFamily="18" charset="0"/>
              </a:rPr>
              <a:t> </a:t>
            </a:r>
            <a:r>
              <a:rPr sz="2400" i="1" spc="-5"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the</a:t>
            </a:r>
            <a:r>
              <a:rPr sz="2400" i="1" spc="254"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 </a:t>
            </a:r>
            <a:r>
              <a:rPr sz="2400" b="1" i="1"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client </a:t>
            </a:r>
            <a:r>
              <a:rPr sz="2400" b="1" i="1" spc="-765" dirty="0">
                <a:solidFill>
                  <a:schemeClr val="accent2">
                    <a:lumMod val="75000"/>
                  </a:schemeClr>
                </a:solidFill>
                <a:latin typeface="Times New Roman" panose="02020603050405020304" pitchFamily="18" charset="0"/>
                <a:cs typeface="Times New Roman" panose="02020603050405020304" pitchFamily="18" charset="0"/>
              </a:rPr>
              <a:t> </a:t>
            </a:r>
            <a:r>
              <a:rPr sz="2400" b="1" i="1"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or</a:t>
            </a:r>
            <a:r>
              <a:rPr sz="2400" b="1" i="1" spc="5"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 </a:t>
            </a:r>
            <a:r>
              <a:rPr sz="2400" b="1" i="1"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host</a:t>
            </a:r>
            <a:r>
              <a:rPr sz="2400" b="1" i="1" spc="-10"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 </a:t>
            </a:r>
            <a:r>
              <a:rPr sz="2400" i="1"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address</a:t>
            </a:r>
            <a:r>
              <a:rPr sz="2400" b="1" i="1" spc="10"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 </a:t>
            </a:r>
            <a:r>
              <a:rPr sz="2400" i="1"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and</a:t>
            </a:r>
            <a:r>
              <a:rPr sz="2400" i="1" spc="5"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 </a:t>
            </a:r>
            <a:r>
              <a:rPr sz="2400" i="1" spc="-5"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the</a:t>
            </a:r>
            <a:r>
              <a:rPr sz="2400" i="1" spc="15"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 </a:t>
            </a:r>
            <a:r>
              <a:rPr sz="2400" b="1" i="1" spc="-5"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server</a:t>
            </a:r>
            <a:r>
              <a:rPr sz="2400" b="1" i="1" spc="5"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 </a:t>
            </a:r>
            <a:r>
              <a:rPr sz="2400" b="1" i="1"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or</a:t>
            </a:r>
            <a:r>
              <a:rPr sz="2400" b="1" i="1" spc="5"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 </a:t>
            </a:r>
            <a:r>
              <a:rPr sz="2400" b="1" i="1" spc="-5"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network</a:t>
            </a:r>
            <a:r>
              <a:rPr sz="2400" b="1" i="1" spc="20"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 </a:t>
            </a:r>
            <a:r>
              <a:rPr sz="2400" i="1"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address</a:t>
            </a:r>
            <a:r>
              <a:rPr sz="2400" dirty="0">
                <a:solidFill>
                  <a:schemeClr val="accent2">
                    <a:lumMod val="75000"/>
                  </a:schemeClr>
                </a:solidFill>
                <a:latin typeface="Times New Roman" panose="02020603050405020304" pitchFamily="18" charset="0"/>
                <a:cs typeface="Times New Roman" panose="02020603050405020304" pitchFamily="18" charset="0"/>
              </a:rPr>
              <a:t>.</a:t>
            </a:r>
          </a:p>
          <a:p>
            <a:pPr marL="241300" marR="5080" indent="-229235" algn="just">
              <a:lnSpc>
                <a:spcPct val="150000"/>
              </a:lnSpc>
              <a:spcBef>
                <a:spcPts val="1825"/>
              </a:spcBef>
              <a:buSzPct val="80357"/>
              <a:buChar char="•"/>
              <a:tabLst>
                <a:tab pos="241935" algn="l"/>
              </a:tabLst>
            </a:pPr>
            <a:r>
              <a:rPr sz="2400" spc="-5" dirty="0">
                <a:solidFill>
                  <a:srgbClr val="002060"/>
                </a:solidFill>
                <a:latin typeface="Times New Roman" panose="02020603050405020304" pitchFamily="18" charset="0"/>
                <a:cs typeface="Times New Roman" panose="02020603050405020304" pitchFamily="18" charset="0"/>
              </a:rPr>
              <a:t>The </a:t>
            </a:r>
            <a:r>
              <a:rPr sz="2400" dirty="0">
                <a:solidFill>
                  <a:srgbClr val="002060"/>
                </a:solidFill>
                <a:latin typeface="Times New Roman" panose="02020603050405020304" pitchFamily="18" charset="0"/>
                <a:cs typeface="Times New Roman" panose="02020603050405020304" pitchFamily="18" charset="0"/>
              </a:rPr>
              <a:t>subnet </a:t>
            </a:r>
            <a:r>
              <a:rPr sz="2400" spc="-5" dirty="0">
                <a:solidFill>
                  <a:srgbClr val="002060"/>
                </a:solidFill>
                <a:latin typeface="Times New Roman" panose="02020603050405020304" pitchFamily="18" charset="0"/>
                <a:cs typeface="Times New Roman" panose="02020603050405020304" pitchFamily="18" charset="0"/>
              </a:rPr>
              <a:t>mask </a:t>
            </a:r>
            <a:r>
              <a:rPr sz="2400" dirty="0">
                <a:solidFill>
                  <a:srgbClr val="002060"/>
                </a:solidFill>
                <a:latin typeface="Times New Roman" panose="02020603050405020304" pitchFamily="18" charset="0"/>
                <a:cs typeface="Times New Roman" panose="02020603050405020304" pitchFamily="18" charset="0"/>
              </a:rPr>
              <a:t>splits </a:t>
            </a:r>
            <a:r>
              <a:rPr sz="2400" spc="-5" dirty="0">
                <a:solidFill>
                  <a:srgbClr val="002060"/>
                </a:solidFill>
                <a:latin typeface="Times New Roman" panose="02020603050405020304" pitchFamily="18" charset="0"/>
                <a:cs typeface="Times New Roman" panose="02020603050405020304" pitchFamily="18" charset="0"/>
              </a:rPr>
              <a:t>the IP </a:t>
            </a:r>
            <a:r>
              <a:rPr sz="2400" dirty="0">
                <a:solidFill>
                  <a:srgbClr val="002060"/>
                </a:solidFill>
                <a:latin typeface="Times New Roman" panose="02020603050405020304" pitchFamily="18" charset="0"/>
                <a:cs typeface="Times New Roman" panose="02020603050405020304" pitchFamily="18" charset="0"/>
              </a:rPr>
              <a:t>address </a:t>
            </a:r>
            <a:r>
              <a:rPr sz="2400" spc="-5" dirty="0">
                <a:solidFill>
                  <a:srgbClr val="002060"/>
                </a:solidFill>
                <a:latin typeface="Times New Roman" panose="02020603050405020304" pitchFamily="18" charset="0"/>
                <a:cs typeface="Times New Roman" panose="02020603050405020304" pitchFamily="18" charset="0"/>
              </a:rPr>
              <a:t>into the </a:t>
            </a:r>
            <a:r>
              <a:rPr sz="2400" b="1" i="1" dirty="0">
                <a:solidFill>
                  <a:schemeClr val="accent2">
                    <a:lumMod val="75000"/>
                  </a:schemeClr>
                </a:solidFill>
                <a:latin typeface="Times New Roman" panose="02020603050405020304" pitchFamily="18" charset="0"/>
                <a:cs typeface="Times New Roman" panose="02020603050405020304" pitchFamily="18" charset="0"/>
              </a:rPr>
              <a:t>host and </a:t>
            </a:r>
            <a:r>
              <a:rPr sz="2400" b="1" i="1" spc="-5" dirty="0" smtClean="0">
                <a:solidFill>
                  <a:schemeClr val="accent2">
                    <a:lumMod val="75000"/>
                  </a:schemeClr>
                </a:solidFill>
                <a:latin typeface="Times New Roman" panose="02020603050405020304" pitchFamily="18" charset="0"/>
                <a:cs typeface="Times New Roman" panose="02020603050405020304" pitchFamily="18" charset="0"/>
              </a:rPr>
              <a:t>network </a:t>
            </a:r>
            <a:r>
              <a:rPr sz="2400" b="1" i="1" dirty="0">
                <a:solidFill>
                  <a:schemeClr val="accent2">
                    <a:lumMod val="75000"/>
                  </a:schemeClr>
                </a:solidFill>
                <a:latin typeface="Times New Roman" panose="02020603050405020304" pitchFamily="18" charset="0"/>
                <a:cs typeface="Times New Roman" panose="02020603050405020304" pitchFamily="18" charset="0"/>
              </a:rPr>
              <a:t>addresses</a:t>
            </a:r>
            <a:r>
              <a:rPr sz="2400" dirty="0">
                <a:solidFill>
                  <a:srgbClr val="002060"/>
                </a:solidFill>
                <a:latin typeface="Times New Roman" panose="02020603050405020304" pitchFamily="18" charset="0"/>
                <a:cs typeface="Times New Roman" panose="02020603050405020304" pitchFamily="18" charset="0"/>
              </a:rPr>
              <a:t>, thereby </a:t>
            </a:r>
            <a:r>
              <a:rPr sz="2400" spc="-5" dirty="0">
                <a:solidFill>
                  <a:srgbClr val="002060"/>
                </a:solidFill>
                <a:latin typeface="Times New Roman" panose="02020603050405020304" pitchFamily="18" charset="0"/>
                <a:cs typeface="Times New Roman" panose="02020603050405020304" pitchFamily="18" charset="0"/>
              </a:rPr>
              <a:t>defining which </a:t>
            </a:r>
            <a:r>
              <a:rPr sz="2400" dirty="0">
                <a:solidFill>
                  <a:srgbClr val="002060"/>
                </a:solidFill>
                <a:latin typeface="Times New Roman" panose="02020603050405020304" pitchFamily="18" charset="0"/>
                <a:cs typeface="Times New Roman" panose="02020603050405020304" pitchFamily="18" charset="0"/>
              </a:rPr>
              <a:t>part of </a:t>
            </a:r>
            <a:r>
              <a:rPr sz="2400" spc="-5" dirty="0">
                <a:solidFill>
                  <a:srgbClr val="002060"/>
                </a:solidFill>
                <a:latin typeface="Times New Roman" panose="02020603050405020304" pitchFamily="18" charset="0"/>
                <a:cs typeface="Times New Roman" panose="02020603050405020304" pitchFamily="18" charset="0"/>
              </a:rPr>
              <a:t>the </a:t>
            </a:r>
            <a:r>
              <a:rPr sz="2400" spc="-5" dirty="0" smtClean="0">
                <a:solidFill>
                  <a:srgbClr val="002060"/>
                </a:solidFill>
                <a:latin typeface="Times New Roman" panose="02020603050405020304" pitchFamily="18" charset="0"/>
                <a:cs typeface="Times New Roman" panose="02020603050405020304" pitchFamily="18" charset="0"/>
              </a:rPr>
              <a:t>IP</a:t>
            </a:r>
            <a:r>
              <a:rPr lang="en-US" sz="2400" spc="-5" dirty="0" smtClean="0">
                <a:solidFill>
                  <a:srgbClr val="002060"/>
                </a:solidFill>
                <a:latin typeface="Times New Roman" panose="02020603050405020304" pitchFamily="18" charset="0"/>
                <a:cs typeface="Times New Roman" panose="02020603050405020304" pitchFamily="18" charset="0"/>
              </a:rPr>
              <a:t> </a:t>
            </a:r>
            <a:r>
              <a:rPr sz="2400" spc="-5" dirty="0" smtClean="0">
                <a:solidFill>
                  <a:srgbClr val="002060"/>
                </a:solidFill>
                <a:latin typeface="Times New Roman" panose="02020603050405020304" pitchFamily="18" charset="0"/>
                <a:cs typeface="Times New Roman" panose="02020603050405020304" pitchFamily="18" charset="0"/>
              </a:rPr>
              <a:t>address</a:t>
            </a:r>
            <a:r>
              <a:rPr sz="2400" spc="480" dirty="0" smtClean="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belongs</a:t>
            </a:r>
            <a:r>
              <a:rPr sz="2400" spc="49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to</a:t>
            </a:r>
            <a:r>
              <a:rPr sz="2400" spc="484"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the</a:t>
            </a:r>
            <a:r>
              <a:rPr sz="2400" spc="490"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device</a:t>
            </a:r>
            <a:r>
              <a:rPr sz="2400" spc="49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and</a:t>
            </a:r>
            <a:r>
              <a:rPr sz="2400" spc="48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which</a:t>
            </a:r>
            <a:r>
              <a:rPr sz="2400" spc="49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part</a:t>
            </a:r>
            <a:r>
              <a:rPr sz="2400" spc="490"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belongs</a:t>
            </a:r>
            <a:r>
              <a:rPr sz="2400" spc="49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to </a:t>
            </a:r>
            <a:r>
              <a:rPr sz="2400" spc="-76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the</a:t>
            </a:r>
            <a:r>
              <a:rPr sz="2400" spc="10"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network.</a:t>
            </a:r>
          </a:p>
          <a:p>
            <a:pPr marL="241300" marR="10795" indent="-229235" algn="just">
              <a:lnSpc>
                <a:spcPct val="150000"/>
              </a:lnSpc>
              <a:spcBef>
                <a:spcPts val="1800"/>
              </a:spcBef>
              <a:buSzPct val="80357"/>
              <a:buChar char="•"/>
              <a:tabLst>
                <a:tab pos="241935" algn="l"/>
              </a:tabLst>
            </a:pPr>
            <a:r>
              <a:rPr sz="2400" spc="-5" dirty="0">
                <a:solidFill>
                  <a:srgbClr val="002060"/>
                </a:solidFill>
                <a:latin typeface="Times New Roman" panose="02020603050405020304" pitchFamily="18" charset="0"/>
                <a:cs typeface="Times New Roman" panose="02020603050405020304" pitchFamily="18" charset="0"/>
              </a:rPr>
              <a:t>A </a:t>
            </a:r>
            <a:r>
              <a:rPr sz="2400" dirty="0">
                <a:solidFill>
                  <a:srgbClr val="002060"/>
                </a:solidFill>
                <a:latin typeface="Times New Roman" panose="02020603050405020304" pitchFamily="18" charset="0"/>
                <a:cs typeface="Times New Roman" panose="02020603050405020304" pitchFamily="18" charset="0"/>
              </a:rPr>
              <a:t>subnet </a:t>
            </a:r>
            <a:r>
              <a:rPr sz="2400" spc="-5" dirty="0">
                <a:solidFill>
                  <a:srgbClr val="002060"/>
                </a:solidFill>
                <a:latin typeface="Times New Roman" panose="02020603050405020304" pitchFamily="18" charset="0"/>
                <a:cs typeface="Times New Roman" panose="02020603050405020304" pitchFamily="18" charset="0"/>
              </a:rPr>
              <a:t>mask is a </a:t>
            </a:r>
            <a:r>
              <a:rPr sz="2400" dirty="0">
                <a:solidFill>
                  <a:srgbClr val="002060"/>
                </a:solidFill>
                <a:latin typeface="Times New Roman" panose="02020603050405020304" pitchFamily="18" charset="0"/>
                <a:cs typeface="Times New Roman" panose="02020603050405020304" pitchFamily="18" charset="0"/>
              </a:rPr>
              <a:t>32-bit number </a:t>
            </a:r>
            <a:r>
              <a:rPr sz="2400" spc="-5" dirty="0">
                <a:solidFill>
                  <a:srgbClr val="002060"/>
                </a:solidFill>
                <a:latin typeface="Times New Roman" panose="02020603050405020304" pitchFamily="18" charset="0"/>
                <a:cs typeface="Times New Roman" panose="02020603050405020304" pitchFamily="18" charset="0"/>
              </a:rPr>
              <a:t>created </a:t>
            </a:r>
            <a:r>
              <a:rPr sz="2400" dirty="0">
                <a:solidFill>
                  <a:srgbClr val="002060"/>
                </a:solidFill>
                <a:latin typeface="Times New Roman" panose="02020603050405020304" pitchFamily="18" charset="0"/>
                <a:cs typeface="Times New Roman" panose="02020603050405020304" pitchFamily="18" charset="0"/>
              </a:rPr>
              <a:t>by </a:t>
            </a:r>
            <a:r>
              <a:rPr sz="2400" spc="-5" dirty="0">
                <a:solidFill>
                  <a:srgbClr val="002060"/>
                </a:solidFill>
                <a:latin typeface="Times New Roman" panose="02020603050405020304" pitchFamily="18" charset="0"/>
                <a:cs typeface="Times New Roman" panose="02020603050405020304" pitchFamily="18" charset="0"/>
              </a:rPr>
              <a:t>setting host </a:t>
            </a:r>
            <a:r>
              <a:rPr sz="2400" spc="-5" dirty="0" smtClean="0">
                <a:solidFill>
                  <a:srgbClr val="002060"/>
                </a:solidFill>
                <a:latin typeface="Times New Roman" panose="02020603050405020304" pitchFamily="18" charset="0"/>
                <a:cs typeface="Times New Roman" panose="02020603050405020304" pitchFamily="18" charset="0"/>
              </a:rPr>
              <a:t>bits</a:t>
            </a:r>
            <a:r>
              <a:rPr sz="2400" spc="280" dirty="0" smtClean="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to</a:t>
            </a:r>
            <a:r>
              <a:rPr sz="2400" spc="28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all</a:t>
            </a:r>
            <a:r>
              <a:rPr sz="2400" spc="27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0s</a:t>
            </a:r>
            <a:r>
              <a:rPr sz="2400" spc="27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and</a:t>
            </a:r>
            <a:r>
              <a:rPr sz="2400" spc="29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setting</a:t>
            </a:r>
            <a:r>
              <a:rPr sz="2400" spc="29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network</a:t>
            </a:r>
            <a:r>
              <a:rPr sz="2400" spc="30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bits</a:t>
            </a:r>
            <a:r>
              <a:rPr sz="2400" spc="28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to</a:t>
            </a:r>
            <a:r>
              <a:rPr sz="2400" spc="27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all</a:t>
            </a:r>
            <a:r>
              <a:rPr sz="2400" spc="28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1s.</a:t>
            </a:r>
            <a:r>
              <a:rPr sz="2400" spc="27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In</a:t>
            </a:r>
            <a:r>
              <a:rPr sz="2400" spc="27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this</a:t>
            </a:r>
            <a:r>
              <a:rPr sz="2400" spc="280" dirty="0">
                <a:solidFill>
                  <a:srgbClr val="002060"/>
                </a:solidFill>
                <a:latin typeface="Times New Roman" panose="02020603050405020304" pitchFamily="18" charset="0"/>
                <a:cs typeface="Times New Roman" panose="02020603050405020304" pitchFamily="18" charset="0"/>
              </a:rPr>
              <a:t> </a:t>
            </a:r>
            <a:r>
              <a:rPr sz="2400" spc="-55" dirty="0">
                <a:solidFill>
                  <a:srgbClr val="002060"/>
                </a:solidFill>
                <a:latin typeface="Times New Roman" panose="02020603050405020304" pitchFamily="18" charset="0"/>
                <a:cs typeface="Times New Roman" panose="02020603050405020304" pitchFamily="18" charset="0"/>
              </a:rPr>
              <a:t>way, </a:t>
            </a:r>
            <a:r>
              <a:rPr sz="2400" spc="-76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the subnet mask </a:t>
            </a:r>
            <a:r>
              <a:rPr sz="2400" dirty="0">
                <a:solidFill>
                  <a:srgbClr val="002060"/>
                </a:solidFill>
                <a:latin typeface="Times New Roman" panose="02020603050405020304" pitchFamily="18" charset="0"/>
                <a:cs typeface="Times New Roman" panose="02020603050405020304" pitchFamily="18" charset="0"/>
              </a:rPr>
              <a:t>separates </a:t>
            </a:r>
            <a:r>
              <a:rPr sz="2400" spc="-5" dirty="0">
                <a:solidFill>
                  <a:srgbClr val="002060"/>
                </a:solidFill>
                <a:latin typeface="Times New Roman" panose="02020603050405020304" pitchFamily="18" charset="0"/>
                <a:cs typeface="Times New Roman" panose="02020603050405020304" pitchFamily="18" charset="0"/>
              </a:rPr>
              <a:t>the IP address into the network </a:t>
            </a:r>
            <a:r>
              <a:rPr sz="2400" dirty="0">
                <a:solidFill>
                  <a:srgbClr val="002060"/>
                </a:solidFill>
                <a:latin typeface="Times New Roman" panose="02020603050405020304" pitchFamily="18" charset="0"/>
                <a:cs typeface="Times New Roman" panose="02020603050405020304" pitchFamily="18" charset="0"/>
              </a:rPr>
              <a:t> and host</a:t>
            </a:r>
            <a:r>
              <a:rPr sz="2400" spc="-10"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addresses.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p:nvPr/>
        </p:nvSpPr>
        <p:spPr>
          <a:xfrm>
            <a:off x="762000" y="304800"/>
            <a:ext cx="10820400" cy="5956759"/>
          </a:xfrm>
          <a:prstGeom prst="rect">
            <a:avLst/>
          </a:prstGeom>
        </p:spPr>
        <p:txBody>
          <a:bodyPr vert="horz" wrap="square" lIns="0" tIns="92710" rIns="0" bIns="0" rtlCol="0">
            <a:spAutoFit/>
          </a:bodyPr>
          <a:lstStyle/>
          <a:p>
            <a:pPr marL="241300" marR="5080" indent="-229235" algn="just">
              <a:lnSpc>
                <a:spcPct val="150000"/>
              </a:lnSpc>
              <a:spcBef>
                <a:spcPts val="730"/>
              </a:spcBef>
              <a:buSzPct val="78846"/>
              <a:buChar char="•"/>
              <a:tabLst>
                <a:tab pos="241935" algn="l"/>
              </a:tabLst>
            </a:pPr>
            <a:r>
              <a:rPr sz="2600" b="1" dirty="0" smtClean="0">
                <a:solidFill>
                  <a:schemeClr val="accent2">
                    <a:lumMod val="75000"/>
                  </a:schemeClr>
                </a:solidFill>
                <a:latin typeface="Times New Roman" panose="02020603050405020304" pitchFamily="18" charset="0"/>
                <a:cs typeface="Times New Roman" panose="02020603050405020304" pitchFamily="18" charset="0"/>
              </a:rPr>
              <a:t>Class </a:t>
            </a:r>
            <a:r>
              <a:rPr sz="2600" b="1" dirty="0">
                <a:solidFill>
                  <a:schemeClr val="accent2">
                    <a:lumMod val="75000"/>
                  </a:schemeClr>
                </a:solidFill>
                <a:latin typeface="Times New Roman" panose="02020603050405020304" pitchFamily="18" charset="0"/>
                <a:cs typeface="Times New Roman" panose="02020603050405020304" pitchFamily="18" charset="0"/>
              </a:rPr>
              <a:t>A </a:t>
            </a:r>
            <a:r>
              <a:rPr sz="2600" dirty="0">
                <a:solidFill>
                  <a:srgbClr val="002060"/>
                </a:solidFill>
                <a:latin typeface="Times New Roman" panose="02020603050405020304" pitchFamily="18" charset="0"/>
                <a:cs typeface="Times New Roman" panose="02020603050405020304" pitchFamily="18" charset="0"/>
              </a:rPr>
              <a:t>subnet mask reflects the </a:t>
            </a:r>
            <a:r>
              <a:rPr sz="2600" i="1" dirty="0">
                <a:solidFill>
                  <a:srgbClr val="002060"/>
                </a:solidFill>
                <a:uFill>
                  <a:solidFill>
                    <a:srgbClr val="624722"/>
                  </a:solidFill>
                </a:uFill>
                <a:latin typeface="Times New Roman" panose="02020603050405020304" pitchFamily="18" charset="0"/>
                <a:cs typeface="Times New Roman" panose="02020603050405020304" pitchFamily="18" charset="0"/>
              </a:rPr>
              <a:t>network portion </a:t>
            </a:r>
            <a:r>
              <a:rPr sz="2600" i="1" spc="-5" dirty="0">
                <a:solidFill>
                  <a:srgbClr val="002060"/>
                </a:solidFill>
                <a:uFill>
                  <a:solidFill>
                    <a:srgbClr val="624722"/>
                  </a:solidFill>
                </a:uFill>
                <a:latin typeface="Times New Roman" panose="02020603050405020304" pitchFamily="18" charset="0"/>
                <a:cs typeface="Times New Roman" panose="02020603050405020304" pitchFamily="18" charset="0"/>
              </a:rPr>
              <a:t>in </a:t>
            </a:r>
            <a:r>
              <a:rPr sz="2600" i="1" dirty="0">
                <a:solidFill>
                  <a:srgbClr val="002060"/>
                </a:solidFill>
                <a:uFill>
                  <a:solidFill>
                    <a:srgbClr val="624722"/>
                  </a:solidFill>
                </a:uFill>
                <a:latin typeface="Times New Roman" panose="02020603050405020304" pitchFamily="18" charset="0"/>
                <a:cs typeface="Times New Roman" panose="02020603050405020304" pitchFamily="18" charset="0"/>
              </a:rPr>
              <a:t>the </a:t>
            </a:r>
            <a:r>
              <a:rPr sz="2600" i="1" spc="-5" dirty="0">
                <a:solidFill>
                  <a:srgbClr val="002060"/>
                </a:solidFill>
                <a:uFill>
                  <a:solidFill>
                    <a:srgbClr val="624722"/>
                  </a:solidFill>
                </a:uFill>
                <a:latin typeface="Times New Roman" panose="02020603050405020304" pitchFamily="18" charset="0"/>
                <a:cs typeface="Times New Roman" panose="02020603050405020304" pitchFamily="18" charset="0"/>
              </a:rPr>
              <a:t>first </a:t>
            </a:r>
            <a:r>
              <a:rPr sz="2600" i="1" dirty="0" smtClean="0">
                <a:solidFill>
                  <a:srgbClr val="002060"/>
                </a:solidFill>
                <a:uFill>
                  <a:solidFill>
                    <a:srgbClr val="624722"/>
                  </a:solidFill>
                </a:uFill>
                <a:latin typeface="Times New Roman" panose="02020603050405020304" pitchFamily="18" charset="0"/>
                <a:cs typeface="Times New Roman" panose="02020603050405020304" pitchFamily="18" charset="0"/>
              </a:rPr>
              <a:t>octet </a:t>
            </a:r>
            <a:r>
              <a:rPr sz="2600" dirty="0">
                <a:solidFill>
                  <a:srgbClr val="002060"/>
                </a:solidFill>
                <a:latin typeface="Times New Roman" panose="02020603050405020304" pitchFamily="18" charset="0"/>
                <a:cs typeface="Times New Roman" panose="02020603050405020304" pitchFamily="18" charset="0"/>
              </a:rPr>
              <a:t>and leaves octets </a:t>
            </a:r>
            <a:r>
              <a:rPr sz="2600" i="1" dirty="0">
                <a:solidFill>
                  <a:srgbClr val="002060"/>
                </a:solidFill>
                <a:uFill>
                  <a:solidFill>
                    <a:srgbClr val="624722"/>
                  </a:solidFill>
                </a:uFill>
                <a:latin typeface="Times New Roman" panose="02020603050405020304" pitchFamily="18" charset="0"/>
                <a:cs typeface="Times New Roman" panose="02020603050405020304" pitchFamily="18" charset="0"/>
              </a:rPr>
              <a:t>2, 3, and 4 for the network </a:t>
            </a:r>
            <a:r>
              <a:rPr sz="2600" i="1" spc="-5" dirty="0">
                <a:solidFill>
                  <a:srgbClr val="002060"/>
                </a:solidFill>
                <a:uFill>
                  <a:solidFill>
                    <a:srgbClr val="624722"/>
                  </a:solidFill>
                </a:uFill>
                <a:latin typeface="Times New Roman" panose="02020603050405020304" pitchFamily="18" charset="0"/>
                <a:cs typeface="Times New Roman" panose="02020603050405020304" pitchFamily="18" charset="0"/>
              </a:rPr>
              <a:t>manager </a:t>
            </a:r>
            <a:r>
              <a:rPr sz="2600" i="1" spc="-5" dirty="0" smtClean="0">
                <a:solidFill>
                  <a:srgbClr val="002060"/>
                </a:solidFill>
                <a:uFill>
                  <a:solidFill>
                    <a:srgbClr val="624722"/>
                  </a:solidFill>
                </a:uFill>
                <a:latin typeface="Times New Roman" panose="02020603050405020304" pitchFamily="18" charset="0"/>
                <a:cs typeface="Times New Roman" panose="02020603050405020304" pitchFamily="18" charset="0"/>
              </a:rPr>
              <a:t>to</a:t>
            </a:r>
            <a:r>
              <a:rPr sz="2600" i="1" dirty="0" smtClean="0">
                <a:solidFill>
                  <a:srgbClr val="002060"/>
                </a:solidFill>
                <a:latin typeface="Times New Roman" panose="02020603050405020304" pitchFamily="18" charset="0"/>
                <a:cs typeface="Times New Roman" panose="02020603050405020304" pitchFamily="18" charset="0"/>
              </a:rPr>
              <a:t> </a:t>
            </a:r>
            <a:r>
              <a:rPr sz="2600" i="1" dirty="0">
                <a:solidFill>
                  <a:srgbClr val="002060"/>
                </a:solidFill>
                <a:uFill>
                  <a:solidFill>
                    <a:srgbClr val="624722"/>
                  </a:solidFill>
                </a:uFill>
                <a:latin typeface="Times New Roman" panose="02020603050405020304" pitchFamily="18" charset="0"/>
                <a:cs typeface="Times New Roman" panose="02020603050405020304" pitchFamily="18" charset="0"/>
              </a:rPr>
              <a:t>divide into hosts and subnets as needed</a:t>
            </a:r>
            <a:r>
              <a:rPr sz="2600" dirty="0">
                <a:solidFill>
                  <a:srgbClr val="002060"/>
                </a:solidFill>
                <a:latin typeface="Times New Roman" panose="02020603050405020304" pitchFamily="18" charset="0"/>
                <a:cs typeface="Times New Roman" panose="02020603050405020304" pitchFamily="18" charset="0"/>
              </a:rPr>
              <a:t>. Class A </a:t>
            </a:r>
            <a:r>
              <a:rPr sz="2600" spc="-5" dirty="0">
                <a:solidFill>
                  <a:srgbClr val="002060"/>
                </a:solidFill>
                <a:latin typeface="Times New Roman" panose="02020603050405020304" pitchFamily="18" charset="0"/>
                <a:cs typeface="Times New Roman" panose="02020603050405020304" pitchFamily="18" charset="0"/>
              </a:rPr>
              <a:t>is </a:t>
            </a:r>
            <a:r>
              <a:rPr sz="2600" dirty="0">
                <a:solidFill>
                  <a:srgbClr val="002060"/>
                </a:solidFill>
                <a:latin typeface="Times New Roman" panose="02020603050405020304" pitchFamily="18" charset="0"/>
                <a:cs typeface="Times New Roman" panose="02020603050405020304" pitchFamily="18" charset="0"/>
              </a:rPr>
              <a:t>for </a:t>
            </a:r>
            <a:r>
              <a:rPr sz="2600" dirty="0" smtClean="0">
                <a:solidFill>
                  <a:srgbClr val="002060"/>
                </a:solidFill>
                <a:latin typeface="Times New Roman" panose="02020603050405020304" pitchFamily="18" charset="0"/>
                <a:cs typeface="Times New Roman" panose="02020603050405020304" pitchFamily="18" charset="0"/>
              </a:rPr>
              <a:t>networks</a:t>
            </a:r>
            <a:r>
              <a:rPr sz="2600" spc="5" dirty="0" smtClean="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with</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more</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than</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65,536 hosts.</a:t>
            </a:r>
          </a:p>
          <a:p>
            <a:pPr marL="241300" marR="5080" indent="-229235" algn="just">
              <a:lnSpc>
                <a:spcPct val="150000"/>
              </a:lnSpc>
              <a:spcBef>
                <a:spcPts val="1800"/>
              </a:spcBef>
              <a:buSzPct val="78846"/>
              <a:buChar char="•"/>
              <a:tabLst>
                <a:tab pos="241935" algn="l"/>
              </a:tabLst>
            </a:pPr>
            <a:r>
              <a:rPr sz="2600" b="1" dirty="0" smtClean="0">
                <a:solidFill>
                  <a:schemeClr val="accent2">
                    <a:lumMod val="75000"/>
                  </a:schemeClr>
                </a:solidFill>
                <a:latin typeface="Times New Roman" panose="02020603050405020304" pitchFamily="18" charset="0"/>
                <a:cs typeface="Times New Roman" panose="02020603050405020304" pitchFamily="18" charset="0"/>
              </a:rPr>
              <a:t>Class</a:t>
            </a:r>
            <a:r>
              <a:rPr sz="2600" b="1" spc="5" dirty="0" smtClean="0">
                <a:solidFill>
                  <a:schemeClr val="accent2">
                    <a:lumMod val="75000"/>
                  </a:schemeClr>
                </a:solidFill>
                <a:latin typeface="Times New Roman" panose="02020603050405020304" pitchFamily="18" charset="0"/>
                <a:cs typeface="Times New Roman" panose="02020603050405020304" pitchFamily="18" charset="0"/>
              </a:rPr>
              <a:t> </a:t>
            </a:r>
            <a:r>
              <a:rPr sz="2600" b="1" dirty="0">
                <a:solidFill>
                  <a:schemeClr val="accent2">
                    <a:lumMod val="75000"/>
                  </a:schemeClr>
                </a:solidFill>
                <a:latin typeface="Times New Roman" panose="02020603050405020304" pitchFamily="18" charset="0"/>
                <a:cs typeface="Times New Roman" panose="02020603050405020304" pitchFamily="18" charset="0"/>
              </a:rPr>
              <a:t>B</a:t>
            </a:r>
            <a:r>
              <a:rPr sz="2600" b="1"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subnet</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mask</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claims</a:t>
            </a:r>
            <a:r>
              <a:rPr sz="2600" dirty="0">
                <a:solidFill>
                  <a:srgbClr val="002060"/>
                </a:solidFill>
                <a:latin typeface="Times New Roman" panose="02020603050405020304" pitchFamily="18" charset="0"/>
                <a:cs typeface="Times New Roman" panose="02020603050405020304" pitchFamily="18" charset="0"/>
              </a:rPr>
              <a:t> the</a:t>
            </a:r>
            <a:r>
              <a:rPr sz="2600" spc="5" dirty="0">
                <a:solidFill>
                  <a:srgbClr val="002060"/>
                </a:solidFill>
                <a:latin typeface="Times New Roman" panose="02020603050405020304" pitchFamily="18" charset="0"/>
                <a:cs typeface="Times New Roman" panose="02020603050405020304" pitchFamily="18" charset="0"/>
              </a:rPr>
              <a:t> </a:t>
            </a:r>
            <a:r>
              <a:rPr sz="2600" i="1" spc="-5" dirty="0">
                <a:solidFill>
                  <a:srgbClr val="002060"/>
                </a:solidFill>
                <a:uFill>
                  <a:solidFill>
                    <a:srgbClr val="624722"/>
                  </a:solidFill>
                </a:uFill>
                <a:latin typeface="Times New Roman" panose="02020603050405020304" pitchFamily="18" charset="0"/>
                <a:cs typeface="Times New Roman" panose="02020603050405020304" pitchFamily="18" charset="0"/>
              </a:rPr>
              <a:t>first</a:t>
            </a:r>
            <a:r>
              <a:rPr sz="2600" i="1" dirty="0">
                <a:solidFill>
                  <a:srgbClr val="002060"/>
                </a:solidFill>
                <a:uFill>
                  <a:solidFill>
                    <a:srgbClr val="624722"/>
                  </a:solidFill>
                </a:uFill>
                <a:latin typeface="Times New Roman" panose="02020603050405020304" pitchFamily="18" charset="0"/>
                <a:cs typeface="Times New Roman" panose="02020603050405020304" pitchFamily="18" charset="0"/>
              </a:rPr>
              <a:t> two</a:t>
            </a:r>
            <a:r>
              <a:rPr sz="2600" i="1" spc="5" dirty="0">
                <a:solidFill>
                  <a:srgbClr val="002060"/>
                </a:solidFill>
                <a:uFill>
                  <a:solidFill>
                    <a:srgbClr val="624722"/>
                  </a:solidFill>
                </a:uFill>
                <a:latin typeface="Times New Roman" panose="02020603050405020304" pitchFamily="18" charset="0"/>
                <a:cs typeface="Times New Roman" panose="02020603050405020304" pitchFamily="18" charset="0"/>
              </a:rPr>
              <a:t> </a:t>
            </a:r>
            <a:r>
              <a:rPr sz="2600" i="1" dirty="0">
                <a:solidFill>
                  <a:srgbClr val="002060"/>
                </a:solidFill>
                <a:uFill>
                  <a:solidFill>
                    <a:srgbClr val="624722"/>
                  </a:solidFill>
                </a:uFill>
                <a:latin typeface="Times New Roman" panose="02020603050405020304" pitchFamily="18" charset="0"/>
                <a:cs typeface="Times New Roman" panose="02020603050405020304" pitchFamily="18" charset="0"/>
              </a:rPr>
              <a:t>octets</a:t>
            </a:r>
            <a:r>
              <a:rPr sz="2600" i="1" spc="5" dirty="0">
                <a:solidFill>
                  <a:srgbClr val="002060"/>
                </a:solidFill>
                <a:uFill>
                  <a:solidFill>
                    <a:srgbClr val="624722"/>
                  </a:solidFill>
                </a:uFill>
                <a:latin typeface="Times New Roman" panose="02020603050405020304" pitchFamily="18" charset="0"/>
                <a:cs typeface="Times New Roman" panose="02020603050405020304" pitchFamily="18" charset="0"/>
              </a:rPr>
              <a:t> </a:t>
            </a:r>
            <a:r>
              <a:rPr sz="2600" i="1" dirty="0">
                <a:solidFill>
                  <a:srgbClr val="002060"/>
                </a:solidFill>
                <a:uFill>
                  <a:solidFill>
                    <a:srgbClr val="624722"/>
                  </a:solidFill>
                </a:uFill>
                <a:latin typeface="Times New Roman" panose="02020603050405020304" pitchFamily="18" charset="0"/>
                <a:cs typeface="Times New Roman" panose="02020603050405020304" pitchFamily="18" charset="0"/>
              </a:rPr>
              <a:t>for</a:t>
            </a:r>
            <a:r>
              <a:rPr sz="2600" i="1" spc="720" dirty="0">
                <a:solidFill>
                  <a:srgbClr val="002060"/>
                </a:solidFill>
                <a:uFill>
                  <a:solidFill>
                    <a:srgbClr val="624722"/>
                  </a:solidFill>
                </a:uFill>
                <a:latin typeface="Times New Roman" panose="02020603050405020304" pitchFamily="18" charset="0"/>
                <a:cs typeface="Times New Roman" panose="02020603050405020304" pitchFamily="18" charset="0"/>
              </a:rPr>
              <a:t> </a:t>
            </a:r>
            <a:r>
              <a:rPr sz="2600" i="1" dirty="0">
                <a:solidFill>
                  <a:srgbClr val="002060"/>
                </a:solidFill>
                <a:uFill>
                  <a:solidFill>
                    <a:srgbClr val="624722"/>
                  </a:solidFill>
                </a:uFill>
                <a:latin typeface="Times New Roman" panose="02020603050405020304" pitchFamily="18" charset="0"/>
                <a:cs typeface="Times New Roman" panose="02020603050405020304" pitchFamily="18" charset="0"/>
              </a:rPr>
              <a:t>the </a:t>
            </a:r>
            <a:r>
              <a:rPr sz="2600" i="1" spc="5" dirty="0">
                <a:solidFill>
                  <a:srgbClr val="002060"/>
                </a:solidFill>
                <a:latin typeface="Times New Roman" panose="02020603050405020304" pitchFamily="18" charset="0"/>
                <a:cs typeface="Times New Roman" panose="02020603050405020304" pitchFamily="18" charset="0"/>
              </a:rPr>
              <a:t> </a:t>
            </a:r>
            <a:r>
              <a:rPr sz="2600" i="1" dirty="0">
                <a:solidFill>
                  <a:srgbClr val="002060"/>
                </a:solidFill>
                <a:uFill>
                  <a:solidFill>
                    <a:srgbClr val="624722"/>
                  </a:solidFill>
                </a:uFill>
                <a:latin typeface="Times New Roman" panose="02020603050405020304" pitchFamily="18" charset="0"/>
                <a:cs typeface="Times New Roman" panose="02020603050405020304" pitchFamily="18" charset="0"/>
              </a:rPr>
              <a:t>network</a:t>
            </a:r>
            <a:r>
              <a:rPr sz="2600" dirty="0">
                <a:solidFill>
                  <a:srgbClr val="002060"/>
                </a:solidFill>
                <a:latin typeface="Times New Roman" panose="02020603050405020304" pitchFamily="18" charset="0"/>
                <a:cs typeface="Times New Roman" panose="02020603050405020304" pitchFamily="18" charset="0"/>
              </a:rPr>
              <a:t>, leaving the remaining part of </a:t>
            </a:r>
            <a:r>
              <a:rPr sz="2600" spc="5" dirty="0">
                <a:solidFill>
                  <a:srgbClr val="002060"/>
                </a:solidFill>
                <a:latin typeface="Times New Roman" panose="02020603050405020304" pitchFamily="18" charset="0"/>
                <a:cs typeface="Times New Roman" panose="02020603050405020304" pitchFamily="18" charset="0"/>
              </a:rPr>
              <a:t>the </a:t>
            </a:r>
            <a:r>
              <a:rPr sz="2600" dirty="0">
                <a:solidFill>
                  <a:srgbClr val="002060"/>
                </a:solidFill>
                <a:latin typeface="Times New Roman" panose="02020603050405020304" pitchFamily="18" charset="0"/>
                <a:cs typeface="Times New Roman" panose="02020603050405020304" pitchFamily="18" charset="0"/>
              </a:rPr>
              <a:t>address, the 16 </a:t>
            </a:r>
            <a:r>
              <a:rPr sz="2600" spc="5" dirty="0">
                <a:solidFill>
                  <a:srgbClr val="002060"/>
                </a:solidFill>
                <a:latin typeface="Times New Roman" panose="02020603050405020304" pitchFamily="18" charset="0"/>
                <a:cs typeface="Times New Roman" panose="02020603050405020304" pitchFamily="18" charset="0"/>
              </a:rPr>
              <a:t>bits </a:t>
            </a:r>
            <a:r>
              <a:rPr sz="2600" dirty="0" smtClean="0">
                <a:solidFill>
                  <a:srgbClr val="002060"/>
                </a:solidFill>
                <a:latin typeface="Times New Roman" panose="02020603050405020304" pitchFamily="18" charset="0"/>
                <a:cs typeface="Times New Roman" panose="02020603050405020304" pitchFamily="18" charset="0"/>
              </a:rPr>
              <a:t>of</a:t>
            </a:r>
            <a:r>
              <a:rPr sz="2600" spc="5" dirty="0" smtClean="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octets 3</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and 4, for the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subnet and </a:t>
            </a:r>
            <a:r>
              <a:rPr sz="2600" spc="5" dirty="0">
                <a:solidFill>
                  <a:srgbClr val="002060"/>
                </a:solidFill>
                <a:latin typeface="Times New Roman" panose="02020603050405020304" pitchFamily="18" charset="0"/>
                <a:cs typeface="Times New Roman" panose="02020603050405020304" pitchFamily="18" charset="0"/>
              </a:rPr>
              <a:t>host </a:t>
            </a:r>
            <a:r>
              <a:rPr sz="2600" dirty="0">
                <a:solidFill>
                  <a:srgbClr val="002060"/>
                </a:solidFill>
                <a:latin typeface="Times New Roman" panose="02020603050405020304" pitchFamily="18" charset="0"/>
                <a:cs typeface="Times New Roman" panose="02020603050405020304" pitchFamily="18" charset="0"/>
              </a:rPr>
              <a:t>part.</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Class B </a:t>
            </a:r>
            <a:r>
              <a:rPr sz="2600" spc="-5" dirty="0">
                <a:solidFill>
                  <a:srgbClr val="002060"/>
                </a:solidFill>
                <a:latin typeface="Times New Roman" panose="02020603050405020304" pitchFamily="18" charset="0"/>
                <a:cs typeface="Times New Roman" panose="02020603050405020304" pitchFamily="18" charset="0"/>
              </a:rPr>
              <a:t>is</a:t>
            </a:r>
            <a:r>
              <a:rPr sz="2600" dirty="0">
                <a:solidFill>
                  <a:srgbClr val="002060"/>
                </a:solidFill>
                <a:latin typeface="Times New Roman" panose="02020603050405020304" pitchFamily="18" charset="0"/>
                <a:cs typeface="Times New Roman" panose="02020603050405020304" pitchFamily="18" charset="0"/>
              </a:rPr>
              <a:t> for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networks</a:t>
            </a:r>
            <a:r>
              <a:rPr sz="2600" spc="-2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with</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256 </a:t>
            </a:r>
            <a:r>
              <a:rPr sz="2600" spc="-5" dirty="0">
                <a:solidFill>
                  <a:srgbClr val="002060"/>
                </a:solidFill>
                <a:latin typeface="Times New Roman" panose="02020603050405020304" pitchFamily="18" charset="0"/>
                <a:cs typeface="Times New Roman" panose="02020603050405020304" pitchFamily="18" charset="0"/>
              </a:rPr>
              <a:t>to</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65,534 hosts.</a:t>
            </a:r>
          </a:p>
          <a:p>
            <a:pPr marL="241300" marR="5715" indent="-229235" algn="just">
              <a:lnSpc>
                <a:spcPct val="150000"/>
              </a:lnSpc>
              <a:spcBef>
                <a:spcPts val="1800"/>
              </a:spcBef>
              <a:buSzPct val="78846"/>
              <a:buChar char="•"/>
              <a:tabLst>
                <a:tab pos="241935" algn="l"/>
              </a:tabLst>
            </a:pPr>
            <a:r>
              <a:rPr sz="2600" dirty="0">
                <a:solidFill>
                  <a:srgbClr val="002060"/>
                </a:solidFill>
                <a:latin typeface="Times New Roman" panose="02020603050405020304" pitchFamily="18" charset="0"/>
                <a:cs typeface="Times New Roman" panose="02020603050405020304" pitchFamily="18" charset="0"/>
              </a:rPr>
              <a:t>In a </a:t>
            </a:r>
            <a:r>
              <a:rPr sz="2600" b="1" dirty="0">
                <a:solidFill>
                  <a:schemeClr val="accent2">
                    <a:lumMod val="75000"/>
                  </a:schemeClr>
                </a:solidFill>
                <a:latin typeface="Times New Roman" panose="02020603050405020304" pitchFamily="18" charset="0"/>
                <a:cs typeface="Times New Roman" panose="02020603050405020304" pitchFamily="18" charset="0"/>
              </a:rPr>
              <a:t>Class C</a:t>
            </a:r>
            <a:r>
              <a:rPr sz="2600" dirty="0">
                <a:solidFill>
                  <a:srgbClr val="002060"/>
                </a:solidFill>
                <a:latin typeface="Times New Roman" panose="02020603050405020304" pitchFamily="18" charset="0"/>
                <a:cs typeface="Times New Roman" panose="02020603050405020304" pitchFamily="18" charset="0"/>
              </a:rPr>
              <a:t> subnet mask, the </a:t>
            </a:r>
            <a:r>
              <a:rPr sz="2600" i="1" dirty="0">
                <a:solidFill>
                  <a:srgbClr val="002060"/>
                </a:solidFill>
                <a:uFill>
                  <a:solidFill>
                    <a:srgbClr val="624722"/>
                  </a:solidFill>
                </a:uFill>
                <a:latin typeface="Times New Roman" panose="02020603050405020304" pitchFamily="18" charset="0"/>
                <a:cs typeface="Times New Roman" panose="02020603050405020304" pitchFamily="18" charset="0"/>
              </a:rPr>
              <a:t>network portion </a:t>
            </a:r>
            <a:r>
              <a:rPr sz="2600" i="1" spc="-5" dirty="0">
                <a:solidFill>
                  <a:srgbClr val="002060"/>
                </a:solidFill>
                <a:uFill>
                  <a:solidFill>
                    <a:srgbClr val="624722"/>
                  </a:solidFill>
                </a:uFill>
                <a:latin typeface="Times New Roman" panose="02020603050405020304" pitchFamily="18" charset="0"/>
                <a:cs typeface="Times New Roman" panose="02020603050405020304" pitchFamily="18" charset="0"/>
              </a:rPr>
              <a:t>is </a:t>
            </a:r>
            <a:r>
              <a:rPr sz="2600" i="1" dirty="0">
                <a:solidFill>
                  <a:srgbClr val="002060"/>
                </a:solidFill>
                <a:uFill>
                  <a:solidFill>
                    <a:srgbClr val="624722"/>
                  </a:solidFill>
                </a:uFill>
                <a:latin typeface="Times New Roman" panose="02020603050405020304" pitchFamily="18" charset="0"/>
                <a:cs typeface="Times New Roman" panose="02020603050405020304" pitchFamily="18" charset="0"/>
              </a:rPr>
              <a:t>the </a:t>
            </a:r>
            <a:r>
              <a:rPr sz="2600" i="1" spc="-5" dirty="0">
                <a:solidFill>
                  <a:srgbClr val="002060"/>
                </a:solidFill>
                <a:uFill>
                  <a:solidFill>
                    <a:srgbClr val="624722"/>
                  </a:solidFill>
                </a:uFill>
                <a:latin typeface="Times New Roman" panose="02020603050405020304" pitchFamily="18" charset="0"/>
                <a:cs typeface="Times New Roman" panose="02020603050405020304" pitchFamily="18" charset="0"/>
              </a:rPr>
              <a:t>first </a:t>
            </a:r>
            <a:r>
              <a:rPr sz="2600" i="1" dirty="0">
                <a:solidFill>
                  <a:srgbClr val="002060"/>
                </a:solidFill>
                <a:uFill>
                  <a:solidFill>
                    <a:srgbClr val="624722"/>
                  </a:solidFill>
                </a:uFill>
                <a:latin typeface="Times New Roman" panose="02020603050405020304" pitchFamily="18" charset="0"/>
                <a:cs typeface="Times New Roman" panose="02020603050405020304" pitchFamily="18" charset="0"/>
              </a:rPr>
              <a:t>three </a:t>
            </a:r>
            <a:r>
              <a:rPr sz="2600" i="1" dirty="0" smtClean="0">
                <a:solidFill>
                  <a:srgbClr val="002060"/>
                </a:solidFill>
                <a:uFill>
                  <a:solidFill>
                    <a:srgbClr val="624722"/>
                  </a:solidFill>
                </a:uFill>
                <a:latin typeface="Times New Roman" panose="02020603050405020304" pitchFamily="18" charset="0"/>
                <a:cs typeface="Times New Roman" panose="02020603050405020304" pitchFamily="18" charset="0"/>
              </a:rPr>
              <a:t>octets </a:t>
            </a:r>
            <a:r>
              <a:rPr sz="2600" spc="-5" dirty="0">
                <a:solidFill>
                  <a:srgbClr val="002060"/>
                </a:solidFill>
                <a:latin typeface="Times New Roman" panose="02020603050405020304" pitchFamily="18" charset="0"/>
                <a:cs typeface="Times New Roman" panose="02020603050405020304" pitchFamily="18" charset="0"/>
              </a:rPr>
              <a:t>with </a:t>
            </a:r>
            <a:r>
              <a:rPr sz="2600" dirty="0">
                <a:solidFill>
                  <a:srgbClr val="002060"/>
                </a:solidFill>
                <a:latin typeface="Times New Roman" panose="02020603050405020304" pitchFamily="18" charset="0"/>
                <a:cs typeface="Times New Roman" panose="02020603050405020304" pitchFamily="18" charset="0"/>
              </a:rPr>
              <a:t>the hosts and subnets </a:t>
            </a:r>
            <a:r>
              <a:rPr sz="2600" spc="-5" dirty="0">
                <a:solidFill>
                  <a:srgbClr val="002060"/>
                </a:solidFill>
                <a:latin typeface="Times New Roman" panose="02020603050405020304" pitchFamily="18" charset="0"/>
                <a:cs typeface="Times New Roman" panose="02020603050405020304" pitchFamily="18" charset="0"/>
              </a:rPr>
              <a:t>in </a:t>
            </a:r>
            <a:r>
              <a:rPr sz="2600" dirty="0">
                <a:solidFill>
                  <a:srgbClr val="002060"/>
                </a:solidFill>
                <a:latin typeface="Times New Roman" panose="02020603050405020304" pitchFamily="18" charset="0"/>
                <a:cs typeface="Times New Roman" panose="02020603050405020304" pitchFamily="18" charset="0"/>
              </a:rPr>
              <a:t>just the remaining 8 bits </a:t>
            </a:r>
            <a:r>
              <a:rPr sz="2600" dirty="0" smtClean="0">
                <a:solidFill>
                  <a:srgbClr val="002060"/>
                </a:solidFill>
                <a:latin typeface="Times New Roman" panose="02020603050405020304" pitchFamily="18" charset="0"/>
                <a:cs typeface="Times New Roman" panose="02020603050405020304" pitchFamily="18" charset="0"/>
              </a:rPr>
              <a:t>of</a:t>
            </a:r>
            <a:r>
              <a:rPr sz="2600" spc="5" dirty="0" smtClean="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octet 4.</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Class C</a:t>
            </a:r>
            <a:r>
              <a:rPr sz="2600" spc="5" dirty="0">
                <a:solidFill>
                  <a:srgbClr val="002060"/>
                </a:solidFill>
                <a:latin typeface="Times New Roman" panose="02020603050405020304" pitchFamily="18" charset="0"/>
                <a:cs typeface="Times New Roman" panose="02020603050405020304" pitchFamily="18" charset="0"/>
              </a:rPr>
              <a:t> </a:t>
            </a:r>
            <a:r>
              <a:rPr sz="2600" spc="-10" dirty="0">
                <a:solidFill>
                  <a:srgbClr val="002060"/>
                </a:solidFill>
                <a:latin typeface="Times New Roman" panose="02020603050405020304" pitchFamily="18" charset="0"/>
                <a:cs typeface="Times New Roman" panose="02020603050405020304" pitchFamily="18" charset="0"/>
              </a:rPr>
              <a:t>is</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for </a:t>
            </a:r>
            <a:r>
              <a:rPr sz="2600" spc="-5" dirty="0">
                <a:solidFill>
                  <a:srgbClr val="002060"/>
                </a:solidFill>
                <a:latin typeface="Times New Roman" panose="02020603050405020304" pitchFamily="18" charset="0"/>
                <a:cs typeface="Times New Roman" panose="02020603050405020304" pitchFamily="18" charset="0"/>
              </a:rPr>
              <a:t>smaller</a:t>
            </a:r>
            <a:r>
              <a:rPr sz="2600" dirty="0">
                <a:solidFill>
                  <a:srgbClr val="002060"/>
                </a:solidFill>
                <a:latin typeface="Times New Roman" panose="02020603050405020304" pitchFamily="18" charset="0"/>
                <a:cs typeface="Times New Roman" panose="02020603050405020304" pitchFamily="18" charset="0"/>
              </a:rPr>
              <a:t> networks with</a:t>
            </a:r>
            <a:r>
              <a:rPr sz="2600" spc="72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fewer than 254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hosts.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8709" y="4953000"/>
            <a:ext cx="12192000" cy="1737360"/>
          </a:xfrm>
          <a:prstGeom prst="rect">
            <a:avLst/>
          </a:prstGeom>
        </p:spPr>
      </p:pic>
      <p:pic>
        <p:nvPicPr>
          <p:cNvPr id="4" name="object 4"/>
          <p:cNvPicPr/>
          <p:nvPr/>
        </p:nvPicPr>
        <p:blipFill rotWithShape="1">
          <a:blip r:embed="rId3" cstate="print"/>
          <a:srcRect r="54783"/>
          <a:stretch/>
        </p:blipFill>
        <p:spPr>
          <a:xfrm>
            <a:off x="1225732" y="266700"/>
            <a:ext cx="4876800" cy="6019800"/>
          </a:xfrm>
          <a:prstGeom prst="rect">
            <a:avLst/>
          </a:prstGeom>
        </p:spPr>
      </p:pic>
      <p:pic>
        <p:nvPicPr>
          <p:cNvPr id="7" name="object 4"/>
          <p:cNvPicPr/>
          <p:nvPr/>
        </p:nvPicPr>
        <p:blipFill rotWithShape="1">
          <a:blip r:embed="rId3" cstate="print"/>
          <a:srcRect l="46088" t="28472" r="1738" b="32639"/>
          <a:stretch/>
        </p:blipFill>
        <p:spPr>
          <a:xfrm>
            <a:off x="6705600" y="2209800"/>
            <a:ext cx="4572000" cy="2133600"/>
          </a:xfrm>
          <a:prstGeom prst="rect">
            <a:avLst/>
          </a:prstGeom>
        </p:spPr>
      </p:pic>
    </p:spTree>
    <p:extLst>
      <p:ext uri="{BB962C8B-B14F-4D97-AF65-F5344CB8AC3E}">
        <p14:creationId xmlns:p14="http://schemas.microsoft.com/office/powerpoint/2010/main" val="42497422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7336" y="5181600"/>
            <a:ext cx="12188825" cy="1441448"/>
          </a:xfrm>
          <a:prstGeom prst="rect">
            <a:avLst/>
          </a:prstGeom>
        </p:spPr>
      </p:pic>
      <p:sp>
        <p:nvSpPr>
          <p:cNvPr id="3" name="object 3"/>
          <p:cNvSpPr txBox="1"/>
          <p:nvPr/>
        </p:nvSpPr>
        <p:spPr>
          <a:xfrm>
            <a:off x="1219200" y="457200"/>
            <a:ext cx="10287000" cy="5371342"/>
          </a:xfrm>
          <a:prstGeom prst="rect">
            <a:avLst/>
          </a:prstGeom>
        </p:spPr>
        <p:txBody>
          <a:bodyPr vert="horz" wrap="square" lIns="0" tIns="94615" rIns="0" bIns="0" rtlCol="0">
            <a:spAutoFit/>
          </a:bodyPr>
          <a:lstStyle/>
          <a:p>
            <a:pPr marL="241300" marR="13970" indent="-229235">
              <a:lnSpc>
                <a:spcPct val="150000"/>
              </a:lnSpc>
              <a:spcBef>
                <a:spcPts val="745"/>
              </a:spcBef>
              <a:buSzPct val="80357"/>
              <a:buChar char="•"/>
              <a:tabLst>
                <a:tab pos="241300" algn="l"/>
                <a:tab pos="241935" algn="l"/>
              </a:tabLst>
            </a:pPr>
            <a:r>
              <a:rPr sz="2600" spc="-5" dirty="0">
                <a:solidFill>
                  <a:srgbClr val="002060"/>
                </a:solidFill>
                <a:latin typeface="Times New Roman" panose="02020603050405020304" pitchFamily="18" charset="0"/>
                <a:cs typeface="Times New Roman" panose="02020603050405020304" pitchFamily="18" charset="0"/>
              </a:rPr>
              <a:t>Class</a:t>
            </a:r>
            <a:r>
              <a:rPr sz="2600" spc="110" dirty="0">
                <a:solidFill>
                  <a:srgbClr val="002060"/>
                </a:solidFill>
                <a:latin typeface="Times New Roman" panose="02020603050405020304" pitchFamily="18" charset="0"/>
                <a:cs typeface="Times New Roman" panose="02020603050405020304" pitchFamily="18" charset="0"/>
              </a:rPr>
              <a:t> </a:t>
            </a:r>
            <a:r>
              <a:rPr sz="2600" spc="-10" dirty="0">
                <a:solidFill>
                  <a:srgbClr val="002060"/>
                </a:solidFill>
                <a:latin typeface="Times New Roman" panose="02020603050405020304" pitchFamily="18" charset="0"/>
                <a:cs typeface="Times New Roman" panose="02020603050405020304" pitchFamily="18" charset="0"/>
              </a:rPr>
              <a:t>A,</a:t>
            </a:r>
            <a:r>
              <a:rPr sz="2600" spc="105" dirty="0">
                <a:solidFill>
                  <a:srgbClr val="002060"/>
                </a:solidFill>
                <a:latin typeface="Times New Roman" panose="02020603050405020304" pitchFamily="18" charset="0"/>
                <a:cs typeface="Times New Roman" panose="02020603050405020304" pitchFamily="18" charset="0"/>
              </a:rPr>
              <a:t> </a:t>
            </a:r>
            <a:r>
              <a:rPr sz="2600" spc="-10" dirty="0">
                <a:solidFill>
                  <a:srgbClr val="002060"/>
                </a:solidFill>
                <a:latin typeface="Times New Roman" panose="02020603050405020304" pitchFamily="18" charset="0"/>
                <a:cs typeface="Times New Roman" panose="02020603050405020304" pitchFamily="18" charset="0"/>
              </a:rPr>
              <a:t>B,</a:t>
            </a:r>
            <a:r>
              <a:rPr sz="2600" spc="1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and</a:t>
            </a:r>
            <a:r>
              <a:rPr sz="2600" spc="1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C</a:t>
            </a:r>
            <a:r>
              <a:rPr sz="2600" spc="10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networks</a:t>
            </a:r>
            <a:r>
              <a:rPr sz="2600" spc="1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have</a:t>
            </a:r>
            <a:r>
              <a:rPr sz="2600" spc="10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natural</a:t>
            </a:r>
            <a:r>
              <a:rPr sz="2600" spc="1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masks,</a:t>
            </a:r>
            <a:r>
              <a:rPr sz="2600" spc="1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or</a:t>
            </a:r>
            <a:r>
              <a:rPr sz="2600" spc="10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default </a:t>
            </a:r>
            <a:r>
              <a:rPr sz="2600" spc="-76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subnet</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masks:</a:t>
            </a:r>
          </a:p>
          <a:p>
            <a:pPr marL="698500" lvl="1" indent="-229235">
              <a:lnSpc>
                <a:spcPct val="150000"/>
              </a:lnSpc>
              <a:spcBef>
                <a:spcPts val="65"/>
              </a:spcBef>
              <a:buSzPct val="79166"/>
              <a:buChar char="•"/>
              <a:tabLst>
                <a:tab pos="698500" algn="l"/>
                <a:tab pos="699135" algn="l"/>
              </a:tabLst>
            </a:pPr>
            <a:r>
              <a:rPr sz="2600" spc="-5" dirty="0">
                <a:solidFill>
                  <a:srgbClr val="00B050"/>
                </a:solidFill>
                <a:latin typeface="Times New Roman" panose="02020603050405020304" pitchFamily="18" charset="0"/>
                <a:cs typeface="Times New Roman" panose="02020603050405020304" pitchFamily="18" charset="0"/>
              </a:rPr>
              <a:t>Class</a:t>
            </a:r>
            <a:r>
              <a:rPr sz="2600" spc="-140" dirty="0">
                <a:solidFill>
                  <a:srgbClr val="00B050"/>
                </a:solidFill>
                <a:latin typeface="Times New Roman" panose="02020603050405020304" pitchFamily="18" charset="0"/>
                <a:cs typeface="Times New Roman" panose="02020603050405020304" pitchFamily="18" charset="0"/>
              </a:rPr>
              <a:t> </a:t>
            </a:r>
            <a:r>
              <a:rPr sz="2600" spc="-5" dirty="0">
                <a:solidFill>
                  <a:srgbClr val="00B050"/>
                </a:solidFill>
                <a:latin typeface="Times New Roman" panose="02020603050405020304" pitchFamily="18" charset="0"/>
                <a:cs typeface="Times New Roman" panose="02020603050405020304" pitchFamily="18" charset="0"/>
              </a:rPr>
              <a:t>A:</a:t>
            </a:r>
            <a:r>
              <a:rPr sz="2600" spc="-20" dirty="0">
                <a:solidFill>
                  <a:srgbClr val="00B050"/>
                </a:solidFill>
                <a:latin typeface="Times New Roman" panose="02020603050405020304" pitchFamily="18" charset="0"/>
                <a:cs typeface="Times New Roman" panose="02020603050405020304" pitchFamily="18" charset="0"/>
              </a:rPr>
              <a:t> </a:t>
            </a:r>
            <a:r>
              <a:rPr sz="2600" spc="-5" dirty="0">
                <a:solidFill>
                  <a:srgbClr val="00B050"/>
                </a:solidFill>
                <a:latin typeface="Times New Roman" panose="02020603050405020304" pitchFamily="18" charset="0"/>
                <a:cs typeface="Times New Roman" panose="02020603050405020304" pitchFamily="18" charset="0"/>
              </a:rPr>
              <a:t>255.0.0.0</a:t>
            </a:r>
            <a:endParaRPr sz="2600" dirty="0">
              <a:solidFill>
                <a:srgbClr val="00B050"/>
              </a:solidFill>
              <a:latin typeface="Times New Roman" panose="02020603050405020304" pitchFamily="18" charset="0"/>
              <a:cs typeface="Times New Roman" panose="02020603050405020304" pitchFamily="18" charset="0"/>
            </a:endParaRPr>
          </a:p>
          <a:p>
            <a:pPr marL="698500" lvl="1" indent="-229235">
              <a:lnSpc>
                <a:spcPct val="150000"/>
              </a:lnSpc>
              <a:spcBef>
                <a:spcPts val="20"/>
              </a:spcBef>
              <a:buSzPct val="79166"/>
              <a:buChar char="•"/>
              <a:tabLst>
                <a:tab pos="698500" algn="l"/>
                <a:tab pos="699135" algn="l"/>
              </a:tabLst>
            </a:pPr>
            <a:r>
              <a:rPr sz="2600" spc="-5" dirty="0">
                <a:solidFill>
                  <a:srgbClr val="00B0F0"/>
                </a:solidFill>
                <a:latin typeface="Times New Roman" panose="02020603050405020304" pitchFamily="18" charset="0"/>
                <a:cs typeface="Times New Roman" panose="02020603050405020304" pitchFamily="18" charset="0"/>
              </a:rPr>
              <a:t>Class</a:t>
            </a:r>
            <a:r>
              <a:rPr sz="2600" spc="-10" dirty="0">
                <a:solidFill>
                  <a:srgbClr val="00B0F0"/>
                </a:solidFill>
                <a:latin typeface="Times New Roman" panose="02020603050405020304" pitchFamily="18" charset="0"/>
                <a:cs typeface="Times New Roman" panose="02020603050405020304" pitchFamily="18" charset="0"/>
              </a:rPr>
              <a:t> </a:t>
            </a:r>
            <a:r>
              <a:rPr sz="2600" spc="-5" dirty="0">
                <a:solidFill>
                  <a:srgbClr val="00B0F0"/>
                </a:solidFill>
                <a:latin typeface="Times New Roman" panose="02020603050405020304" pitchFamily="18" charset="0"/>
                <a:cs typeface="Times New Roman" panose="02020603050405020304" pitchFamily="18" charset="0"/>
              </a:rPr>
              <a:t>B:</a:t>
            </a:r>
            <a:r>
              <a:rPr sz="2600" spc="-20" dirty="0">
                <a:solidFill>
                  <a:srgbClr val="00B0F0"/>
                </a:solidFill>
                <a:latin typeface="Times New Roman" panose="02020603050405020304" pitchFamily="18" charset="0"/>
                <a:cs typeface="Times New Roman" panose="02020603050405020304" pitchFamily="18" charset="0"/>
              </a:rPr>
              <a:t> </a:t>
            </a:r>
            <a:r>
              <a:rPr sz="2600" spc="-5" dirty="0">
                <a:solidFill>
                  <a:srgbClr val="00B0F0"/>
                </a:solidFill>
                <a:latin typeface="Times New Roman" panose="02020603050405020304" pitchFamily="18" charset="0"/>
                <a:cs typeface="Times New Roman" panose="02020603050405020304" pitchFamily="18" charset="0"/>
              </a:rPr>
              <a:t>255.255.0.0</a:t>
            </a:r>
            <a:endParaRPr sz="2600" dirty="0">
              <a:solidFill>
                <a:srgbClr val="00B0F0"/>
              </a:solidFill>
              <a:latin typeface="Times New Roman" panose="02020603050405020304" pitchFamily="18" charset="0"/>
              <a:cs typeface="Times New Roman" panose="02020603050405020304" pitchFamily="18" charset="0"/>
            </a:endParaRPr>
          </a:p>
          <a:p>
            <a:pPr marL="698500" lvl="1" indent="-229235">
              <a:lnSpc>
                <a:spcPct val="150000"/>
              </a:lnSpc>
              <a:spcBef>
                <a:spcPts val="25"/>
              </a:spcBef>
              <a:buSzPct val="79166"/>
              <a:buChar char="•"/>
              <a:tabLst>
                <a:tab pos="698500" algn="l"/>
                <a:tab pos="699135" algn="l"/>
              </a:tabLst>
            </a:pPr>
            <a:r>
              <a:rPr sz="2600" spc="-5" dirty="0">
                <a:solidFill>
                  <a:srgbClr val="7030A0"/>
                </a:solidFill>
                <a:latin typeface="Times New Roman" panose="02020603050405020304" pitchFamily="18" charset="0"/>
                <a:cs typeface="Times New Roman" panose="02020603050405020304" pitchFamily="18" charset="0"/>
              </a:rPr>
              <a:t>Class</a:t>
            </a:r>
            <a:r>
              <a:rPr sz="2600" spc="-10" dirty="0">
                <a:solidFill>
                  <a:srgbClr val="7030A0"/>
                </a:solidFill>
                <a:latin typeface="Times New Roman" panose="02020603050405020304" pitchFamily="18" charset="0"/>
                <a:cs typeface="Times New Roman" panose="02020603050405020304" pitchFamily="18" charset="0"/>
              </a:rPr>
              <a:t> </a:t>
            </a:r>
            <a:r>
              <a:rPr sz="2600" spc="-5" dirty="0">
                <a:solidFill>
                  <a:srgbClr val="7030A0"/>
                </a:solidFill>
                <a:latin typeface="Times New Roman" panose="02020603050405020304" pitchFamily="18" charset="0"/>
                <a:cs typeface="Times New Roman" panose="02020603050405020304" pitchFamily="18" charset="0"/>
              </a:rPr>
              <a:t>C:</a:t>
            </a:r>
            <a:r>
              <a:rPr sz="2600" spc="-20" dirty="0">
                <a:solidFill>
                  <a:srgbClr val="7030A0"/>
                </a:solidFill>
                <a:latin typeface="Times New Roman" panose="02020603050405020304" pitchFamily="18" charset="0"/>
                <a:cs typeface="Times New Roman" panose="02020603050405020304" pitchFamily="18" charset="0"/>
              </a:rPr>
              <a:t> </a:t>
            </a:r>
            <a:r>
              <a:rPr sz="2600" spc="-5" dirty="0">
                <a:solidFill>
                  <a:srgbClr val="7030A0"/>
                </a:solidFill>
                <a:latin typeface="Times New Roman" panose="02020603050405020304" pitchFamily="18" charset="0"/>
                <a:cs typeface="Times New Roman" panose="02020603050405020304" pitchFamily="18" charset="0"/>
              </a:rPr>
              <a:t>255.255.255.0</a:t>
            </a:r>
            <a:endParaRPr sz="2600" dirty="0">
              <a:solidFill>
                <a:srgbClr val="7030A0"/>
              </a:solidFill>
              <a:latin typeface="Times New Roman" panose="02020603050405020304" pitchFamily="18" charset="0"/>
              <a:cs typeface="Times New Roman" panose="02020603050405020304" pitchFamily="18" charset="0"/>
            </a:endParaRPr>
          </a:p>
          <a:p>
            <a:pPr marL="241300" marR="14604" indent="-229235" algn="just">
              <a:lnSpc>
                <a:spcPct val="150000"/>
              </a:lnSpc>
              <a:spcBef>
                <a:spcPts val="1785"/>
              </a:spcBef>
              <a:buSzPct val="80357"/>
              <a:buChar char="•"/>
              <a:tabLst>
                <a:tab pos="241935" algn="l"/>
              </a:tabLst>
            </a:pPr>
            <a:r>
              <a:rPr sz="2600" spc="-90" dirty="0">
                <a:solidFill>
                  <a:srgbClr val="002060"/>
                </a:solidFill>
                <a:latin typeface="Times New Roman" panose="02020603050405020304" pitchFamily="18" charset="0"/>
                <a:cs typeface="Times New Roman" panose="02020603050405020304" pitchFamily="18" charset="0"/>
              </a:rPr>
              <a:t>You </a:t>
            </a:r>
            <a:r>
              <a:rPr sz="2600" dirty="0">
                <a:solidFill>
                  <a:srgbClr val="002060"/>
                </a:solidFill>
                <a:latin typeface="Times New Roman" panose="02020603050405020304" pitchFamily="18" charset="0"/>
                <a:cs typeface="Times New Roman" panose="02020603050405020304" pitchFamily="18" charset="0"/>
              </a:rPr>
              <a:t>can determine </a:t>
            </a:r>
            <a:r>
              <a:rPr sz="2600" spc="-5" dirty="0">
                <a:solidFill>
                  <a:srgbClr val="002060"/>
                </a:solidFill>
                <a:latin typeface="Times New Roman" panose="02020603050405020304" pitchFamily="18" charset="0"/>
                <a:cs typeface="Times New Roman" panose="02020603050405020304" pitchFamily="18" charset="0"/>
              </a:rPr>
              <a:t>the number </a:t>
            </a:r>
            <a:r>
              <a:rPr sz="2600" dirty="0">
                <a:solidFill>
                  <a:srgbClr val="002060"/>
                </a:solidFill>
                <a:latin typeface="Times New Roman" panose="02020603050405020304" pitchFamily="18" charset="0"/>
                <a:cs typeface="Times New Roman" panose="02020603050405020304" pitchFamily="18" charset="0"/>
              </a:rPr>
              <a:t>and </a:t>
            </a:r>
            <a:r>
              <a:rPr sz="2600" spc="-5" dirty="0">
                <a:solidFill>
                  <a:srgbClr val="002060"/>
                </a:solidFill>
                <a:latin typeface="Times New Roman" panose="02020603050405020304" pitchFamily="18" charset="0"/>
                <a:cs typeface="Times New Roman" panose="02020603050405020304" pitchFamily="18" charset="0"/>
              </a:rPr>
              <a:t>type </a:t>
            </a:r>
            <a:r>
              <a:rPr sz="2600" dirty="0">
                <a:solidFill>
                  <a:srgbClr val="002060"/>
                </a:solidFill>
                <a:latin typeface="Times New Roman" panose="02020603050405020304" pitchFamily="18" charset="0"/>
                <a:cs typeface="Times New Roman" panose="02020603050405020304" pitchFamily="18" charset="0"/>
              </a:rPr>
              <a:t>of </a:t>
            </a:r>
            <a:r>
              <a:rPr sz="2600" spc="-10" dirty="0">
                <a:solidFill>
                  <a:srgbClr val="002060"/>
                </a:solidFill>
                <a:latin typeface="Times New Roman" panose="02020603050405020304" pitchFamily="18" charset="0"/>
                <a:cs typeface="Times New Roman" panose="02020603050405020304" pitchFamily="18" charset="0"/>
              </a:rPr>
              <a:t>IP </a:t>
            </a:r>
            <a:r>
              <a:rPr sz="2600" dirty="0">
                <a:solidFill>
                  <a:srgbClr val="002060"/>
                </a:solidFill>
                <a:latin typeface="Times New Roman" panose="02020603050405020304" pitchFamily="18" charset="0"/>
                <a:cs typeface="Times New Roman" panose="02020603050405020304" pitchFamily="18" charset="0"/>
              </a:rPr>
              <a:t>addresses </a:t>
            </a:r>
            <a:r>
              <a:rPr sz="2600" dirty="0" smtClean="0">
                <a:solidFill>
                  <a:srgbClr val="002060"/>
                </a:solidFill>
                <a:latin typeface="Times New Roman" panose="02020603050405020304" pitchFamily="18" charset="0"/>
                <a:cs typeface="Times New Roman" panose="02020603050405020304" pitchFamily="18" charset="0"/>
              </a:rPr>
              <a:t>any</a:t>
            </a:r>
            <a:r>
              <a:rPr sz="2600" spc="5" dirty="0" smtClean="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given</a:t>
            </a:r>
            <a:r>
              <a:rPr sz="2600" dirty="0">
                <a:solidFill>
                  <a:srgbClr val="002060"/>
                </a:solidFill>
                <a:latin typeface="Times New Roman" panose="02020603050405020304" pitchFamily="18" charset="0"/>
                <a:cs typeface="Times New Roman" panose="02020603050405020304" pitchFamily="18" charset="0"/>
              </a:rPr>
              <a:t> local</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network</a:t>
            </a:r>
            <a:r>
              <a:rPr sz="2600" dirty="0">
                <a:solidFill>
                  <a:srgbClr val="002060"/>
                </a:solidFill>
                <a:latin typeface="Times New Roman" panose="02020603050405020304" pitchFamily="18" charset="0"/>
                <a:cs typeface="Times New Roman" panose="02020603050405020304" pitchFamily="18" charset="0"/>
              </a:rPr>
              <a:t> requires</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based</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on</a:t>
            </a:r>
            <a:r>
              <a:rPr sz="2600" dirty="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its</a:t>
            </a:r>
            <a:r>
              <a:rPr lang="en-US" sz="2600" spc="765" dirty="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default </a:t>
            </a:r>
            <a:r>
              <a:rPr sz="2600" dirty="0" smtClean="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subnet</a:t>
            </a:r>
            <a:r>
              <a:rPr sz="2600" spc="-5" dirty="0">
                <a:solidFill>
                  <a:srgbClr val="002060"/>
                </a:solidFill>
                <a:latin typeface="Times New Roman" panose="02020603050405020304" pitchFamily="18" charset="0"/>
                <a:cs typeface="Times New Roman" panose="02020603050405020304" pitchFamily="18" charset="0"/>
              </a:rPr>
              <a:t> mask.</a:t>
            </a:r>
            <a:endParaRPr sz="2600" dirty="0">
              <a:solidFill>
                <a:srgbClr val="002060"/>
              </a:solidFill>
              <a:latin typeface="Times New Roman" panose="02020603050405020304" pitchFamily="18" charset="0"/>
              <a:cs typeface="Times New Roman" panose="02020603050405020304" pitchFamily="18" charset="0"/>
            </a:endParaRPr>
          </a:p>
          <a:p>
            <a:pPr marL="241300" marR="5080" indent="-229235" algn="just">
              <a:lnSpc>
                <a:spcPct val="150000"/>
              </a:lnSpc>
              <a:spcBef>
                <a:spcPts val="1805"/>
              </a:spcBef>
              <a:buSzPct val="80357"/>
              <a:buChar char="•"/>
              <a:tabLst>
                <a:tab pos="241935" algn="l"/>
              </a:tabLst>
            </a:pPr>
            <a:r>
              <a:rPr sz="2600" spc="-10" dirty="0">
                <a:solidFill>
                  <a:srgbClr val="FF0000"/>
                </a:solidFill>
                <a:latin typeface="Times New Roman" panose="02020603050405020304" pitchFamily="18" charset="0"/>
                <a:cs typeface="Times New Roman" panose="02020603050405020304" pitchFamily="18" charset="0"/>
              </a:rPr>
              <a:t>An </a:t>
            </a:r>
            <a:r>
              <a:rPr sz="2600" dirty="0">
                <a:solidFill>
                  <a:srgbClr val="FF0000"/>
                </a:solidFill>
                <a:latin typeface="Times New Roman" panose="02020603050405020304" pitchFamily="18" charset="0"/>
                <a:cs typeface="Times New Roman" panose="02020603050405020304" pitchFamily="18" charset="0"/>
              </a:rPr>
              <a:t>example </a:t>
            </a:r>
            <a:r>
              <a:rPr sz="2600" dirty="0">
                <a:solidFill>
                  <a:srgbClr val="002060"/>
                </a:solidFill>
                <a:latin typeface="Times New Roman" panose="02020603050405020304" pitchFamily="18" charset="0"/>
                <a:cs typeface="Times New Roman" panose="02020603050405020304" pitchFamily="18" charset="0"/>
              </a:rPr>
              <a:t>of </a:t>
            </a:r>
            <a:r>
              <a:rPr sz="2600" spc="-5" dirty="0">
                <a:solidFill>
                  <a:srgbClr val="002060"/>
                </a:solidFill>
                <a:latin typeface="Times New Roman" panose="02020603050405020304" pitchFamily="18" charset="0"/>
                <a:cs typeface="Times New Roman" panose="02020603050405020304" pitchFamily="18" charset="0"/>
              </a:rPr>
              <a:t>Class A IP address </a:t>
            </a:r>
            <a:r>
              <a:rPr sz="2600" dirty="0">
                <a:solidFill>
                  <a:srgbClr val="002060"/>
                </a:solidFill>
                <a:latin typeface="Times New Roman" panose="02020603050405020304" pitchFamily="18" charset="0"/>
                <a:cs typeface="Times New Roman" panose="02020603050405020304" pitchFamily="18" charset="0"/>
              </a:rPr>
              <a:t>and subnet </a:t>
            </a:r>
            <a:r>
              <a:rPr sz="2600" spc="-5" dirty="0">
                <a:solidFill>
                  <a:srgbClr val="002060"/>
                </a:solidFill>
                <a:latin typeface="Times New Roman" panose="02020603050405020304" pitchFamily="18" charset="0"/>
                <a:cs typeface="Times New Roman" panose="02020603050405020304" pitchFamily="18" charset="0"/>
              </a:rPr>
              <a:t>mask would </a:t>
            </a:r>
            <a:r>
              <a:rPr sz="2600" spc="-5" dirty="0" smtClean="0">
                <a:solidFill>
                  <a:srgbClr val="002060"/>
                </a:solidFill>
                <a:latin typeface="Times New Roman" panose="02020603050405020304" pitchFamily="18" charset="0"/>
                <a:cs typeface="Times New Roman" panose="02020603050405020304" pitchFamily="18" charset="0"/>
              </a:rPr>
              <a:t>be </a:t>
            </a:r>
            <a:r>
              <a:rPr sz="2600" spc="-5" dirty="0">
                <a:solidFill>
                  <a:srgbClr val="002060"/>
                </a:solidFill>
                <a:latin typeface="Times New Roman" panose="02020603050405020304" pitchFamily="18" charset="0"/>
                <a:cs typeface="Times New Roman" panose="02020603050405020304" pitchFamily="18" charset="0"/>
              </a:rPr>
              <a:t>the Class A default submask </a:t>
            </a:r>
            <a:r>
              <a:rPr sz="2600" dirty="0">
                <a:solidFill>
                  <a:srgbClr val="002060"/>
                </a:solidFill>
                <a:latin typeface="Times New Roman" panose="02020603050405020304" pitchFamily="18" charset="0"/>
                <a:cs typeface="Times New Roman" panose="02020603050405020304" pitchFamily="18" charset="0"/>
              </a:rPr>
              <a:t>of </a:t>
            </a:r>
            <a:r>
              <a:rPr lang="en-US" sz="260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255.0.0.0 </a:t>
            </a:r>
            <a:r>
              <a:rPr sz="2600" dirty="0">
                <a:solidFill>
                  <a:srgbClr val="002060"/>
                </a:solidFill>
                <a:latin typeface="Times New Roman" panose="02020603050405020304" pitchFamily="18" charset="0"/>
                <a:cs typeface="Times New Roman" panose="02020603050405020304" pitchFamily="18" charset="0"/>
              </a:rPr>
              <a:t>and </a:t>
            </a:r>
            <a:r>
              <a:rPr sz="2600" spc="-5" dirty="0">
                <a:solidFill>
                  <a:srgbClr val="002060"/>
                </a:solidFill>
                <a:latin typeface="Times New Roman" panose="02020603050405020304" pitchFamily="18" charset="0"/>
                <a:cs typeface="Times New Roman" panose="02020603050405020304" pitchFamily="18" charset="0"/>
              </a:rPr>
              <a:t>an IP </a:t>
            </a:r>
            <a:r>
              <a:rPr sz="2600" dirty="0">
                <a:solidFill>
                  <a:srgbClr val="002060"/>
                </a:solidFill>
                <a:latin typeface="Times New Roman" panose="02020603050405020304" pitchFamily="18" charset="0"/>
                <a:cs typeface="Times New Roman" panose="02020603050405020304" pitchFamily="18" charset="0"/>
              </a:rPr>
              <a:t> address of</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10.20.12.2.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pic>
        <p:nvPicPr>
          <p:cNvPr id="3" name="object 3"/>
          <p:cNvPicPr/>
          <p:nvPr/>
        </p:nvPicPr>
        <p:blipFill>
          <a:blip r:embed="rId3" cstate="print"/>
          <a:stretch>
            <a:fillRect/>
          </a:stretch>
        </p:blipFill>
        <p:spPr>
          <a:xfrm>
            <a:off x="1394460" y="1920239"/>
            <a:ext cx="4344924" cy="1959863"/>
          </a:xfrm>
          <a:prstGeom prst="rect">
            <a:avLst/>
          </a:prstGeom>
        </p:spPr>
      </p:pic>
      <p:pic>
        <p:nvPicPr>
          <p:cNvPr id="4" name="object 4"/>
          <p:cNvPicPr/>
          <p:nvPr/>
        </p:nvPicPr>
        <p:blipFill>
          <a:blip r:embed="rId4" cstate="print"/>
          <a:stretch>
            <a:fillRect/>
          </a:stretch>
        </p:blipFill>
        <p:spPr>
          <a:xfrm>
            <a:off x="6457188" y="4166615"/>
            <a:ext cx="4920996" cy="189890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372616" y="824229"/>
            <a:ext cx="6809740" cy="635000"/>
          </a:xfrm>
          <a:prstGeom prst="rect">
            <a:avLst/>
          </a:prstGeom>
        </p:spPr>
        <p:txBody>
          <a:bodyPr vert="horz" wrap="square" lIns="0" tIns="12065" rIns="0" bIns="0" rtlCol="0">
            <a:spAutoFit/>
          </a:bodyPr>
          <a:lstStyle/>
          <a:p>
            <a:pPr marL="12700">
              <a:lnSpc>
                <a:spcPct val="100000"/>
              </a:lnSpc>
              <a:spcBef>
                <a:spcPts val="95"/>
              </a:spcBef>
            </a:pPr>
            <a:r>
              <a:rPr spc="-5" dirty="0"/>
              <a:t>Private and</a:t>
            </a:r>
            <a:r>
              <a:rPr spc="20" dirty="0"/>
              <a:t> </a:t>
            </a:r>
            <a:r>
              <a:rPr spc="-5" dirty="0"/>
              <a:t>Public IP</a:t>
            </a:r>
            <a:r>
              <a:rPr dirty="0"/>
              <a:t> </a:t>
            </a:r>
            <a:r>
              <a:rPr spc="-5" dirty="0"/>
              <a:t>addresses</a:t>
            </a:r>
          </a:p>
        </p:txBody>
      </p:sp>
      <p:sp>
        <p:nvSpPr>
          <p:cNvPr id="4" name="object 4"/>
          <p:cNvSpPr txBox="1"/>
          <p:nvPr/>
        </p:nvSpPr>
        <p:spPr>
          <a:xfrm>
            <a:off x="1337304" y="1768220"/>
            <a:ext cx="9698990" cy="3886962"/>
          </a:xfrm>
          <a:prstGeom prst="rect">
            <a:avLst/>
          </a:prstGeom>
        </p:spPr>
        <p:txBody>
          <a:bodyPr vert="horz" wrap="square" lIns="0" tIns="54610" rIns="0" bIns="0" rtlCol="0">
            <a:spAutoFit/>
          </a:bodyPr>
          <a:lstStyle/>
          <a:p>
            <a:pPr marL="241300" marR="12065" indent="-228600" algn="just">
              <a:lnSpc>
                <a:spcPct val="150000"/>
              </a:lnSpc>
              <a:spcBef>
                <a:spcPts val="430"/>
              </a:spcBef>
              <a:buSzPct val="80357"/>
              <a:buFont typeface="Arial MT"/>
              <a:buChar char="•"/>
              <a:tabLst>
                <a:tab pos="241300" algn="l"/>
              </a:tabLst>
            </a:pPr>
            <a:r>
              <a:rPr sz="2600" b="1" spc="-5" dirty="0" smtClean="0">
                <a:solidFill>
                  <a:schemeClr val="accent2">
                    <a:lumMod val="75000"/>
                  </a:schemeClr>
                </a:solidFill>
                <a:latin typeface="Times New Roman" panose="02020603050405020304" pitchFamily="18" charset="0"/>
                <a:cs typeface="Times New Roman" panose="02020603050405020304" pitchFamily="18" charset="0"/>
              </a:rPr>
              <a:t>Private </a:t>
            </a:r>
            <a:r>
              <a:rPr sz="2600" b="1" spc="-10" dirty="0" smtClean="0">
                <a:solidFill>
                  <a:schemeClr val="accent2">
                    <a:lumMod val="75000"/>
                  </a:schemeClr>
                </a:solidFill>
                <a:latin typeface="Times New Roman" panose="02020603050405020304" pitchFamily="18" charset="0"/>
                <a:cs typeface="Times New Roman" panose="02020603050405020304" pitchFamily="18" charset="0"/>
              </a:rPr>
              <a:t>IP </a:t>
            </a:r>
            <a:r>
              <a:rPr sz="2600" b="1" dirty="0" smtClean="0">
                <a:solidFill>
                  <a:schemeClr val="accent2">
                    <a:lumMod val="75000"/>
                  </a:schemeClr>
                </a:solidFill>
                <a:latin typeface="Times New Roman" panose="02020603050405020304" pitchFamily="18" charset="0"/>
                <a:cs typeface="Times New Roman" panose="02020603050405020304" pitchFamily="18" charset="0"/>
              </a:rPr>
              <a:t>address </a:t>
            </a:r>
            <a:r>
              <a:rPr sz="2600" dirty="0" smtClean="0">
                <a:solidFill>
                  <a:srgbClr val="002060"/>
                </a:solidFill>
                <a:latin typeface="Times New Roman" panose="02020603050405020304" pitchFamily="18" charset="0"/>
                <a:cs typeface="Times New Roman" panose="02020603050405020304" pitchFamily="18" charset="0"/>
              </a:rPr>
              <a:t>of </a:t>
            </a:r>
            <a:r>
              <a:rPr sz="2600" spc="-5" dirty="0" smtClean="0">
                <a:solidFill>
                  <a:srgbClr val="002060"/>
                </a:solidFill>
                <a:latin typeface="Times New Roman" panose="02020603050405020304" pitchFamily="18" charset="0"/>
                <a:cs typeface="Times New Roman" panose="02020603050405020304" pitchFamily="18" charset="0"/>
              </a:rPr>
              <a:t>a system is </a:t>
            </a:r>
            <a:r>
              <a:rPr sz="2600" spc="-10" dirty="0" smtClean="0">
                <a:solidFill>
                  <a:srgbClr val="002060"/>
                </a:solidFill>
                <a:latin typeface="Times New Roman" panose="02020603050405020304" pitchFamily="18" charset="0"/>
                <a:cs typeface="Times New Roman" panose="02020603050405020304" pitchFamily="18" charset="0"/>
              </a:rPr>
              <a:t>the </a:t>
            </a:r>
            <a:r>
              <a:rPr sz="2600" spc="-5" dirty="0" smtClean="0">
                <a:solidFill>
                  <a:srgbClr val="002060"/>
                </a:solidFill>
                <a:latin typeface="Times New Roman" panose="02020603050405020304" pitchFamily="18" charset="0"/>
                <a:cs typeface="Times New Roman" panose="02020603050405020304" pitchFamily="18" charset="0"/>
              </a:rPr>
              <a:t>IP </a:t>
            </a:r>
            <a:r>
              <a:rPr sz="2600" dirty="0" smtClean="0">
                <a:solidFill>
                  <a:srgbClr val="002060"/>
                </a:solidFill>
                <a:latin typeface="Times New Roman" panose="02020603050405020304" pitchFamily="18" charset="0"/>
                <a:cs typeface="Times New Roman" panose="02020603050405020304" pitchFamily="18" charset="0"/>
              </a:rPr>
              <a:t>address </a:t>
            </a:r>
            <a:r>
              <a:rPr sz="2600" spc="-5" dirty="0" smtClean="0">
                <a:solidFill>
                  <a:srgbClr val="002060"/>
                </a:solidFill>
                <a:latin typeface="Times New Roman" panose="02020603050405020304" pitchFamily="18" charset="0"/>
                <a:cs typeface="Times New Roman" panose="02020603050405020304" pitchFamily="18" charset="0"/>
              </a:rPr>
              <a:t>which is </a:t>
            </a:r>
            <a:r>
              <a:rPr sz="2600" dirty="0" smtClean="0">
                <a:solidFill>
                  <a:srgbClr val="002060"/>
                </a:solidFill>
                <a:latin typeface="Times New Roman" panose="02020603050405020304" pitchFamily="18" charset="0"/>
                <a:cs typeface="Times New Roman" panose="02020603050405020304" pitchFamily="18" charset="0"/>
              </a:rPr>
              <a:t> used</a:t>
            </a:r>
            <a:r>
              <a:rPr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to</a:t>
            </a:r>
            <a:r>
              <a:rPr sz="2600" dirty="0" smtClean="0">
                <a:solidFill>
                  <a:srgbClr val="002060"/>
                </a:solidFill>
                <a:latin typeface="Times New Roman" panose="02020603050405020304" pitchFamily="18" charset="0"/>
                <a:cs typeface="Times New Roman" panose="02020603050405020304" pitchFamily="18" charset="0"/>
              </a:rPr>
              <a:t> communicate</a:t>
            </a:r>
            <a:r>
              <a:rPr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within</a:t>
            </a:r>
            <a:r>
              <a:rPr sz="260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the</a:t>
            </a:r>
            <a:r>
              <a:rPr sz="260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same</a:t>
            </a:r>
            <a:r>
              <a:rPr sz="2600" dirty="0" smtClean="0">
                <a:solidFill>
                  <a:srgbClr val="002060"/>
                </a:solidFill>
                <a:latin typeface="Times New Roman" panose="02020603050405020304" pitchFamily="18" charset="0"/>
                <a:cs typeface="Times New Roman" panose="02020603050405020304" pitchFamily="18" charset="0"/>
              </a:rPr>
              <a:t> network.</a:t>
            </a:r>
            <a:r>
              <a:rPr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Using </a:t>
            </a:r>
            <a:r>
              <a:rPr sz="2600" dirty="0" smtClean="0">
                <a:solidFill>
                  <a:srgbClr val="002060"/>
                </a:solidFill>
                <a:latin typeface="Times New Roman" panose="02020603050405020304" pitchFamily="18" charset="0"/>
                <a:cs typeface="Times New Roman" panose="02020603050405020304" pitchFamily="18" charset="0"/>
              </a:rPr>
              <a:t>private </a:t>
            </a:r>
            <a:r>
              <a:rPr sz="2600" spc="-5" dirty="0" smtClean="0">
                <a:solidFill>
                  <a:srgbClr val="002060"/>
                </a:solidFill>
                <a:latin typeface="Times New Roman" panose="02020603050405020304" pitchFamily="18" charset="0"/>
                <a:cs typeface="Times New Roman" panose="02020603050405020304" pitchFamily="18" charset="0"/>
              </a:rPr>
              <a:t>IP </a:t>
            </a:r>
            <a:r>
              <a:rPr sz="2600" dirty="0" smtClean="0">
                <a:solidFill>
                  <a:srgbClr val="002060"/>
                </a:solidFill>
                <a:latin typeface="Times New Roman" panose="02020603050405020304" pitchFamily="18" charset="0"/>
                <a:cs typeface="Times New Roman" panose="02020603050405020304" pitchFamily="18" charset="0"/>
              </a:rPr>
              <a:t>data </a:t>
            </a:r>
            <a:r>
              <a:rPr sz="2600" spc="-5" dirty="0" smtClean="0">
                <a:solidFill>
                  <a:srgbClr val="002060"/>
                </a:solidFill>
                <a:latin typeface="Times New Roman" panose="02020603050405020304" pitchFamily="18" charset="0"/>
                <a:cs typeface="Times New Roman" panose="02020603050405020304" pitchFamily="18" charset="0"/>
              </a:rPr>
              <a:t>or </a:t>
            </a:r>
            <a:r>
              <a:rPr sz="2600" dirty="0" smtClean="0">
                <a:solidFill>
                  <a:srgbClr val="002060"/>
                </a:solidFill>
                <a:latin typeface="Times New Roman" panose="02020603050405020304" pitchFamily="18" charset="0"/>
                <a:cs typeface="Times New Roman" panose="02020603050405020304" pitchFamily="18" charset="0"/>
              </a:rPr>
              <a:t>information </a:t>
            </a:r>
            <a:r>
              <a:rPr sz="2600" spc="-5" dirty="0" smtClean="0">
                <a:solidFill>
                  <a:srgbClr val="002060"/>
                </a:solidFill>
                <a:latin typeface="Times New Roman" panose="02020603050405020304" pitchFamily="18" charset="0"/>
                <a:cs typeface="Times New Roman" panose="02020603050405020304" pitchFamily="18" charset="0"/>
              </a:rPr>
              <a:t>can </a:t>
            </a:r>
            <a:r>
              <a:rPr sz="2600" dirty="0" smtClean="0">
                <a:solidFill>
                  <a:srgbClr val="002060"/>
                </a:solidFill>
                <a:latin typeface="Times New Roman" panose="02020603050405020304" pitchFamily="18" charset="0"/>
                <a:cs typeface="Times New Roman" panose="02020603050405020304" pitchFamily="18" charset="0"/>
              </a:rPr>
              <a:t>be </a:t>
            </a:r>
            <a:r>
              <a:rPr sz="2600" spc="-5" dirty="0" smtClean="0">
                <a:solidFill>
                  <a:srgbClr val="002060"/>
                </a:solidFill>
                <a:latin typeface="Times New Roman" panose="02020603050405020304" pitchFamily="18" charset="0"/>
                <a:cs typeface="Times New Roman" panose="02020603050405020304" pitchFamily="18" charset="0"/>
              </a:rPr>
              <a:t>sent or </a:t>
            </a:r>
            <a:r>
              <a:rPr sz="2600" dirty="0" smtClean="0">
                <a:solidFill>
                  <a:srgbClr val="002060"/>
                </a:solidFill>
                <a:latin typeface="Times New Roman" panose="02020603050405020304" pitchFamily="18" charset="0"/>
                <a:cs typeface="Times New Roman" panose="02020603050405020304" pitchFamily="18" charset="0"/>
              </a:rPr>
              <a:t>received </a:t>
            </a:r>
            <a:r>
              <a:rPr sz="2600" spc="-5" dirty="0" smtClean="0">
                <a:solidFill>
                  <a:srgbClr val="002060"/>
                </a:solidFill>
                <a:latin typeface="Times New Roman" panose="02020603050405020304" pitchFamily="18" charset="0"/>
                <a:cs typeface="Times New Roman" panose="02020603050405020304" pitchFamily="18" charset="0"/>
              </a:rPr>
              <a:t>within </a:t>
            </a:r>
            <a:r>
              <a:rPr sz="2600" spc="-76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the</a:t>
            </a:r>
            <a:r>
              <a:rPr sz="2600" spc="1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same</a:t>
            </a:r>
            <a:r>
              <a:rPr sz="2600" spc="5"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network.</a:t>
            </a:r>
          </a:p>
          <a:p>
            <a:pPr marL="241300" marR="5080" indent="-228600" algn="just">
              <a:lnSpc>
                <a:spcPct val="150000"/>
              </a:lnSpc>
              <a:spcBef>
                <a:spcPts val="1825"/>
              </a:spcBef>
              <a:buSzPct val="80357"/>
              <a:buFont typeface="Arial MT"/>
              <a:buChar char="•"/>
              <a:tabLst>
                <a:tab pos="241300" algn="l"/>
              </a:tabLst>
            </a:pPr>
            <a:r>
              <a:rPr sz="2600" b="1" spc="-5" dirty="0" smtClean="0">
                <a:solidFill>
                  <a:schemeClr val="accent2">
                    <a:lumMod val="75000"/>
                  </a:schemeClr>
                </a:solidFill>
                <a:latin typeface="Times New Roman" panose="02020603050405020304" pitchFamily="18" charset="0"/>
                <a:cs typeface="Times New Roman" panose="02020603050405020304" pitchFamily="18" charset="0"/>
              </a:rPr>
              <a:t>Public IP address </a:t>
            </a:r>
            <a:r>
              <a:rPr sz="2600" dirty="0" smtClean="0">
                <a:solidFill>
                  <a:srgbClr val="002060"/>
                </a:solidFill>
                <a:latin typeface="Times New Roman" panose="02020603050405020304" pitchFamily="18" charset="0"/>
                <a:cs typeface="Times New Roman" panose="02020603050405020304" pitchFamily="18" charset="0"/>
              </a:rPr>
              <a:t>of </a:t>
            </a:r>
            <a:r>
              <a:rPr sz="2600" spc="-5" dirty="0" smtClean="0">
                <a:solidFill>
                  <a:srgbClr val="002060"/>
                </a:solidFill>
                <a:latin typeface="Times New Roman" panose="02020603050405020304" pitchFamily="18" charset="0"/>
                <a:cs typeface="Times New Roman" panose="02020603050405020304" pitchFamily="18" charset="0"/>
              </a:rPr>
              <a:t>a system is the IP </a:t>
            </a:r>
            <a:r>
              <a:rPr sz="2600" dirty="0" smtClean="0">
                <a:solidFill>
                  <a:srgbClr val="002060"/>
                </a:solidFill>
                <a:latin typeface="Times New Roman" panose="02020603050405020304" pitchFamily="18" charset="0"/>
                <a:cs typeface="Times New Roman" panose="02020603050405020304" pitchFamily="18" charset="0"/>
              </a:rPr>
              <a:t>address </a:t>
            </a:r>
            <a:r>
              <a:rPr sz="2600" spc="-5" dirty="0" smtClean="0">
                <a:solidFill>
                  <a:srgbClr val="002060"/>
                </a:solidFill>
                <a:latin typeface="Times New Roman" panose="02020603050405020304" pitchFamily="18" charset="0"/>
                <a:cs typeface="Times New Roman" panose="02020603050405020304" pitchFamily="18" charset="0"/>
              </a:rPr>
              <a:t>which is </a:t>
            </a:r>
            <a:r>
              <a:rPr sz="2600" dirty="0" smtClean="0">
                <a:solidFill>
                  <a:srgbClr val="002060"/>
                </a:solidFill>
                <a:latin typeface="Times New Roman" panose="02020603050405020304" pitchFamily="18" charset="0"/>
                <a:cs typeface="Times New Roman" panose="02020603050405020304" pitchFamily="18" charset="0"/>
              </a:rPr>
              <a:t> used</a:t>
            </a:r>
            <a:r>
              <a:rPr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to</a:t>
            </a:r>
            <a:r>
              <a:rPr sz="260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communicate</a:t>
            </a:r>
            <a:r>
              <a:rPr sz="2600" dirty="0" smtClean="0">
                <a:solidFill>
                  <a:srgbClr val="002060"/>
                </a:solidFill>
                <a:latin typeface="Times New Roman" panose="02020603050405020304" pitchFamily="18" charset="0"/>
                <a:cs typeface="Times New Roman" panose="02020603050405020304" pitchFamily="18" charset="0"/>
              </a:rPr>
              <a:t> outside</a:t>
            </a:r>
            <a:r>
              <a:rPr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the</a:t>
            </a:r>
            <a:r>
              <a:rPr sz="2600" dirty="0" smtClean="0">
                <a:solidFill>
                  <a:srgbClr val="002060"/>
                </a:solidFill>
                <a:latin typeface="Times New Roman" panose="02020603050405020304" pitchFamily="18" charset="0"/>
                <a:cs typeface="Times New Roman" panose="02020603050405020304" pitchFamily="18" charset="0"/>
              </a:rPr>
              <a:t> network.</a:t>
            </a:r>
            <a:r>
              <a:rPr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Public</a:t>
            </a:r>
            <a:r>
              <a:rPr sz="2600" spc="76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IP </a:t>
            </a:r>
            <a:r>
              <a:rPr sz="2600" dirty="0" smtClean="0">
                <a:solidFill>
                  <a:srgbClr val="002060"/>
                </a:solidFill>
                <a:latin typeface="Times New Roman" panose="02020603050405020304" pitchFamily="18" charset="0"/>
                <a:cs typeface="Times New Roman" panose="02020603050405020304" pitchFamily="18" charset="0"/>
              </a:rPr>
              <a:t>address </a:t>
            </a:r>
            <a:r>
              <a:rPr sz="2600" spc="-5" dirty="0" smtClean="0">
                <a:solidFill>
                  <a:srgbClr val="002060"/>
                </a:solidFill>
                <a:latin typeface="Times New Roman" panose="02020603050405020304" pitchFamily="18" charset="0"/>
                <a:cs typeface="Times New Roman" panose="02020603050405020304" pitchFamily="18" charset="0"/>
              </a:rPr>
              <a:t>is basically assigned </a:t>
            </a:r>
            <a:r>
              <a:rPr sz="2600" dirty="0" smtClean="0">
                <a:solidFill>
                  <a:srgbClr val="002060"/>
                </a:solidFill>
                <a:latin typeface="Times New Roman" panose="02020603050405020304" pitchFamily="18" charset="0"/>
                <a:cs typeface="Times New Roman" panose="02020603050405020304" pitchFamily="18" charset="0"/>
              </a:rPr>
              <a:t>by </a:t>
            </a:r>
            <a:r>
              <a:rPr sz="2600" spc="-5" dirty="0" smtClean="0">
                <a:solidFill>
                  <a:srgbClr val="002060"/>
                </a:solidFill>
                <a:latin typeface="Times New Roman" panose="02020603050405020304" pitchFamily="18" charset="0"/>
                <a:cs typeface="Times New Roman" panose="02020603050405020304" pitchFamily="18" charset="0"/>
              </a:rPr>
              <a:t>the ISP </a:t>
            </a:r>
            <a:r>
              <a:rPr sz="2600" dirty="0" smtClean="0">
                <a:solidFill>
                  <a:srgbClr val="002060"/>
                </a:solidFill>
                <a:latin typeface="Times New Roman" panose="02020603050405020304" pitchFamily="18" charset="0"/>
                <a:cs typeface="Times New Roman" panose="02020603050405020304" pitchFamily="18" charset="0"/>
              </a:rPr>
              <a:t>(Internet </a:t>
            </a:r>
            <a:r>
              <a:rPr sz="2600" spc="-5" dirty="0" smtClean="0">
                <a:solidFill>
                  <a:srgbClr val="002060"/>
                </a:solidFill>
                <a:latin typeface="Times New Roman" panose="02020603050405020304" pitchFamily="18" charset="0"/>
                <a:cs typeface="Times New Roman" panose="02020603050405020304" pitchFamily="18" charset="0"/>
              </a:rPr>
              <a:t>Service </a:t>
            </a:r>
            <a:r>
              <a:rPr sz="2600" dirty="0" smtClean="0">
                <a:solidFill>
                  <a:srgbClr val="002060"/>
                </a:solidFill>
                <a:latin typeface="Times New Roman" panose="02020603050405020304" pitchFamily="18" charset="0"/>
                <a:cs typeface="Times New Roman" panose="02020603050405020304" pitchFamily="18" charset="0"/>
              </a:rPr>
              <a:t> Provider).</a:t>
            </a:r>
            <a:endParaRPr sz="2600" dirty="0">
              <a:solidFill>
                <a:srgbClr val="002060"/>
              </a:solidFill>
              <a:latin typeface="Times New Roman" panose="02020603050405020304" pitchFamily="18" charset="0"/>
              <a:cs typeface="Times New Roman" panose="02020603050405020304" pitchFamily="18" charset="0"/>
            </a:endParaRPr>
          </a:p>
        </p:txBody>
      </p:sp>
      <p:pic>
        <p:nvPicPr>
          <p:cNvPr id="5" name="object 5"/>
          <p:cNvPicPr/>
          <p:nvPr/>
        </p:nvPicPr>
        <p:blipFill rotWithShape="1">
          <a:blip r:embed="rId3" cstate="print"/>
          <a:srcRect t="14225" b="11096"/>
          <a:stretch/>
        </p:blipFill>
        <p:spPr>
          <a:xfrm>
            <a:off x="10046081" y="0"/>
            <a:ext cx="2142744" cy="1600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414707" y="968575"/>
            <a:ext cx="4418330" cy="504625"/>
          </a:xfrm>
          <a:prstGeom prst="rect">
            <a:avLst/>
          </a:prstGeom>
        </p:spPr>
        <p:txBody>
          <a:bodyPr vert="horz" wrap="square" lIns="0" tIns="12065" rIns="0" bIns="0" rtlCol="0">
            <a:spAutoFit/>
          </a:bodyPr>
          <a:lstStyle/>
          <a:p>
            <a:pPr marL="12700">
              <a:lnSpc>
                <a:spcPct val="100000"/>
              </a:lnSpc>
              <a:spcBef>
                <a:spcPts val="95"/>
              </a:spcBef>
            </a:pPr>
            <a:r>
              <a:rPr spc="-5" dirty="0"/>
              <a:t>Private IP</a:t>
            </a:r>
            <a:r>
              <a:rPr spc="-85" dirty="0"/>
              <a:t> </a:t>
            </a:r>
            <a:r>
              <a:rPr spc="-10" dirty="0"/>
              <a:t>address</a:t>
            </a:r>
          </a:p>
        </p:txBody>
      </p:sp>
      <p:sp>
        <p:nvSpPr>
          <p:cNvPr id="4" name="object 4"/>
          <p:cNvSpPr txBox="1"/>
          <p:nvPr/>
        </p:nvSpPr>
        <p:spPr>
          <a:xfrm>
            <a:off x="838200" y="1676400"/>
            <a:ext cx="10820400" cy="5323893"/>
          </a:xfrm>
          <a:prstGeom prst="rect">
            <a:avLst/>
          </a:prstGeom>
        </p:spPr>
        <p:txBody>
          <a:bodyPr vert="horz" wrap="square" lIns="0" tIns="60325" rIns="0" bIns="0" rtlCol="0">
            <a:spAutoFit/>
          </a:bodyPr>
          <a:lstStyle/>
          <a:p>
            <a:pPr marL="241300" marR="6350" indent="-229235" algn="just">
              <a:lnSpc>
                <a:spcPct val="150000"/>
              </a:lnSpc>
              <a:spcBef>
                <a:spcPts val="475"/>
              </a:spcBef>
              <a:buSzPct val="80357"/>
              <a:buFont typeface="Arial MT"/>
              <a:buChar char="•"/>
              <a:tabLst>
                <a:tab pos="241935" algn="l"/>
              </a:tabLst>
            </a:pPr>
            <a:r>
              <a:rPr sz="2600" b="1" spc="-5" dirty="0">
                <a:solidFill>
                  <a:schemeClr val="accent2">
                    <a:lumMod val="75000"/>
                  </a:schemeClr>
                </a:solidFill>
                <a:latin typeface="Times New Roman" panose="02020603050405020304" pitchFamily="18" charset="0"/>
                <a:cs typeface="Times New Roman" panose="02020603050405020304" pitchFamily="18" charset="0"/>
              </a:rPr>
              <a:t>Private</a:t>
            </a:r>
            <a:r>
              <a:rPr sz="2600" b="1" dirty="0">
                <a:solidFill>
                  <a:schemeClr val="accent2">
                    <a:lumMod val="75000"/>
                  </a:schemeClr>
                </a:solidFill>
                <a:latin typeface="Times New Roman" panose="02020603050405020304" pitchFamily="18" charset="0"/>
                <a:cs typeface="Times New Roman" panose="02020603050405020304" pitchFamily="18" charset="0"/>
              </a:rPr>
              <a:t> </a:t>
            </a:r>
            <a:r>
              <a:rPr sz="2600" b="1" spc="-10" dirty="0">
                <a:solidFill>
                  <a:schemeClr val="accent2">
                    <a:lumMod val="75000"/>
                  </a:schemeClr>
                </a:solidFill>
                <a:latin typeface="Times New Roman" panose="02020603050405020304" pitchFamily="18" charset="0"/>
                <a:cs typeface="Times New Roman" panose="02020603050405020304" pitchFamily="18" charset="0"/>
              </a:rPr>
              <a:t>IP</a:t>
            </a:r>
            <a:r>
              <a:rPr sz="2600" b="1" spc="-5" dirty="0">
                <a:solidFill>
                  <a:schemeClr val="accent2">
                    <a:lumMod val="75000"/>
                  </a:schemeClr>
                </a:solidFill>
                <a:latin typeface="Times New Roman" panose="02020603050405020304" pitchFamily="18" charset="0"/>
                <a:cs typeface="Times New Roman" panose="02020603050405020304" pitchFamily="18" charset="0"/>
              </a:rPr>
              <a:t> address</a:t>
            </a:r>
            <a:r>
              <a:rPr sz="2600" b="1"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a:t>
            </a:r>
            <a:r>
              <a:rPr sz="2600" i="1" dirty="0">
                <a:solidFill>
                  <a:schemeClr val="accent2">
                    <a:lumMod val="75000"/>
                  </a:schemeClr>
                </a:solidFill>
                <a:latin typeface="Times New Roman" panose="02020603050405020304" pitchFamily="18" charset="0"/>
                <a:cs typeface="Times New Roman" panose="02020603050405020304" pitchFamily="18" charset="0"/>
              </a:rPr>
              <a:t>Internal</a:t>
            </a:r>
            <a:r>
              <a:rPr sz="2600" dirty="0">
                <a:solidFill>
                  <a:schemeClr val="accent2">
                    <a:lumMod val="75000"/>
                  </a:schemeClr>
                </a:solidFill>
                <a:latin typeface="Times New Roman" panose="02020603050405020304" pitchFamily="18" charset="0"/>
                <a:cs typeface="Times New Roman" panose="02020603050405020304" pitchFamily="18" charset="0"/>
              </a:rPr>
              <a:t>)</a:t>
            </a:r>
            <a:r>
              <a:rPr sz="2600" spc="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dirty="0">
                <a:solidFill>
                  <a:srgbClr val="002060"/>
                </a:solidFill>
                <a:latin typeface="Times New Roman" panose="02020603050405020304" pitchFamily="18" charset="0"/>
                <a:cs typeface="Times New Roman" panose="02020603050405020304" pitchFamily="18" charset="0"/>
              </a:rPr>
              <a:t> only</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used</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by</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devices </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communicating</a:t>
            </a:r>
            <a:r>
              <a:rPr sz="2600" spc="5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 </a:t>
            </a:r>
            <a:r>
              <a:rPr sz="2600" dirty="0">
                <a:solidFill>
                  <a:srgbClr val="002060"/>
                </a:solidFill>
                <a:latin typeface="Times New Roman" panose="02020603050405020304" pitchFamily="18" charset="0"/>
                <a:cs typeface="Times New Roman" panose="02020603050405020304" pitchFamily="18" charset="0"/>
              </a:rPr>
              <a:t>each</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other</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on</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same</a:t>
            </a:r>
            <a:r>
              <a:rPr sz="2600" spc="2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network.</a:t>
            </a:r>
          </a:p>
          <a:p>
            <a:pPr marL="241300" marR="5080" indent="-229235" algn="just">
              <a:lnSpc>
                <a:spcPct val="150000"/>
              </a:lnSpc>
              <a:spcBef>
                <a:spcPts val="1750"/>
              </a:spcBef>
              <a:buSzPct val="80357"/>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Devices with </a:t>
            </a:r>
            <a:r>
              <a:rPr sz="2600" dirty="0">
                <a:solidFill>
                  <a:srgbClr val="002060"/>
                </a:solidFill>
                <a:latin typeface="Times New Roman" panose="02020603050405020304" pitchFamily="18" charset="0"/>
                <a:cs typeface="Times New Roman" panose="02020603050405020304" pitchFamily="18" charset="0"/>
              </a:rPr>
              <a:t>private </a:t>
            </a:r>
            <a:r>
              <a:rPr sz="2600" spc="-5" dirty="0">
                <a:solidFill>
                  <a:srgbClr val="002060"/>
                </a:solidFill>
                <a:latin typeface="Times New Roman" panose="02020603050405020304" pitchFamily="18" charset="0"/>
                <a:cs typeface="Times New Roman" panose="02020603050405020304" pitchFamily="18" charset="0"/>
              </a:rPr>
              <a:t>IP addresses cannot </a:t>
            </a:r>
            <a:r>
              <a:rPr sz="2600" dirty="0">
                <a:solidFill>
                  <a:srgbClr val="002060"/>
                </a:solidFill>
                <a:latin typeface="Times New Roman" panose="02020603050405020304" pitchFamily="18" charset="0"/>
                <a:cs typeface="Times New Roman" panose="02020603050405020304" pitchFamily="18" charset="0"/>
              </a:rPr>
              <a:t>connect </a:t>
            </a:r>
            <a:r>
              <a:rPr sz="2600" spc="-5" dirty="0">
                <a:solidFill>
                  <a:srgbClr val="002060"/>
                </a:solidFill>
                <a:latin typeface="Times New Roman" panose="02020603050405020304" pitchFamily="18" charset="0"/>
                <a:cs typeface="Times New Roman" panose="02020603050405020304" pitchFamily="18" charset="0"/>
              </a:rPr>
              <a:t>to </a:t>
            </a:r>
            <a:r>
              <a:rPr sz="2600" spc="-5" dirty="0" smtClean="0">
                <a:solidFill>
                  <a:srgbClr val="002060"/>
                </a:solidFill>
                <a:latin typeface="Times New Roman" panose="02020603050405020304" pitchFamily="18" charset="0"/>
                <a:cs typeface="Times New Roman" panose="02020603050405020304" pitchFamily="18" charset="0"/>
              </a:rPr>
              <a:t>the</a:t>
            </a:r>
            <a:r>
              <a:rPr sz="2600" dirty="0" smtClean="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Internet</a:t>
            </a:r>
            <a:r>
              <a:rPr sz="2600" spc="5" dirty="0">
                <a:solidFill>
                  <a:srgbClr val="002060"/>
                </a:solidFill>
                <a:latin typeface="Times New Roman" panose="02020603050405020304" pitchFamily="18" charset="0"/>
                <a:cs typeface="Times New Roman" panose="02020603050405020304" pitchFamily="18" charset="0"/>
              </a:rPr>
              <a:t> </a:t>
            </a:r>
            <a:r>
              <a:rPr sz="2600" spc="-25" dirty="0">
                <a:solidFill>
                  <a:srgbClr val="002060"/>
                </a:solidFill>
                <a:latin typeface="Times New Roman" panose="02020603050405020304" pitchFamily="18" charset="0"/>
                <a:cs typeface="Times New Roman" panose="02020603050405020304" pitchFamily="18" charset="0"/>
              </a:rPr>
              <a:t>directly.</a:t>
            </a:r>
            <a:r>
              <a:rPr sz="2600" spc="-2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Likewise,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computers</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or</a:t>
            </a:r>
            <a:r>
              <a:rPr sz="2600" dirty="0">
                <a:solidFill>
                  <a:srgbClr val="002060"/>
                </a:solidFill>
                <a:latin typeface="Times New Roman" panose="02020603050405020304" pitchFamily="18" charset="0"/>
                <a:cs typeface="Times New Roman" panose="02020603050405020304" pitchFamily="18" charset="0"/>
              </a:rPr>
              <a:t> other</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devices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outside</a:t>
            </a:r>
            <a:r>
              <a:rPr sz="2600" spc="5" dirty="0">
                <a:solidFill>
                  <a:srgbClr val="002060"/>
                </a:solidFill>
                <a:latin typeface="Times New Roman" panose="02020603050405020304" pitchFamily="18" charset="0"/>
                <a:cs typeface="Times New Roman" panose="02020603050405020304" pitchFamily="18" charset="0"/>
              </a:rPr>
              <a:t> </a:t>
            </a:r>
            <a:r>
              <a:rPr sz="2600" spc="-10" dirty="0">
                <a:solidFill>
                  <a:srgbClr val="002060"/>
                </a:solidFill>
                <a:latin typeface="Times New Roman" panose="02020603050405020304" pitchFamily="18" charset="0"/>
                <a:cs typeface="Times New Roman" panose="02020603050405020304" pitchFamily="18" charset="0"/>
              </a:rPr>
              <a:t>the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local</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network</a:t>
            </a:r>
            <a:r>
              <a:rPr sz="2600" dirty="0">
                <a:solidFill>
                  <a:srgbClr val="002060"/>
                </a:solidFill>
                <a:latin typeface="Times New Roman" panose="02020603050405020304" pitchFamily="18" charset="0"/>
                <a:cs typeface="Times New Roman" panose="02020603050405020304" pitchFamily="18" charset="0"/>
              </a:rPr>
              <a:t> cannot</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connect</a:t>
            </a:r>
            <a:r>
              <a:rPr sz="2600" dirty="0">
                <a:solidFill>
                  <a:srgbClr val="002060"/>
                </a:solidFill>
                <a:latin typeface="Times New Roman" panose="02020603050405020304" pitchFamily="18" charset="0"/>
                <a:cs typeface="Times New Roman" panose="02020603050405020304" pitchFamily="18" charset="0"/>
              </a:rPr>
              <a:t> directly</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 </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device</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with</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private</a:t>
            </a:r>
            <a:r>
              <a:rPr sz="2600" spc="10" dirty="0">
                <a:solidFill>
                  <a:srgbClr val="002060"/>
                </a:solidFill>
                <a:latin typeface="Times New Roman" panose="02020603050405020304" pitchFamily="18" charset="0"/>
                <a:cs typeface="Times New Roman" panose="02020603050405020304" pitchFamily="18" charset="0"/>
              </a:rPr>
              <a:t> </a:t>
            </a:r>
            <a:r>
              <a:rPr sz="2600" spc="-125" dirty="0">
                <a:solidFill>
                  <a:srgbClr val="002060"/>
                </a:solidFill>
                <a:latin typeface="Times New Roman" panose="02020603050405020304" pitchFamily="18" charset="0"/>
                <a:cs typeface="Times New Roman" panose="02020603050405020304" pitchFamily="18" charset="0"/>
              </a:rPr>
              <a:t>IP.</a:t>
            </a:r>
            <a:endParaRPr sz="2600" dirty="0">
              <a:solidFill>
                <a:srgbClr val="002060"/>
              </a:solidFill>
              <a:latin typeface="Times New Roman" panose="02020603050405020304" pitchFamily="18" charset="0"/>
              <a:cs typeface="Times New Roman" panose="02020603050405020304" pitchFamily="18" charset="0"/>
            </a:endParaRPr>
          </a:p>
          <a:p>
            <a:pPr marL="241300" marR="6350" indent="-229235" algn="just">
              <a:lnSpc>
                <a:spcPct val="150000"/>
              </a:lnSpc>
              <a:spcBef>
                <a:spcPts val="1839"/>
              </a:spcBef>
              <a:buSzPct val="80357"/>
              <a:buChar char="•"/>
              <a:tabLst>
                <a:tab pos="241935" algn="l"/>
              </a:tabLst>
            </a:pPr>
            <a:r>
              <a:rPr sz="2600" spc="-10" dirty="0">
                <a:solidFill>
                  <a:srgbClr val="002060"/>
                </a:solidFill>
                <a:latin typeface="Times New Roman" panose="02020603050405020304" pitchFamily="18" charset="0"/>
                <a:cs typeface="Times New Roman" panose="02020603050405020304" pitchFamily="18" charset="0"/>
              </a:rPr>
              <a:t>An </a:t>
            </a:r>
            <a:r>
              <a:rPr sz="2600" spc="-5" dirty="0">
                <a:solidFill>
                  <a:srgbClr val="002060"/>
                </a:solidFill>
                <a:latin typeface="Times New Roman" panose="02020603050405020304" pitchFamily="18" charset="0"/>
                <a:cs typeface="Times New Roman" panose="02020603050405020304" pitchFamily="18" charset="0"/>
              </a:rPr>
              <a:t>IP </a:t>
            </a:r>
            <a:r>
              <a:rPr sz="2600" dirty="0">
                <a:solidFill>
                  <a:srgbClr val="002060"/>
                </a:solidFill>
                <a:latin typeface="Times New Roman" panose="02020603050405020304" pitchFamily="18" charset="0"/>
                <a:cs typeface="Times New Roman" panose="02020603050405020304" pitchFamily="18" charset="0"/>
              </a:rPr>
              <a:t>address </a:t>
            </a:r>
            <a:r>
              <a:rPr sz="2600" spc="-5" dirty="0">
                <a:solidFill>
                  <a:srgbClr val="002060"/>
                </a:solidFill>
                <a:latin typeface="Times New Roman" panose="02020603050405020304" pitchFamily="18" charset="0"/>
                <a:cs typeface="Times New Roman" panose="02020603050405020304" pitchFamily="18" charset="0"/>
              </a:rPr>
              <a:t>is </a:t>
            </a:r>
            <a:r>
              <a:rPr sz="2600" dirty="0">
                <a:solidFill>
                  <a:srgbClr val="002060"/>
                </a:solidFill>
                <a:latin typeface="Times New Roman" panose="02020603050405020304" pitchFamily="18" charset="0"/>
                <a:cs typeface="Times New Roman" panose="02020603050405020304" pitchFamily="18" charset="0"/>
              </a:rPr>
              <a:t>considered </a:t>
            </a:r>
            <a:r>
              <a:rPr sz="2600" spc="-5" dirty="0">
                <a:solidFill>
                  <a:srgbClr val="002060"/>
                </a:solidFill>
                <a:latin typeface="Times New Roman" panose="02020603050405020304" pitchFamily="18" charset="0"/>
                <a:cs typeface="Times New Roman" panose="02020603050405020304" pitchFamily="18" charset="0"/>
              </a:rPr>
              <a:t>private if the IP </a:t>
            </a:r>
            <a:r>
              <a:rPr sz="2600" dirty="0">
                <a:solidFill>
                  <a:srgbClr val="002060"/>
                </a:solidFill>
                <a:latin typeface="Times New Roman" panose="02020603050405020304" pitchFamily="18" charset="0"/>
                <a:cs typeface="Times New Roman" panose="02020603050405020304" pitchFamily="18" charset="0"/>
              </a:rPr>
              <a:t>number </a:t>
            </a:r>
            <a:r>
              <a:rPr sz="2600" spc="-5" dirty="0">
                <a:solidFill>
                  <a:srgbClr val="002060"/>
                </a:solidFill>
                <a:latin typeface="Times New Roman" panose="02020603050405020304" pitchFamily="18" charset="0"/>
                <a:cs typeface="Times New Roman" panose="02020603050405020304" pitchFamily="18" charset="0"/>
              </a:rPr>
              <a:t>falls </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within </a:t>
            </a:r>
            <a:r>
              <a:rPr sz="2600" dirty="0">
                <a:solidFill>
                  <a:srgbClr val="002060"/>
                </a:solidFill>
                <a:latin typeface="Times New Roman" panose="02020603050405020304" pitchFamily="18" charset="0"/>
                <a:cs typeface="Times New Roman" panose="02020603050405020304" pitchFamily="18" charset="0"/>
              </a:rPr>
              <a:t>one </a:t>
            </a:r>
            <a:r>
              <a:rPr sz="2600" spc="-5" dirty="0">
                <a:solidFill>
                  <a:srgbClr val="002060"/>
                </a:solidFill>
                <a:latin typeface="Times New Roman" panose="02020603050405020304" pitchFamily="18" charset="0"/>
                <a:cs typeface="Times New Roman" panose="02020603050405020304" pitchFamily="18" charset="0"/>
              </a:rPr>
              <a:t>of </a:t>
            </a:r>
            <a:r>
              <a:rPr sz="2600" dirty="0">
                <a:solidFill>
                  <a:srgbClr val="002060"/>
                </a:solidFill>
                <a:latin typeface="Times New Roman" panose="02020603050405020304" pitchFamily="18" charset="0"/>
                <a:cs typeface="Times New Roman" panose="02020603050405020304" pitchFamily="18" charset="0"/>
              </a:rPr>
              <a:t>the </a:t>
            </a:r>
            <a:r>
              <a:rPr sz="2600" spc="-10" dirty="0">
                <a:solidFill>
                  <a:srgbClr val="002060"/>
                </a:solidFill>
                <a:latin typeface="Times New Roman" panose="02020603050405020304" pitchFamily="18" charset="0"/>
                <a:cs typeface="Times New Roman" panose="02020603050405020304" pitchFamily="18" charset="0"/>
              </a:rPr>
              <a:t>IP </a:t>
            </a:r>
            <a:r>
              <a:rPr sz="2600" spc="-5" dirty="0">
                <a:solidFill>
                  <a:srgbClr val="002060"/>
                </a:solidFill>
                <a:latin typeface="Times New Roman" panose="02020603050405020304" pitchFamily="18" charset="0"/>
                <a:cs typeface="Times New Roman" panose="02020603050405020304" pitchFamily="18" charset="0"/>
              </a:rPr>
              <a:t>address ranges reserved for </a:t>
            </a:r>
            <a:r>
              <a:rPr sz="2600" dirty="0" smtClean="0">
                <a:solidFill>
                  <a:srgbClr val="002060"/>
                </a:solidFill>
                <a:latin typeface="Times New Roman" panose="02020603050405020304" pitchFamily="18" charset="0"/>
                <a:cs typeface="Times New Roman" panose="02020603050405020304" pitchFamily="18" charset="0"/>
              </a:rPr>
              <a:t>private</a:t>
            </a:r>
            <a:r>
              <a:rPr lang="en-IN" sz="260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networks</a:t>
            </a:r>
            <a:r>
              <a:rPr sz="2600" spc="15" dirty="0" smtClean="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such</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as</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Local</a:t>
            </a:r>
            <a:r>
              <a:rPr sz="2600" spc="-15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Area</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Network</a:t>
            </a:r>
            <a:r>
              <a:rPr sz="2600" spc="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(LAN).</a:t>
            </a:r>
            <a:endParaRPr sz="2600"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p:nvPr/>
        </p:nvSpPr>
        <p:spPr>
          <a:xfrm>
            <a:off x="1143000" y="289400"/>
            <a:ext cx="10515600" cy="5803511"/>
          </a:xfrm>
          <a:prstGeom prst="rect">
            <a:avLst/>
          </a:prstGeom>
        </p:spPr>
        <p:txBody>
          <a:bodyPr vert="horz" wrap="square" lIns="0" tIns="55244" rIns="0" bIns="0" rtlCol="0">
            <a:spAutoFit/>
          </a:bodyPr>
          <a:lstStyle/>
          <a:p>
            <a:pPr marL="241300" marR="5080" indent="-229235" algn="just">
              <a:lnSpc>
                <a:spcPct val="150000"/>
              </a:lnSpc>
              <a:spcBef>
                <a:spcPts val="434"/>
              </a:spcBef>
              <a:buSzPct val="80357"/>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The</a:t>
            </a:r>
            <a:r>
              <a:rPr sz="2600" dirty="0">
                <a:solidFill>
                  <a:srgbClr val="002060"/>
                </a:solidFill>
                <a:latin typeface="Times New Roman" panose="02020603050405020304" pitchFamily="18" charset="0"/>
                <a:cs typeface="Times New Roman" panose="02020603050405020304" pitchFamily="18" charset="0"/>
              </a:rPr>
              <a:t> Internet</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Assigned</a:t>
            </a:r>
            <a:r>
              <a:rPr sz="2600" dirty="0">
                <a:solidFill>
                  <a:srgbClr val="002060"/>
                </a:solidFill>
                <a:latin typeface="Times New Roman" panose="02020603050405020304" pitchFamily="18" charset="0"/>
                <a:cs typeface="Times New Roman" panose="02020603050405020304" pitchFamily="18" charset="0"/>
              </a:rPr>
              <a:t> Numbers</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Authority</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(IANA)</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has </a:t>
            </a:r>
            <a:r>
              <a:rPr sz="2600" spc="-5" dirty="0" smtClean="0">
                <a:solidFill>
                  <a:srgbClr val="002060"/>
                </a:solidFill>
                <a:latin typeface="Times New Roman" panose="02020603050405020304" pitchFamily="18" charset="0"/>
                <a:cs typeface="Times New Roman" panose="02020603050405020304" pitchFamily="18" charset="0"/>
              </a:rPr>
              <a:t>reserved </a:t>
            </a:r>
            <a:r>
              <a:rPr sz="2600" spc="-5" dirty="0">
                <a:solidFill>
                  <a:srgbClr val="002060"/>
                </a:solidFill>
                <a:latin typeface="Times New Roman" panose="02020603050405020304" pitchFamily="18" charset="0"/>
                <a:cs typeface="Times New Roman" panose="02020603050405020304" pitchFamily="18" charset="0"/>
              </a:rPr>
              <a:t>the following </a:t>
            </a:r>
            <a:r>
              <a:rPr sz="2600" dirty="0">
                <a:solidFill>
                  <a:srgbClr val="002060"/>
                </a:solidFill>
                <a:latin typeface="Times New Roman" panose="02020603050405020304" pitchFamily="18" charset="0"/>
                <a:cs typeface="Times New Roman" panose="02020603050405020304" pitchFamily="18" charset="0"/>
              </a:rPr>
              <a:t>three </a:t>
            </a:r>
            <a:r>
              <a:rPr sz="2600" spc="-5" dirty="0">
                <a:solidFill>
                  <a:srgbClr val="002060"/>
                </a:solidFill>
                <a:latin typeface="Times New Roman" panose="02020603050405020304" pitchFamily="18" charset="0"/>
                <a:cs typeface="Times New Roman" panose="02020603050405020304" pitchFamily="18" charset="0"/>
              </a:rPr>
              <a:t>blocks </a:t>
            </a:r>
            <a:r>
              <a:rPr sz="2600" dirty="0">
                <a:solidFill>
                  <a:srgbClr val="002060"/>
                </a:solidFill>
                <a:latin typeface="Times New Roman" panose="02020603050405020304" pitchFamily="18" charset="0"/>
                <a:cs typeface="Times New Roman" panose="02020603050405020304" pitchFamily="18" charset="0"/>
              </a:rPr>
              <a:t>of </a:t>
            </a:r>
            <a:r>
              <a:rPr sz="2600" spc="-5" dirty="0">
                <a:solidFill>
                  <a:srgbClr val="002060"/>
                </a:solidFill>
                <a:latin typeface="Times New Roman" panose="02020603050405020304" pitchFamily="18" charset="0"/>
                <a:cs typeface="Times New Roman" panose="02020603050405020304" pitchFamily="18" charset="0"/>
              </a:rPr>
              <a:t>the </a:t>
            </a:r>
            <a:r>
              <a:rPr sz="2600" spc="-5" dirty="0">
                <a:solidFill>
                  <a:schemeClr val="accent2">
                    <a:lumMod val="75000"/>
                  </a:schemeClr>
                </a:solidFill>
                <a:latin typeface="Times New Roman" panose="02020603050405020304" pitchFamily="18" charset="0"/>
                <a:cs typeface="Times New Roman" panose="02020603050405020304" pitchFamily="18" charset="0"/>
              </a:rPr>
              <a:t>IP </a:t>
            </a:r>
            <a:r>
              <a:rPr sz="2600" dirty="0">
                <a:solidFill>
                  <a:schemeClr val="accent2">
                    <a:lumMod val="75000"/>
                  </a:schemeClr>
                </a:solidFill>
                <a:latin typeface="Times New Roman" panose="02020603050405020304" pitchFamily="18" charset="0"/>
                <a:cs typeface="Times New Roman" panose="02020603050405020304" pitchFamily="18" charset="0"/>
              </a:rPr>
              <a:t>address </a:t>
            </a:r>
            <a:r>
              <a:rPr sz="2600" spc="-5" dirty="0">
                <a:solidFill>
                  <a:schemeClr val="accent2">
                    <a:lumMod val="75000"/>
                  </a:schemeClr>
                </a:solidFill>
                <a:latin typeface="Times New Roman" panose="02020603050405020304" pitchFamily="18" charset="0"/>
                <a:cs typeface="Times New Roman" panose="02020603050405020304" pitchFamily="18" charset="0"/>
              </a:rPr>
              <a:t>space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for </a:t>
            </a:r>
            <a:r>
              <a:rPr sz="2600" spc="-5" dirty="0">
                <a:solidFill>
                  <a:schemeClr val="accent2">
                    <a:lumMod val="75000"/>
                  </a:schemeClr>
                </a:solidFill>
                <a:latin typeface="Times New Roman" panose="02020603050405020304" pitchFamily="18" charset="0"/>
                <a:cs typeface="Times New Roman" panose="02020603050405020304" pitchFamily="18" charset="0"/>
              </a:rPr>
              <a:t>private</a:t>
            </a:r>
            <a:r>
              <a:rPr sz="2600" spc="2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networks</a:t>
            </a:r>
            <a:r>
              <a:rPr sz="2600" spc="20"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(local</a:t>
            </a:r>
            <a:r>
              <a:rPr sz="2600" spc="10"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networks)</a:t>
            </a:r>
            <a:r>
              <a:rPr sz="2600" dirty="0">
                <a:solidFill>
                  <a:srgbClr val="002060"/>
                </a:solidFill>
                <a:latin typeface="Times New Roman" panose="02020603050405020304" pitchFamily="18" charset="0"/>
                <a:cs typeface="Times New Roman" panose="02020603050405020304" pitchFamily="18" charset="0"/>
              </a:rPr>
              <a:t>:</a:t>
            </a:r>
          </a:p>
          <a:p>
            <a:pPr marL="698500" lvl="1" indent="-229235">
              <a:lnSpc>
                <a:spcPct val="150000"/>
              </a:lnSpc>
              <a:spcBef>
                <a:spcPts val="325"/>
              </a:spcBef>
              <a:buSzPct val="79166"/>
              <a:buChar char="•"/>
              <a:tabLst>
                <a:tab pos="698500" algn="l"/>
                <a:tab pos="699135" algn="l"/>
              </a:tabLst>
            </a:pPr>
            <a:r>
              <a:rPr sz="2600" spc="-5" dirty="0">
                <a:solidFill>
                  <a:schemeClr val="accent2">
                    <a:lumMod val="75000"/>
                  </a:schemeClr>
                </a:solidFill>
                <a:latin typeface="Times New Roman" panose="02020603050405020304" pitchFamily="18" charset="0"/>
                <a:cs typeface="Times New Roman" panose="02020603050405020304" pitchFamily="18" charset="0"/>
              </a:rPr>
              <a:t>Class</a:t>
            </a:r>
            <a:r>
              <a:rPr sz="2600" spc="-13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A:</a:t>
            </a:r>
            <a:r>
              <a:rPr sz="2600" spc="-1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10.0.0.0</a:t>
            </a:r>
            <a:r>
              <a:rPr sz="2600" spc="-15"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a:t>
            </a:r>
            <a:r>
              <a:rPr sz="2600" spc="-2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10.255.255.255</a:t>
            </a:r>
            <a:endParaRPr sz="2600" dirty="0">
              <a:solidFill>
                <a:schemeClr val="accent2">
                  <a:lumMod val="75000"/>
                </a:schemeClr>
              </a:solidFill>
              <a:latin typeface="Times New Roman" panose="02020603050405020304" pitchFamily="18" charset="0"/>
              <a:cs typeface="Times New Roman" panose="02020603050405020304" pitchFamily="18" charset="0"/>
            </a:endParaRPr>
          </a:p>
          <a:p>
            <a:pPr marL="698500" lvl="1" indent="-229235">
              <a:lnSpc>
                <a:spcPct val="150000"/>
              </a:lnSpc>
              <a:spcBef>
                <a:spcPts val="315"/>
              </a:spcBef>
              <a:buSzPct val="79166"/>
              <a:buChar char="•"/>
              <a:tabLst>
                <a:tab pos="698500" algn="l"/>
                <a:tab pos="699135" algn="l"/>
              </a:tabLst>
            </a:pPr>
            <a:r>
              <a:rPr sz="2600" spc="-5" dirty="0">
                <a:solidFill>
                  <a:schemeClr val="accent2">
                    <a:lumMod val="75000"/>
                  </a:schemeClr>
                </a:solidFill>
                <a:latin typeface="Times New Roman" panose="02020603050405020304" pitchFamily="18" charset="0"/>
                <a:cs typeface="Times New Roman" panose="02020603050405020304" pitchFamily="18" charset="0"/>
              </a:rPr>
              <a:t>Class</a:t>
            </a:r>
            <a:r>
              <a:rPr sz="260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B:</a:t>
            </a:r>
            <a:r>
              <a:rPr sz="2600" spc="-1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172.16.0.0 </a:t>
            </a:r>
            <a:r>
              <a:rPr sz="2600" dirty="0">
                <a:solidFill>
                  <a:schemeClr val="accent2">
                    <a:lumMod val="75000"/>
                  </a:schemeClr>
                </a:solidFill>
                <a:latin typeface="Times New Roman" panose="02020603050405020304" pitchFamily="18" charset="0"/>
                <a:cs typeface="Times New Roman" panose="02020603050405020304" pitchFamily="18" charset="0"/>
              </a:rPr>
              <a:t>—</a:t>
            </a:r>
            <a:r>
              <a:rPr sz="2600" spc="-1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172.31.255.255</a:t>
            </a:r>
            <a:endParaRPr sz="2600" dirty="0">
              <a:solidFill>
                <a:schemeClr val="accent2">
                  <a:lumMod val="75000"/>
                </a:schemeClr>
              </a:solidFill>
              <a:latin typeface="Times New Roman" panose="02020603050405020304" pitchFamily="18" charset="0"/>
              <a:cs typeface="Times New Roman" panose="02020603050405020304" pitchFamily="18" charset="0"/>
            </a:endParaRPr>
          </a:p>
          <a:p>
            <a:pPr marL="698500" lvl="1" indent="-229235">
              <a:lnSpc>
                <a:spcPct val="150000"/>
              </a:lnSpc>
              <a:spcBef>
                <a:spcPts val="310"/>
              </a:spcBef>
              <a:buSzPct val="79166"/>
              <a:buChar char="•"/>
              <a:tabLst>
                <a:tab pos="698500" algn="l"/>
                <a:tab pos="699135" algn="l"/>
              </a:tabLst>
            </a:pPr>
            <a:r>
              <a:rPr sz="2600" spc="-5" dirty="0">
                <a:solidFill>
                  <a:schemeClr val="accent2">
                    <a:lumMod val="75000"/>
                  </a:schemeClr>
                </a:solidFill>
                <a:latin typeface="Times New Roman" panose="02020603050405020304" pitchFamily="18" charset="0"/>
                <a:cs typeface="Times New Roman" panose="02020603050405020304" pitchFamily="18" charset="0"/>
              </a:rPr>
              <a:t>Class</a:t>
            </a:r>
            <a:r>
              <a:rPr sz="260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C:</a:t>
            </a:r>
            <a:r>
              <a:rPr sz="2600" spc="-1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192.168.0.0</a:t>
            </a:r>
            <a:r>
              <a:rPr sz="2600" spc="5"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a:t>
            </a:r>
            <a:r>
              <a:rPr sz="2600" spc="-2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192.168.255.255</a:t>
            </a:r>
            <a:endParaRPr sz="2600" dirty="0">
              <a:solidFill>
                <a:schemeClr val="accent2">
                  <a:lumMod val="75000"/>
                </a:schemeClr>
              </a:solidFill>
              <a:latin typeface="Times New Roman" panose="02020603050405020304" pitchFamily="18" charset="0"/>
              <a:cs typeface="Times New Roman" panose="02020603050405020304" pitchFamily="18" charset="0"/>
            </a:endParaRPr>
          </a:p>
          <a:p>
            <a:pPr marL="241300" marR="5715" indent="-229235" algn="just">
              <a:lnSpc>
                <a:spcPct val="150000"/>
              </a:lnSpc>
              <a:spcBef>
                <a:spcPts val="1785"/>
              </a:spcBef>
              <a:buSzPct val="80357"/>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These</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might</a:t>
            </a:r>
            <a:r>
              <a:rPr sz="2600" dirty="0">
                <a:solidFill>
                  <a:srgbClr val="002060"/>
                </a:solidFill>
                <a:latin typeface="Times New Roman" panose="02020603050405020304" pitchFamily="18" charset="0"/>
                <a:cs typeface="Times New Roman" panose="02020603050405020304" pitchFamily="18" charset="0"/>
              </a:rPr>
              <a:t> not</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seem</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like</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wide</a:t>
            </a:r>
            <a:r>
              <a:rPr sz="2600" dirty="0">
                <a:solidFill>
                  <a:srgbClr val="002060"/>
                </a:solidFill>
                <a:latin typeface="Times New Roman" panose="02020603050405020304" pitchFamily="18" charset="0"/>
                <a:cs typeface="Times New Roman" panose="02020603050405020304" pitchFamily="18" charset="0"/>
              </a:rPr>
              <a:t> ranges,</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but</a:t>
            </a:r>
            <a:r>
              <a:rPr sz="2600" spc="5" dirty="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they</a:t>
            </a:r>
            <a:r>
              <a:rPr lang="en-IN" sz="260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don’t really</a:t>
            </a:r>
            <a:r>
              <a:rPr sz="2600" dirty="0" smtClean="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need</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be.</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Because</a:t>
            </a:r>
            <a:r>
              <a:rPr sz="2600" dirty="0">
                <a:solidFill>
                  <a:srgbClr val="002060"/>
                </a:solidFill>
                <a:latin typeface="Times New Roman" panose="02020603050405020304" pitchFamily="18" charset="0"/>
                <a:cs typeface="Times New Roman" panose="02020603050405020304" pitchFamily="18" charset="0"/>
              </a:rPr>
              <a:t> these</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IP</a:t>
            </a:r>
            <a:r>
              <a:rPr sz="2600" dirty="0">
                <a:solidFill>
                  <a:srgbClr val="002060"/>
                </a:solidFill>
                <a:latin typeface="Times New Roman" panose="02020603050405020304" pitchFamily="18" charset="0"/>
                <a:cs typeface="Times New Roman" panose="02020603050405020304" pitchFamily="18" charset="0"/>
              </a:rPr>
              <a:t> addresses</a:t>
            </a:r>
            <a:r>
              <a:rPr sz="2600" spc="77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are </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reserved for private </a:t>
            </a:r>
            <a:r>
              <a:rPr sz="2600" dirty="0">
                <a:solidFill>
                  <a:srgbClr val="002060"/>
                </a:solidFill>
                <a:latin typeface="Times New Roman" panose="02020603050405020304" pitchFamily="18" charset="0"/>
                <a:cs typeface="Times New Roman" panose="02020603050405020304" pitchFamily="18" charset="0"/>
              </a:rPr>
              <a:t>network use </a:t>
            </a:r>
            <a:r>
              <a:rPr sz="2600" spc="-45" dirty="0">
                <a:solidFill>
                  <a:srgbClr val="002060"/>
                </a:solidFill>
                <a:latin typeface="Times New Roman" panose="02020603050405020304" pitchFamily="18" charset="0"/>
                <a:cs typeface="Times New Roman" panose="02020603050405020304" pitchFamily="18" charset="0"/>
              </a:rPr>
              <a:t>only, </a:t>
            </a:r>
            <a:r>
              <a:rPr sz="2600" dirty="0">
                <a:solidFill>
                  <a:srgbClr val="002060"/>
                </a:solidFill>
                <a:latin typeface="Times New Roman" panose="02020603050405020304" pitchFamily="18" charset="0"/>
                <a:cs typeface="Times New Roman" panose="02020603050405020304" pitchFamily="18" charset="0"/>
              </a:rPr>
              <a:t>they </a:t>
            </a:r>
            <a:r>
              <a:rPr sz="2600" spc="-5" dirty="0">
                <a:solidFill>
                  <a:srgbClr val="002060"/>
                </a:solidFill>
                <a:latin typeface="Times New Roman" panose="02020603050405020304" pitchFamily="18" charset="0"/>
                <a:cs typeface="Times New Roman" panose="02020603050405020304" pitchFamily="18" charset="0"/>
              </a:rPr>
              <a:t>can be </a:t>
            </a:r>
            <a:r>
              <a:rPr sz="2600" b="1" dirty="0">
                <a:solidFill>
                  <a:schemeClr val="accent2">
                    <a:lumMod val="75000"/>
                  </a:schemeClr>
                </a:solidFill>
                <a:latin typeface="Times New Roman" panose="02020603050405020304" pitchFamily="18" charset="0"/>
                <a:cs typeface="Times New Roman" panose="02020603050405020304" pitchFamily="18" charset="0"/>
              </a:rPr>
              <a:t>reused </a:t>
            </a:r>
            <a:r>
              <a:rPr sz="2600" b="1" spc="-5" dirty="0" smtClean="0">
                <a:solidFill>
                  <a:schemeClr val="accent2">
                    <a:lumMod val="75000"/>
                  </a:schemeClr>
                </a:solidFill>
                <a:latin typeface="Times New Roman" panose="02020603050405020304" pitchFamily="18" charset="0"/>
                <a:cs typeface="Times New Roman" panose="02020603050405020304" pitchFamily="18" charset="0"/>
              </a:rPr>
              <a:t>on </a:t>
            </a:r>
            <a:r>
              <a:rPr sz="2600" b="1" dirty="0">
                <a:solidFill>
                  <a:schemeClr val="accent2">
                    <a:lumMod val="75000"/>
                  </a:schemeClr>
                </a:solidFill>
                <a:latin typeface="Times New Roman" panose="02020603050405020304" pitchFamily="18" charset="0"/>
                <a:cs typeface="Times New Roman" panose="02020603050405020304" pitchFamily="18" charset="0"/>
              </a:rPr>
              <a:t>different private </a:t>
            </a:r>
            <a:r>
              <a:rPr sz="2600" b="1" spc="-5" dirty="0">
                <a:solidFill>
                  <a:schemeClr val="accent2">
                    <a:lumMod val="75000"/>
                  </a:schemeClr>
                </a:solidFill>
                <a:latin typeface="Times New Roman" panose="02020603050405020304" pitchFamily="18" charset="0"/>
                <a:cs typeface="Times New Roman" panose="02020603050405020304" pitchFamily="18" charset="0"/>
              </a:rPr>
              <a:t>networks </a:t>
            </a:r>
            <a:r>
              <a:rPr sz="2600" spc="-5" dirty="0">
                <a:solidFill>
                  <a:srgbClr val="002060"/>
                </a:solidFill>
                <a:latin typeface="Times New Roman" panose="02020603050405020304" pitchFamily="18" charset="0"/>
                <a:cs typeface="Times New Roman" panose="02020603050405020304" pitchFamily="18" charset="0"/>
              </a:rPr>
              <a:t>all over the world — without </a:t>
            </a:r>
            <a:r>
              <a:rPr sz="2600" spc="-76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consequence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or</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confusion.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372616" y="959177"/>
            <a:ext cx="4246245" cy="504625"/>
          </a:xfrm>
          <a:prstGeom prst="rect">
            <a:avLst/>
          </a:prstGeom>
        </p:spPr>
        <p:txBody>
          <a:bodyPr vert="horz" wrap="square" lIns="0" tIns="12065" rIns="0" bIns="0" rtlCol="0">
            <a:spAutoFit/>
          </a:bodyPr>
          <a:lstStyle/>
          <a:p>
            <a:pPr marL="12700">
              <a:lnSpc>
                <a:spcPct val="100000"/>
              </a:lnSpc>
              <a:spcBef>
                <a:spcPts val="95"/>
              </a:spcBef>
            </a:pPr>
            <a:r>
              <a:rPr spc="-5" dirty="0"/>
              <a:t>Public</a:t>
            </a:r>
            <a:r>
              <a:rPr spc="-30" dirty="0"/>
              <a:t> </a:t>
            </a:r>
            <a:r>
              <a:rPr dirty="0"/>
              <a:t>IP</a:t>
            </a:r>
            <a:r>
              <a:rPr spc="-95" dirty="0"/>
              <a:t> </a:t>
            </a:r>
            <a:r>
              <a:rPr spc="-10" dirty="0"/>
              <a:t>address</a:t>
            </a:r>
          </a:p>
        </p:txBody>
      </p:sp>
      <p:sp>
        <p:nvSpPr>
          <p:cNvPr id="4" name="object 4"/>
          <p:cNvSpPr txBox="1"/>
          <p:nvPr/>
        </p:nvSpPr>
        <p:spPr>
          <a:xfrm>
            <a:off x="1143000" y="1730705"/>
            <a:ext cx="10744200" cy="5146922"/>
          </a:xfrm>
          <a:prstGeom prst="rect">
            <a:avLst/>
          </a:prstGeom>
        </p:spPr>
        <p:txBody>
          <a:bodyPr vert="horz" wrap="square" lIns="0" tIns="12065" rIns="0" bIns="0" rtlCol="0">
            <a:spAutoFit/>
          </a:bodyPr>
          <a:lstStyle/>
          <a:p>
            <a:pPr marL="241300" indent="-229235">
              <a:lnSpc>
                <a:spcPct val="150000"/>
              </a:lnSpc>
              <a:spcBef>
                <a:spcPts val="95"/>
              </a:spcBef>
              <a:buSzPct val="80357"/>
              <a:buChar char="•"/>
              <a:tabLst>
                <a:tab pos="241300" algn="l"/>
                <a:tab pos="241935" algn="l"/>
              </a:tabLst>
            </a:pPr>
            <a:r>
              <a:rPr sz="2600" spc="-5" dirty="0">
                <a:solidFill>
                  <a:srgbClr val="002060"/>
                </a:solidFill>
                <a:latin typeface="Times New Roman" panose="02020603050405020304" pitchFamily="18" charset="0"/>
                <a:cs typeface="Times New Roman" panose="02020603050405020304" pitchFamily="18" charset="0"/>
              </a:rPr>
              <a:t>A</a:t>
            </a:r>
            <a:r>
              <a:rPr sz="2600" spc="40" dirty="0">
                <a:solidFill>
                  <a:srgbClr val="002060"/>
                </a:solidFill>
                <a:latin typeface="Times New Roman" panose="02020603050405020304" pitchFamily="18" charset="0"/>
                <a:cs typeface="Times New Roman" panose="02020603050405020304" pitchFamily="18" charset="0"/>
              </a:rPr>
              <a:t> </a:t>
            </a:r>
            <a:r>
              <a:rPr sz="2600" b="1" spc="-5" dirty="0">
                <a:solidFill>
                  <a:schemeClr val="accent2">
                    <a:lumMod val="75000"/>
                  </a:schemeClr>
                </a:solidFill>
                <a:latin typeface="Times New Roman" panose="02020603050405020304" pitchFamily="18" charset="0"/>
                <a:cs typeface="Times New Roman" panose="02020603050405020304" pitchFamily="18" charset="0"/>
              </a:rPr>
              <a:t>Public</a:t>
            </a:r>
            <a:r>
              <a:rPr sz="2600" b="1" spc="210" dirty="0">
                <a:solidFill>
                  <a:schemeClr val="accent2">
                    <a:lumMod val="75000"/>
                  </a:schemeClr>
                </a:solidFill>
                <a:latin typeface="Times New Roman" panose="02020603050405020304" pitchFamily="18" charset="0"/>
                <a:cs typeface="Times New Roman" panose="02020603050405020304" pitchFamily="18" charset="0"/>
              </a:rPr>
              <a:t> </a:t>
            </a:r>
            <a:r>
              <a:rPr sz="2600" b="1" spc="-5" dirty="0">
                <a:solidFill>
                  <a:schemeClr val="accent2">
                    <a:lumMod val="75000"/>
                  </a:schemeClr>
                </a:solidFill>
                <a:latin typeface="Times New Roman" panose="02020603050405020304" pitchFamily="18" charset="0"/>
                <a:cs typeface="Times New Roman" panose="02020603050405020304" pitchFamily="18" charset="0"/>
              </a:rPr>
              <a:t>IP</a:t>
            </a:r>
            <a:r>
              <a:rPr sz="2600" b="1" spc="150" dirty="0">
                <a:solidFill>
                  <a:schemeClr val="accent2">
                    <a:lumMod val="75000"/>
                  </a:schemeClr>
                </a:solidFill>
                <a:latin typeface="Times New Roman" panose="02020603050405020304" pitchFamily="18" charset="0"/>
                <a:cs typeface="Times New Roman" panose="02020603050405020304" pitchFamily="18" charset="0"/>
              </a:rPr>
              <a:t> </a:t>
            </a:r>
            <a:r>
              <a:rPr sz="2600" b="1" spc="-5" dirty="0">
                <a:solidFill>
                  <a:schemeClr val="accent2">
                    <a:lumMod val="75000"/>
                  </a:schemeClr>
                </a:solidFill>
                <a:latin typeface="Times New Roman" panose="02020603050405020304" pitchFamily="18" charset="0"/>
                <a:cs typeface="Times New Roman" panose="02020603050405020304" pitchFamily="18" charset="0"/>
              </a:rPr>
              <a:t>address</a:t>
            </a:r>
            <a:r>
              <a:rPr sz="2600" b="1" spc="225"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a:t>
            </a:r>
            <a:r>
              <a:rPr sz="2600" i="1" dirty="0">
                <a:solidFill>
                  <a:schemeClr val="accent2">
                    <a:lumMod val="75000"/>
                  </a:schemeClr>
                </a:solidFill>
                <a:latin typeface="Times New Roman" panose="02020603050405020304" pitchFamily="18" charset="0"/>
                <a:cs typeface="Times New Roman" panose="02020603050405020304" pitchFamily="18" charset="0"/>
              </a:rPr>
              <a:t>External</a:t>
            </a:r>
            <a:r>
              <a:rPr sz="2600" dirty="0">
                <a:solidFill>
                  <a:schemeClr val="accent2">
                    <a:lumMod val="75000"/>
                  </a:schemeClr>
                </a:solidFill>
                <a:latin typeface="Times New Roman" panose="02020603050405020304" pitchFamily="18" charset="0"/>
                <a:cs typeface="Times New Roman" panose="02020603050405020304" pitchFamily="18" charset="0"/>
              </a:rPr>
              <a:t>)</a:t>
            </a:r>
            <a:r>
              <a:rPr sz="2600" spc="21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spc="21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assigned</a:t>
            </a:r>
            <a:r>
              <a:rPr sz="2600" spc="22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a:t>
            </a:r>
            <a:r>
              <a:rPr sz="2600" spc="21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every</a:t>
            </a:r>
            <a:r>
              <a:rPr sz="2600" spc="215" dirty="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device</a:t>
            </a:r>
            <a:r>
              <a:rPr lang="en-IN" sz="2600"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that</a:t>
            </a:r>
            <a:r>
              <a:rPr sz="2600" spc="114" dirty="0" smtClean="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connects</a:t>
            </a:r>
            <a:r>
              <a:rPr sz="2600" spc="1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a:t>
            </a:r>
            <a:r>
              <a:rPr sz="2600" spc="10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12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Internet</a:t>
            </a:r>
            <a:r>
              <a:rPr sz="2600" spc="10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and</a:t>
            </a:r>
            <a:r>
              <a:rPr sz="2600" spc="110" dirty="0">
                <a:solidFill>
                  <a:srgbClr val="002060"/>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each</a:t>
            </a:r>
            <a:r>
              <a:rPr sz="2600" spc="114"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IP</a:t>
            </a:r>
            <a:r>
              <a:rPr sz="2600" spc="6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address</a:t>
            </a:r>
            <a:r>
              <a:rPr sz="2600" spc="12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is</a:t>
            </a:r>
            <a:r>
              <a:rPr sz="2600" spc="100"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unique</a:t>
            </a:r>
            <a:r>
              <a:rPr sz="2600" dirty="0" smtClean="0">
                <a:solidFill>
                  <a:srgbClr val="002060"/>
                </a:solidFill>
                <a:latin typeface="Times New Roman" panose="02020603050405020304" pitchFamily="18" charset="0"/>
                <a:cs typeface="Times New Roman" panose="02020603050405020304" pitchFamily="18" charset="0"/>
              </a:rPr>
              <a:t>.</a:t>
            </a:r>
            <a:r>
              <a:rPr lang="en-IN" sz="260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The</a:t>
            </a:r>
            <a:r>
              <a:rPr sz="2600" dirty="0" smtClean="0">
                <a:solidFill>
                  <a:srgbClr val="002060"/>
                </a:solidFill>
                <a:latin typeface="Times New Roman" panose="02020603050405020304" pitchFamily="18" charset="0"/>
                <a:cs typeface="Times New Roman" panose="02020603050405020304" pitchFamily="18" charset="0"/>
              </a:rPr>
              <a:t>r</a:t>
            </a:r>
            <a:r>
              <a:rPr sz="2600" spc="-5" dirty="0" smtClean="0">
                <a:solidFill>
                  <a:srgbClr val="002060"/>
                </a:solidFill>
                <a:latin typeface="Times New Roman" panose="02020603050405020304" pitchFamily="18" charset="0"/>
                <a:cs typeface="Times New Roman" panose="02020603050405020304" pitchFamily="18" charset="0"/>
              </a:rPr>
              <a:t>ef</a:t>
            </a:r>
            <a:r>
              <a:rPr sz="2600" spc="5" dirty="0" smtClean="0">
                <a:solidFill>
                  <a:srgbClr val="002060"/>
                </a:solidFill>
                <a:latin typeface="Times New Roman" panose="02020603050405020304" pitchFamily="18" charset="0"/>
                <a:cs typeface="Times New Roman" panose="02020603050405020304" pitchFamily="18" charset="0"/>
              </a:rPr>
              <a:t>ore</a:t>
            </a:r>
            <a:r>
              <a:rPr sz="2600" spc="-5" dirty="0" smtClean="0">
                <a:solidFill>
                  <a:srgbClr val="002060"/>
                </a:solidFill>
                <a:latin typeface="Times New Roman" panose="02020603050405020304" pitchFamily="18" charset="0"/>
                <a:cs typeface="Times New Roman" panose="02020603050405020304" pitchFamily="18" charset="0"/>
              </a:rPr>
              <a:t>,</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th</a:t>
            </a:r>
            <a:r>
              <a:rPr sz="2600" spc="5" dirty="0" smtClean="0">
                <a:solidFill>
                  <a:srgbClr val="002060"/>
                </a:solidFill>
                <a:latin typeface="Times New Roman" panose="02020603050405020304" pitchFamily="18" charset="0"/>
                <a:cs typeface="Times New Roman" panose="02020603050405020304" pitchFamily="18" charset="0"/>
              </a:rPr>
              <a:t>e</a:t>
            </a:r>
            <a:r>
              <a:rPr sz="2600" spc="-5" dirty="0" smtClean="0">
                <a:solidFill>
                  <a:srgbClr val="002060"/>
                </a:solidFill>
                <a:latin typeface="Times New Roman" panose="02020603050405020304" pitchFamily="18" charset="0"/>
                <a:cs typeface="Times New Roman" panose="02020603050405020304" pitchFamily="18" charset="0"/>
              </a:rPr>
              <a:t>re</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can</a:t>
            </a:r>
            <a:r>
              <a:rPr sz="2600" dirty="0" smtClean="0">
                <a:solidFill>
                  <a:srgbClr val="002060"/>
                </a:solidFill>
                <a:latin typeface="Times New Roman" panose="02020603050405020304" pitchFamily="18" charset="0"/>
                <a:cs typeface="Times New Roman" panose="02020603050405020304" pitchFamily="18" charset="0"/>
              </a:rPr>
              <a:t>n</a:t>
            </a:r>
            <a:r>
              <a:rPr sz="2600" spc="-5" dirty="0" smtClean="0">
                <a:solidFill>
                  <a:srgbClr val="002060"/>
                </a:solidFill>
                <a:latin typeface="Times New Roman" panose="02020603050405020304" pitchFamily="18" charset="0"/>
                <a:cs typeface="Times New Roman" panose="02020603050405020304" pitchFamily="18" charset="0"/>
              </a:rPr>
              <a:t>ot</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e</a:t>
            </a:r>
            <a:r>
              <a:rPr sz="2600" dirty="0" smtClean="0">
                <a:solidFill>
                  <a:srgbClr val="002060"/>
                </a:solidFill>
                <a:latin typeface="Times New Roman" panose="02020603050405020304" pitchFamily="18" charset="0"/>
                <a:cs typeface="Times New Roman" panose="02020603050405020304" pitchFamily="18" charset="0"/>
              </a:rPr>
              <a:t>x</a:t>
            </a:r>
            <a:r>
              <a:rPr sz="2600" spc="-5" dirty="0" smtClean="0">
                <a:solidFill>
                  <a:srgbClr val="002060"/>
                </a:solidFill>
                <a:latin typeface="Times New Roman" panose="02020603050405020304" pitchFamily="18" charset="0"/>
                <a:cs typeface="Times New Roman" panose="02020603050405020304" pitchFamily="18" charset="0"/>
              </a:rPr>
              <a:t>i</a:t>
            </a:r>
            <a:r>
              <a:rPr sz="2600" dirty="0" smtClean="0">
                <a:solidFill>
                  <a:srgbClr val="002060"/>
                </a:solidFill>
                <a:latin typeface="Times New Roman" panose="02020603050405020304" pitchFamily="18" charset="0"/>
                <a:cs typeface="Times New Roman" panose="02020603050405020304" pitchFamily="18" charset="0"/>
              </a:rPr>
              <a:t>s</a:t>
            </a:r>
            <a:r>
              <a:rPr sz="2600" spc="-5" dirty="0" smtClean="0">
                <a:solidFill>
                  <a:srgbClr val="002060"/>
                </a:solidFill>
                <a:latin typeface="Times New Roman" panose="02020603050405020304" pitchFamily="18" charset="0"/>
                <a:cs typeface="Times New Roman" panose="02020603050405020304" pitchFamily="18" charset="0"/>
              </a:rPr>
              <a:t>t</a:t>
            </a:r>
            <a:r>
              <a:rPr lang="en-IN" sz="2600" dirty="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two</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d</a:t>
            </a:r>
            <a:r>
              <a:rPr sz="2600" dirty="0" smtClean="0">
                <a:solidFill>
                  <a:srgbClr val="002060"/>
                </a:solidFill>
                <a:latin typeface="Times New Roman" panose="02020603050405020304" pitchFamily="18" charset="0"/>
                <a:cs typeface="Times New Roman" panose="02020603050405020304" pitchFamily="18" charset="0"/>
              </a:rPr>
              <a:t>e</a:t>
            </a:r>
            <a:r>
              <a:rPr sz="2600" spc="-5" dirty="0" smtClean="0">
                <a:solidFill>
                  <a:srgbClr val="002060"/>
                </a:solidFill>
                <a:latin typeface="Times New Roman" panose="02020603050405020304" pitchFamily="18" charset="0"/>
                <a:cs typeface="Times New Roman" panose="02020603050405020304" pitchFamily="18" charset="0"/>
              </a:rPr>
              <a:t>v</a:t>
            </a:r>
            <a:r>
              <a:rPr sz="2600" dirty="0" smtClean="0">
                <a:solidFill>
                  <a:srgbClr val="002060"/>
                </a:solidFill>
                <a:latin typeface="Times New Roman" panose="02020603050405020304" pitchFamily="18" charset="0"/>
                <a:cs typeface="Times New Roman" panose="02020603050405020304" pitchFamily="18" charset="0"/>
              </a:rPr>
              <a:t>i</a:t>
            </a:r>
            <a:r>
              <a:rPr sz="2600" spc="-5" dirty="0" smtClean="0">
                <a:solidFill>
                  <a:srgbClr val="002060"/>
                </a:solidFill>
                <a:latin typeface="Times New Roman" panose="02020603050405020304" pitchFamily="18" charset="0"/>
                <a:cs typeface="Times New Roman" panose="02020603050405020304" pitchFamily="18" charset="0"/>
              </a:rPr>
              <a:t>ce</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with</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the</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same  </a:t>
            </a:r>
            <a:r>
              <a:rPr sz="2600" spc="-5" dirty="0">
                <a:solidFill>
                  <a:srgbClr val="002060"/>
                </a:solidFill>
                <a:latin typeface="Times New Roman" panose="02020603050405020304" pitchFamily="18" charset="0"/>
                <a:cs typeface="Times New Roman" panose="02020603050405020304" pitchFamily="18" charset="0"/>
              </a:rPr>
              <a:t>public</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IP</a:t>
            </a:r>
            <a:r>
              <a:rPr sz="2600" spc="-6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address.</a:t>
            </a:r>
          </a:p>
          <a:p>
            <a:pPr marL="241300" marR="5080" indent="-229235">
              <a:lnSpc>
                <a:spcPct val="150000"/>
              </a:lnSpc>
              <a:spcBef>
                <a:spcPts val="1800"/>
              </a:spcBef>
              <a:buSzPct val="80357"/>
              <a:buChar char="•"/>
              <a:tabLst>
                <a:tab pos="241300" algn="l"/>
                <a:tab pos="241935" algn="l"/>
              </a:tabLst>
            </a:pPr>
            <a:r>
              <a:rPr sz="2600" spc="-5" dirty="0">
                <a:solidFill>
                  <a:srgbClr val="002060"/>
                </a:solidFill>
                <a:latin typeface="Times New Roman" panose="02020603050405020304" pitchFamily="18" charset="0"/>
                <a:cs typeface="Times New Roman" panose="02020603050405020304" pitchFamily="18" charset="0"/>
              </a:rPr>
              <a:t>This</a:t>
            </a:r>
            <a:r>
              <a:rPr sz="2600" spc="4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addressing</a:t>
            </a:r>
            <a:r>
              <a:rPr sz="2600" spc="5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scheme</a:t>
            </a:r>
            <a:r>
              <a:rPr sz="2600" spc="4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makes</a:t>
            </a:r>
            <a:r>
              <a:rPr sz="2600" spc="4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it</a:t>
            </a:r>
            <a:r>
              <a:rPr sz="2600" spc="3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possible</a:t>
            </a:r>
            <a:r>
              <a:rPr sz="2600" spc="4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for</a:t>
            </a:r>
            <a:r>
              <a:rPr sz="2600" spc="45" dirty="0">
                <a:solidFill>
                  <a:srgbClr val="002060"/>
                </a:solidFill>
                <a:latin typeface="Times New Roman" panose="02020603050405020304" pitchFamily="18" charset="0"/>
                <a:cs typeface="Times New Roman" panose="02020603050405020304" pitchFamily="18" charset="0"/>
              </a:rPr>
              <a:t> </a:t>
            </a:r>
            <a:r>
              <a:rPr sz="2600" spc="-10" dirty="0">
                <a:solidFill>
                  <a:srgbClr val="002060"/>
                </a:solidFill>
                <a:latin typeface="Times New Roman" panose="02020603050405020304" pitchFamily="18" charset="0"/>
                <a:cs typeface="Times New Roman" panose="02020603050405020304" pitchFamily="18" charset="0"/>
              </a:rPr>
              <a:t>the</a:t>
            </a:r>
            <a:r>
              <a:rPr sz="2600" spc="4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devices</a:t>
            </a:r>
            <a:r>
              <a:rPr sz="2600" spc="4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 </a:t>
            </a:r>
            <a:r>
              <a:rPr sz="2600" spc="-76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“find</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each</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other”</a:t>
            </a:r>
            <a:r>
              <a:rPr sz="2600" spc="2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online</a:t>
            </a:r>
            <a:r>
              <a:rPr sz="2600" spc="1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and</a:t>
            </a:r>
            <a:r>
              <a:rPr sz="2600" spc="1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exchange</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information.</a:t>
            </a:r>
          </a:p>
          <a:p>
            <a:pPr marL="241300" indent="-229235">
              <a:lnSpc>
                <a:spcPct val="150000"/>
              </a:lnSpc>
              <a:spcBef>
                <a:spcPts val="795"/>
              </a:spcBef>
              <a:buSzPct val="80357"/>
              <a:buChar char="•"/>
              <a:tabLst>
                <a:tab pos="241300" algn="l"/>
                <a:tab pos="241935" algn="l"/>
                <a:tab pos="1473835" algn="l"/>
                <a:tab pos="2210435" algn="l"/>
                <a:tab pos="2768600" algn="l"/>
                <a:tab pos="3999865" algn="l"/>
                <a:tab pos="4854575" algn="l"/>
                <a:tab pos="5511800" algn="l"/>
                <a:tab pos="6002655" algn="l"/>
                <a:tab pos="7430770" algn="l"/>
                <a:tab pos="8761095" algn="l"/>
                <a:tab pos="9517380" algn="l"/>
              </a:tabLst>
            </a:pPr>
            <a:r>
              <a:rPr sz="2600" spc="-5" dirty="0">
                <a:solidFill>
                  <a:srgbClr val="002060"/>
                </a:solidFill>
                <a:latin typeface="Times New Roman" panose="02020603050405020304" pitchFamily="18" charset="0"/>
                <a:cs typeface="Times New Roman" panose="02020603050405020304" pitchFamily="18" charset="0"/>
              </a:rPr>
              <a:t>A</a:t>
            </a:r>
            <a:r>
              <a:rPr sz="2600" spc="330" dirty="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use</a:t>
            </a:r>
            <a:r>
              <a:rPr sz="2600" spc="-5" dirty="0" smtClean="0">
                <a:solidFill>
                  <a:srgbClr val="002060"/>
                </a:solidFill>
                <a:latin typeface="Times New Roman" panose="02020603050405020304" pitchFamily="18" charset="0"/>
                <a:cs typeface="Times New Roman" panose="02020603050405020304" pitchFamily="18" charset="0"/>
              </a:rPr>
              <a:t>r</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ha</a:t>
            </a:r>
            <a:r>
              <a:rPr sz="2600" spc="-5" dirty="0" smtClean="0">
                <a:solidFill>
                  <a:srgbClr val="002060"/>
                </a:solidFill>
                <a:latin typeface="Times New Roman" panose="02020603050405020304" pitchFamily="18" charset="0"/>
                <a:cs typeface="Times New Roman" panose="02020603050405020304" pitchFamily="18" charset="0"/>
              </a:rPr>
              <a:t>s</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n</a:t>
            </a:r>
            <a:r>
              <a:rPr sz="2600" spc="-5" dirty="0" smtClean="0">
                <a:solidFill>
                  <a:srgbClr val="002060"/>
                </a:solidFill>
                <a:latin typeface="Times New Roman" panose="02020603050405020304" pitchFamily="18" charset="0"/>
                <a:cs typeface="Times New Roman" panose="02020603050405020304" pitchFamily="18" charset="0"/>
              </a:rPr>
              <a:t>o</a:t>
            </a:r>
            <a:r>
              <a:rPr sz="2600" dirty="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c</a:t>
            </a:r>
            <a:r>
              <a:rPr sz="2600" dirty="0" smtClean="0">
                <a:solidFill>
                  <a:srgbClr val="002060"/>
                </a:solidFill>
                <a:latin typeface="Times New Roman" panose="02020603050405020304" pitchFamily="18" charset="0"/>
                <a:cs typeface="Times New Roman" panose="02020603050405020304" pitchFamily="18" charset="0"/>
              </a:rPr>
              <a:t>o</a:t>
            </a:r>
            <a:r>
              <a:rPr sz="2600" spc="-5" dirty="0" smtClean="0">
                <a:solidFill>
                  <a:srgbClr val="002060"/>
                </a:solidFill>
                <a:latin typeface="Times New Roman" panose="02020603050405020304" pitchFamily="18" charset="0"/>
                <a:cs typeface="Times New Roman" panose="02020603050405020304" pitchFamily="18" charset="0"/>
              </a:rPr>
              <a:t>nt</a:t>
            </a:r>
            <a:r>
              <a:rPr sz="2600" spc="5" dirty="0" smtClean="0">
                <a:solidFill>
                  <a:srgbClr val="002060"/>
                </a:solidFill>
                <a:latin typeface="Times New Roman" panose="02020603050405020304" pitchFamily="18" charset="0"/>
                <a:cs typeface="Times New Roman" panose="02020603050405020304" pitchFamily="18" charset="0"/>
              </a:rPr>
              <a:t>r</a:t>
            </a:r>
            <a:r>
              <a:rPr sz="2600" spc="-5" dirty="0" smtClean="0">
                <a:solidFill>
                  <a:srgbClr val="002060"/>
                </a:solidFill>
                <a:latin typeface="Times New Roman" panose="02020603050405020304" pitchFamily="18" charset="0"/>
                <a:cs typeface="Times New Roman" panose="02020603050405020304" pitchFamily="18" charset="0"/>
              </a:rPr>
              <a:t>ol</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ove</a:t>
            </a:r>
            <a:r>
              <a:rPr sz="2600" spc="-5" dirty="0" smtClean="0">
                <a:solidFill>
                  <a:srgbClr val="002060"/>
                </a:solidFill>
                <a:latin typeface="Times New Roman" panose="02020603050405020304" pitchFamily="18" charset="0"/>
                <a:cs typeface="Times New Roman" panose="02020603050405020304" pitchFamily="18" charset="0"/>
              </a:rPr>
              <a:t>r</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a:t>
            </a:r>
            <a:r>
              <a:rPr sz="2600" dirty="0" smtClean="0">
                <a:solidFill>
                  <a:srgbClr val="002060"/>
                </a:solidFill>
                <a:latin typeface="Times New Roman" panose="02020603050405020304" pitchFamily="18" charset="0"/>
                <a:cs typeface="Times New Roman" panose="02020603050405020304" pitchFamily="18" charset="0"/>
              </a:rPr>
              <a:t>h</a:t>
            </a:r>
            <a:r>
              <a:rPr sz="2600" spc="-5" dirty="0" smtClean="0">
                <a:solidFill>
                  <a:srgbClr val="002060"/>
                </a:solidFill>
                <a:latin typeface="Times New Roman" panose="02020603050405020304" pitchFamily="18" charset="0"/>
                <a:cs typeface="Times New Roman" panose="02020603050405020304" pitchFamily="18" charset="0"/>
              </a:rPr>
              <a:t>e</a:t>
            </a:r>
            <a:r>
              <a:rPr lang="en-IN" sz="2600" spc="-5" dirty="0" smtClean="0">
                <a:solidFill>
                  <a:srgbClr val="002060"/>
                </a:solidFill>
                <a:latin typeface="Times New Roman" panose="02020603050405020304" pitchFamily="18" charset="0"/>
                <a:cs typeface="Times New Roman" panose="02020603050405020304" pitchFamily="18" charset="0"/>
              </a:rPr>
              <a:t> public </a:t>
            </a:r>
            <a:r>
              <a:rPr sz="2600" spc="-5" dirty="0" smtClean="0">
                <a:solidFill>
                  <a:srgbClr val="002060"/>
                </a:solidFill>
                <a:latin typeface="Times New Roman" panose="02020603050405020304" pitchFamily="18" charset="0"/>
                <a:cs typeface="Times New Roman" panose="02020603050405020304" pitchFamily="18" charset="0"/>
              </a:rPr>
              <a:t>IP</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add</a:t>
            </a:r>
            <a:r>
              <a:rPr sz="2600" dirty="0" smtClean="0">
                <a:solidFill>
                  <a:srgbClr val="002060"/>
                </a:solidFill>
                <a:latin typeface="Times New Roman" panose="02020603050405020304" pitchFamily="18" charset="0"/>
                <a:cs typeface="Times New Roman" panose="02020603050405020304" pitchFamily="18" charset="0"/>
              </a:rPr>
              <a:t>r</a:t>
            </a:r>
            <a:r>
              <a:rPr sz="2600" spc="-5" dirty="0" smtClean="0">
                <a:solidFill>
                  <a:srgbClr val="002060"/>
                </a:solidFill>
                <a:latin typeface="Times New Roman" panose="02020603050405020304" pitchFamily="18" charset="0"/>
                <a:cs typeface="Times New Roman" panose="02020603050405020304" pitchFamily="18" charset="0"/>
              </a:rPr>
              <a:t>e</a:t>
            </a:r>
            <a:r>
              <a:rPr sz="2600" dirty="0" smtClean="0">
                <a:solidFill>
                  <a:srgbClr val="002060"/>
                </a:solidFill>
                <a:latin typeface="Times New Roman" panose="02020603050405020304" pitchFamily="18" charset="0"/>
                <a:cs typeface="Times New Roman" panose="02020603050405020304" pitchFamily="18" charset="0"/>
              </a:rPr>
              <a:t>s</a:t>
            </a:r>
            <a:r>
              <a:rPr sz="2600" spc="-5" dirty="0" smtClean="0">
                <a:solidFill>
                  <a:srgbClr val="002060"/>
                </a:solidFill>
                <a:latin typeface="Times New Roman" panose="02020603050405020304" pitchFamily="18" charset="0"/>
                <a:cs typeface="Times New Roman" panose="02020603050405020304" pitchFamily="18" charset="0"/>
              </a:rPr>
              <a:t>s</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th</a:t>
            </a:r>
            <a:r>
              <a:rPr sz="2600" spc="5" dirty="0" smtClean="0">
                <a:solidFill>
                  <a:srgbClr val="002060"/>
                </a:solidFill>
                <a:latin typeface="Times New Roman" panose="02020603050405020304" pitchFamily="18" charset="0"/>
                <a:cs typeface="Times New Roman" panose="02020603050405020304" pitchFamily="18" charset="0"/>
              </a:rPr>
              <a:t>a</a:t>
            </a:r>
            <a:r>
              <a:rPr sz="2600" spc="-5" dirty="0" smtClean="0">
                <a:solidFill>
                  <a:srgbClr val="002060"/>
                </a:solidFill>
                <a:latin typeface="Times New Roman" panose="02020603050405020304" pitchFamily="18" charset="0"/>
                <a:cs typeface="Times New Roman" panose="02020603050405020304" pitchFamily="18" charset="0"/>
              </a:rPr>
              <a:t>t</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is</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assigned</a:t>
            </a:r>
            <a:r>
              <a:rPr sz="2600" spc="85" dirty="0" smtClean="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a:t>
            </a:r>
            <a:r>
              <a:rPr sz="2600" spc="7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8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device.</a:t>
            </a:r>
            <a:r>
              <a:rPr sz="2600" spc="6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6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public</a:t>
            </a:r>
            <a:r>
              <a:rPr sz="2600" spc="8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IP</a:t>
            </a:r>
            <a:r>
              <a:rPr sz="2600" dirty="0">
                <a:solidFill>
                  <a:srgbClr val="002060"/>
                </a:solidFill>
                <a:latin typeface="Times New Roman" panose="02020603050405020304" pitchFamily="18" charset="0"/>
                <a:cs typeface="Times New Roman" panose="02020603050405020304" pitchFamily="18" charset="0"/>
              </a:rPr>
              <a:t> address</a:t>
            </a:r>
            <a:r>
              <a:rPr sz="2600" spc="7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spc="7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assigned</a:t>
            </a:r>
            <a:r>
              <a:rPr sz="2600" spc="75" dirty="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to</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the</a:t>
            </a:r>
            <a:r>
              <a:rPr sz="2600" spc="335" dirty="0" smtClean="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device</a:t>
            </a:r>
            <a:r>
              <a:rPr sz="2600" spc="33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by</a:t>
            </a:r>
            <a:r>
              <a:rPr sz="2600" spc="3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33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Internet</a:t>
            </a:r>
            <a:r>
              <a:rPr sz="2600" spc="320" dirty="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Service</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Provider</a:t>
            </a:r>
            <a:r>
              <a:rPr lang="en-IN" sz="2600" spc="-5" dirty="0" smtClean="0">
                <a:solidFill>
                  <a:srgbClr val="002060"/>
                </a:solidFill>
                <a:latin typeface="Times New Roman" panose="02020603050405020304" pitchFamily="18" charset="0"/>
                <a:cs typeface="Times New Roman" panose="02020603050405020304" pitchFamily="18" charset="0"/>
              </a:rPr>
              <a:t>(ISA)</a:t>
            </a:r>
            <a:r>
              <a:rPr sz="2600" spc="350" dirty="0" smtClean="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as</a:t>
            </a:r>
            <a:r>
              <a:rPr sz="2600" spc="33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soon</a:t>
            </a:r>
            <a:r>
              <a:rPr sz="2600" spc="32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as</a:t>
            </a:r>
            <a:r>
              <a:rPr sz="2600" spc="33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 </a:t>
            </a:r>
            <a:r>
              <a:rPr sz="2600" spc="-76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device</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connected</a:t>
            </a:r>
            <a:r>
              <a:rPr sz="2600" spc="1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Internet</a:t>
            </a:r>
            <a:r>
              <a:rPr sz="2600" dirty="0" smtClean="0">
                <a:solidFill>
                  <a:srgbClr val="002060"/>
                </a:solidFill>
                <a:latin typeface="Times New Roman" panose="02020603050405020304" pitchFamily="18" charset="0"/>
                <a:cs typeface="Times New Roman" panose="02020603050405020304" pitchFamily="18" charset="0"/>
              </a:rPr>
              <a:t>.</a:t>
            </a:r>
            <a:endParaRPr sz="2600" dirty="0">
              <a:solidFill>
                <a:srgbClr val="002060"/>
              </a:solidFill>
              <a:latin typeface="Times New Roman" panose="02020603050405020304" pitchFamily="18" charset="0"/>
              <a:cs typeface="Times New Roman" panose="02020603050405020304" pitchFamily="18" charset="0"/>
            </a:endParaRPr>
          </a:p>
        </p:txBody>
      </p:sp>
      <p:pic>
        <p:nvPicPr>
          <p:cNvPr id="5" name="object 5"/>
          <p:cNvPicPr/>
          <p:nvPr/>
        </p:nvPicPr>
        <p:blipFill>
          <a:blip r:embed="rId3" cstate="print"/>
          <a:stretch>
            <a:fillRect/>
          </a:stretch>
        </p:blipFill>
        <p:spPr>
          <a:xfrm>
            <a:off x="9413747" y="0"/>
            <a:ext cx="2778252" cy="151180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212596" y="970026"/>
            <a:ext cx="4356735" cy="482600"/>
          </a:xfrm>
          <a:prstGeom prst="rect">
            <a:avLst/>
          </a:prstGeom>
        </p:spPr>
        <p:txBody>
          <a:bodyPr vert="horz" wrap="square" lIns="0" tIns="12700" rIns="0" bIns="0" rtlCol="0">
            <a:spAutoFit/>
          </a:bodyPr>
          <a:lstStyle/>
          <a:p>
            <a:pPr marL="12700">
              <a:lnSpc>
                <a:spcPct val="100000"/>
              </a:lnSpc>
              <a:spcBef>
                <a:spcPts val="100"/>
              </a:spcBef>
            </a:pPr>
            <a:r>
              <a:rPr sz="3000" spc="-5" dirty="0">
                <a:uFill>
                  <a:solidFill>
                    <a:srgbClr val="624722"/>
                  </a:solidFill>
                </a:uFill>
              </a:rPr>
              <a:t>IP</a:t>
            </a:r>
            <a:r>
              <a:rPr sz="3000" spc="-185" dirty="0">
                <a:uFill>
                  <a:solidFill>
                    <a:srgbClr val="624722"/>
                  </a:solidFill>
                </a:uFill>
              </a:rPr>
              <a:t> </a:t>
            </a:r>
            <a:r>
              <a:rPr lang="en-IN" sz="3000" spc="-185" dirty="0" smtClean="0">
                <a:uFill>
                  <a:solidFill>
                    <a:srgbClr val="624722"/>
                  </a:solidFill>
                </a:uFill>
              </a:rPr>
              <a:t> </a:t>
            </a:r>
            <a:r>
              <a:rPr sz="3000" dirty="0" smtClean="0">
                <a:uFill>
                  <a:solidFill>
                    <a:srgbClr val="624722"/>
                  </a:solidFill>
                </a:uFill>
              </a:rPr>
              <a:t>Address</a:t>
            </a:r>
            <a:r>
              <a:rPr sz="3000" spc="-45" dirty="0" smtClean="0">
                <a:uFill>
                  <a:solidFill>
                    <a:srgbClr val="624722"/>
                  </a:solidFill>
                </a:uFill>
              </a:rPr>
              <a:t> </a:t>
            </a:r>
            <a:r>
              <a:rPr sz="3000" spc="-25" dirty="0">
                <a:uFill>
                  <a:solidFill>
                    <a:srgbClr val="624722"/>
                  </a:solidFill>
                </a:uFill>
              </a:rPr>
              <a:t>Terminology</a:t>
            </a:r>
            <a:endParaRPr sz="3000" dirty="0"/>
          </a:p>
        </p:txBody>
      </p:sp>
      <p:sp>
        <p:nvSpPr>
          <p:cNvPr id="4" name="object 4"/>
          <p:cNvSpPr txBox="1"/>
          <p:nvPr/>
        </p:nvSpPr>
        <p:spPr>
          <a:xfrm>
            <a:off x="914400" y="1752600"/>
            <a:ext cx="10515600" cy="5181034"/>
          </a:xfrm>
          <a:prstGeom prst="rect">
            <a:avLst/>
          </a:prstGeom>
        </p:spPr>
        <p:txBody>
          <a:bodyPr vert="horz" wrap="square" lIns="0" tIns="89535" rIns="0" bIns="0" rtlCol="0">
            <a:spAutoFit/>
          </a:bodyPr>
          <a:lstStyle/>
          <a:p>
            <a:pPr marL="12700" marR="6985">
              <a:lnSpc>
                <a:spcPts val="2500"/>
              </a:lnSpc>
              <a:spcBef>
                <a:spcPts val="705"/>
              </a:spcBef>
              <a:buSzPct val="78846"/>
              <a:tabLst>
                <a:tab pos="240665" algn="l"/>
                <a:tab pos="241300" algn="l"/>
              </a:tabLst>
            </a:pPr>
            <a:r>
              <a:rPr lang="en-US" sz="2600" spc="-5" dirty="0">
                <a:solidFill>
                  <a:srgbClr val="624722"/>
                </a:solidFill>
                <a:latin typeface="Times New Roman" panose="02020603050405020304" pitchFamily="18" charset="0"/>
                <a:cs typeface="Times New Roman" panose="02020603050405020304" pitchFamily="18" charset="0"/>
              </a:rPr>
              <a:t>A</a:t>
            </a:r>
            <a:r>
              <a:rPr lang="en-US" sz="2600" spc="-160" dirty="0">
                <a:solidFill>
                  <a:srgbClr val="624722"/>
                </a:solidFill>
                <a:latin typeface="Times New Roman" panose="02020603050405020304" pitchFamily="18" charset="0"/>
                <a:cs typeface="Times New Roman" panose="02020603050405020304" pitchFamily="18" charset="0"/>
              </a:rPr>
              <a:t> </a:t>
            </a:r>
            <a:r>
              <a:rPr lang="en-US" sz="2600" spc="-5" dirty="0">
                <a:solidFill>
                  <a:srgbClr val="624722"/>
                </a:solidFill>
                <a:latin typeface="Times New Roman" panose="02020603050405020304" pitchFamily="18" charset="0"/>
                <a:cs typeface="Times New Roman" panose="02020603050405020304" pitchFamily="18" charset="0"/>
              </a:rPr>
              <a:t>public</a:t>
            </a:r>
            <a:r>
              <a:rPr lang="en-US" sz="2600" spc="15" dirty="0">
                <a:solidFill>
                  <a:srgbClr val="624722"/>
                </a:solidFill>
                <a:latin typeface="Times New Roman" panose="02020603050405020304" pitchFamily="18" charset="0"/>
                <a:cs typeface="Times New Roman" panose="02020603050405020304" pitchFamily="18" charset="0"/>
              </a:rPr>
              <a:t> </a:t>
            </a:r>
            <a:r>
              <a:rPr lang="en-US" sz="2600" spc="-5" dirty="0">
                <a:solidFill>
                  <a:srgbClr val="624722"/>
                </a:solidFill>
                <a:latin typeface="Times New Roman" panose="02020603050405020304" pitchFamily="18" charset="0"/>
                <a:cs typeface="Times New Roman" panose="02020603050405020304" pitchFamily="18" charset="0"/>
              </a:rPr>
              <a:t>IP</a:t>
            </a:r>
            <a:r>
              <a:rPr lang="en-US" sz="2600" spc="-65" dirty="0">
                <a:solidFill>
                  <a:srgbClr val="624722"/>
                </a:solidFill>
                <a:latin typeface="Times New Roman" panose="02020603050405020304" pitchFamily="18" charset="0"/>
                <a:cs typeface="Times New Roman" panose="02020603050405020304" pitchFamily="18" charset="0"/>
              </a:rPr>
              <a:t> </a:t>
            </a:r>
            <a:r>
              <a:rPr lang="en-US" sz="2600" dirty="0">
                <a:solidFill>
                  <a:srgbClr val="624722"/>
                </a:solidFill>
                <a:latin typeface="Times New Roman" panose="02020603050405020304" pitchFamily="18" charset="0"/>
                <a:cs typeface="Times New Roman" panose="02020603050405020304" pitchFamily="18" charset="0"/>
              </a:rPr>
              <a:t>address</a:t>
            </a:r>
            <a:r>
              <a:rPr lang="en-US" sz="2600" spc="15" dirty="0">
                <a:solidFill>
                  <a:srgbClr val="624722"/>
                </a:solidFill>
                <a:latin typeface="Times New Roman" panose="02020603050405020304" pitchFamily="18" charset="0"/>
                <a:cs typeface="Times New Roman" panose="02020603050405020304" pitchFamily="18" charset="0"/>
              </a:rPr>
              <a:t> </a:t>
            </a:r>
            <a:r>
              <a:rPr lang="en-US" sz="2600" dirty="0">
                <a:solidFill>
                  <a:srgbClr val="624722"/>
                </a:solidFill>
                <a:latin typeface="Times New Roman" panose="02020603050405020304" pitchFamily="18" charset="0"/>
                <a:cs typeface="Times New Roman" panose="02020603050405020304" pitchFamily="18" charset="0"/>
              </a:rPr>
              <a:t>can</a:t>
            </a:r>
            <a:r>
              <a:rPr lang="en-US" sz="2600" spc="5" dirty="0">
                <a:solidFill>
                  <a:srgbClr val="624722"/>
                </a:solidFill>
                <a:latin typeface="Times New Roman" panose="02020603050405020304" pitchFamily="18" charset="0"/>
                <a:cs typeface="Times New Roman" panose="02020603050405020304" pitchFamily="18" charset="0"/>
              </a:rPr>
              <a:t> </a:t>
            </a:r>
            <a:r>
              <a:rPr lang="en-US" sz="2600" spc="-5" dirty="0">
                <a:solidFill>
                  <a:srgbClr val="624722"/>
                </a:solidFill>
                <a:latin typeface="Times New Roman" panose="02020603050405020304" pitchFamily="18" charset="0"/>
                <a:cs typeface="Times New Roman" panose="02020603050405020304" pitchFamily="18" charset="0"/>
              </a:rPr>
              <a:t>be</a:t>
            </a:r>
            <a:r>
              <a:rPr lang="en-US" sz="2600" spc="5" dirty="0">
                <a:solidFill>
                  <a:srgbClr val="624722"/>
                </a:solidFill>
                <a:latin typeface="Times New Roman" panose="02020603050405020304" pitchFamily="18" charset="0"/>
                <a:cs typeface="Times New Roman" panose="02020603050405020304" pitchFamily="18" charset="0"/>
              </a:rPr>
              <a:t> </a:t>
            </a:r>
            <a:r>
              <a:rPr lang="en-US" sz="2600" b="1" dirty="0">
                <a:solidFill>
                  <a:srgbClr val="624722"/>
                </a:solidFill>
                <a:latin typeface="Times New Roman" panose="02020603050405020304" pitchFamily="18" charset="0"/>
                <a:cs typeface="Times New Roman" panose="02020603050405020304" pitchFamily="18" charset="0"/>
              </a:rPr>
              <a:t>static</a:t>
            </a:r>
            <a:r>
              <a:rPr lang="en-US" sz="2600" dirty="0">
                <a:solidFill>
                  <a:srgbClr val="624722"/>
                </a:solidFill>
                <a:latin typeface="Times New Roman" panose="02020603050405020304" pitchFamily="18" charset="0"/>
                <a:cs typeface="Times New Roman" panose="02020603050405020304" pitchFamily="18" charset="0"/>
              </a:rPr>
              <a:t>,</a:t>
            </a:r>
            <a:r>
              <a:rPr lang="en-US" sz="2600" spc="-5" dirty="0">
                <a:solidFill>
                  <a:srgbClr val="624722"/>
                </a:solidFill>
                <a:latin typeface="Times New Roman" panose="02020603050405020304" pitchFamily="18" charset="0"/>
                <a:cs typeface="Times New Roman" panose="02020603050405020304" pitchFamily="18" charset="0"/>
              </a:rPr>
              <a:t> </a:t>
            </a:r>
            <a:r>
              <a:rPr lang="en-US" sz="2600" b="1" spc="-10" dirty="0">
                <a:solidFill>
                  <a:srgbClr val="624722"/>
                </a:solidFill>
                <a:latin typeface="Times New Roman" panose="02020603050405020304" pitchFamily="18" charset="0"/>
                <a:cs typeface="Times New Roman" panose="02020603050405020304" pitchFamily="18" charset="0"/>
              </a:rPr>
              <a:t>dynamic</a:t>
            </a:r>
            <a:r>
              <a:rPr lang="en-US" sz="2600" b="1" spc="65" dirty="0">
                <a:solidFill>
                  <a:srgbClr val="624722"/>
                </a:solidFill>
                <a:latin typeface="Times New Roman" panose="02020603050405020304" pitchFamily="18" charset="0"/>
                <a:cs typeface="Times New Roman" panose="02020603050405020304" pitchFamily="18" charset="0"/>
              </a:rPr>
              <a:t> </a:t>
            </a:r>
            <a:r>
              <a:rPr lang="en-US" sz="2600" dirty="0">
                <a:solidFill>
                  <a:srgbClr val="624722"/>
                </a:solidFill>
                <a:latin typeface="Times New Roman" panose="02020603050405020304" pitchFamily="18" charset="0"/>
                <a:cs typeface="Times New Roman" panose="02020603050405020304" pitchFamily="18" charset="0"/>
              </a:rPr>
              <a:t>or</a:t>
            </a:r>
            <a:r>
              <a:rPr lang="en-US" sz="2600" spc="5" dirty="0">
                <a:solidFill>
                  <a:srgbClr val="624722"/>
                </a:solidFill>
                <a:latin typeface="Times New Roman" panose="02020603050405020304" pitchFamily="18" charset="0"/>
                <a:cs typeface="Times New Roman" panose="02020603050405020304" pitchFamily="18" charset="0"/>
              </a:rPr>
              <a:t> </a:t>
            </a:r>
            <a:r>
              <a:rPr lang="en-US" sz="2600" b="1" spc="-5" dirty="0">
                <a:solidFill>
                  <a:srgbClr val="624722"/>
                </a:solidFill>
                <a:latin typeface="Times New Roman" panose="02020603050405020304" pitchFamily="18" charset="0"/>
                <a:cs typeface="Times New Roman" panose="02020603050405020304" pitchFamily="18" charset="0"/>
              </a:rPr>
              <a:t>shared</a:t>
            </a:r>
            <a:r>
              <a:rPr lang="en-US" sz="2600" spc="-5" dirty="0">
                <a:solidFill>
                  <a:srgbClr val="624722"/>
                </a:solidFill>
                <a:latin typeface="Times New Roman" panose="02020603050405020304" pitchFamily="18" charset="0"/>
                <a:cs typeface="Times New Roman" panose="02020603050405020304" pitchFamily="18" charset="0"/>
              </a:rPr>
              <a:t>.</a:t>
            </a:r>
            <a:endParaRPr lang="en-US" sz="2600" dirty="0">
              <a:latin typeface="Times New Roman" panose="02020603050405020304" pitchFamily="18" charset="0"/>
              <a:cs typeface="Times New Roman" panose="02020603050405020304" pitchFamily="18" charset="0"/>
            </a:endParaRPr>
          </a:p>
          <a:p>
            <a:pPr marL="241300" marR="6985" indent="-228600">
              <a:lnSpc>
                <a:spcPts val="2500"/>
              </a:lnSpc>
              <a:spcBef>
                <a:spcPts val="705"/>
              </a:spcBef>
              <a:buSzPct val="78846"/>
              <a:buFont typeface="Arial MT"/>
              <a:buChar char="•"/>
              <a:tabLst>
                <a:tab pos="240665" algn="l"/>
                <a:tab pos="241300" algn="l"/>
              </a:tabLst>
            </a:pPr>
            <a:r>
              <a:rPr sz="2600" b="1" dirty="0" smtClean="0">
                <a:solidFill>
                  <a:srgbClr val="002060"/>
                </a:solidFill>
                <a:latin typeface="Times New Roman" panose="02020603050405020304" pitchFamily="18" charset="0"/>
                <a:cs typeface="Times New Roman" panose="02020603050405020304" pitchFamily="18" charset="0"/>
              </a:rPr>
              <a:t>Static</a:t>
            </a:r>
            <a:r>
              <a:rPr sz="2600" b="1" spc="114" dirty="0" smtClean="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means</a:t>
            </a:r>
            <a:r>
              <a:rPr sz="2600" spc="12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a:t>
            </a:r>
            <a:r>
              <a:rPr sz="2600" spc="12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IP</a:t>
            </a:r>
            <a:r>
              <a:rPr sz="2600" spc="7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address</a:t>
            </a:r>
            <a:r>
              <a:rPr sz="2600" spc="12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never</a:t>
            </a:r>
            <a:r>
              <a:rPr sz="2600" spc="1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changes</a:t>
            </a:r>
            <a:r>
              <a:rPr sz="2600" spc="13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as</a:t>
            </a:r>
            <a:r>
              <a:rPr sz="2600" spc="12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long</a:t>
            </a:r>
            <a:r>
              <a:rPr sz="2600" spc="12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as</a:t>
            </a:r>
            <a:r>
              <a:rPr sz="2600" spc="12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you</a:t>
            </a:r>
            <a:r>
              <a:rPr sz="2600" spc="114"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stay </a:t>
            </a:r>
            <a:r>
              <a:rPr sz="2600" spc="-7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with</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 same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provider</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or</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same</a:t>
            </a:r>
            <a:r>
              <a:rPr sz="2600" spc="-15" dirty="0">
                <a:solidFill>
                  <a:srgbClr val="002060"/>
                </a:solidFill>
                <a:latin typeface="Times New Roman" panose="02020603050405020304" pitchFamily="18" charset="0"/>
                <a:cs typeface="Times New Roman" panose="02020603050405020304" pitchFamily="18" charset="0"/>
              </a:rPr>
              <a:t> </a:t>
            </a:r>
            <a:r>
              <a:rPr sz="2600" spc="-20" dirty="0">
                <a:solidFill>
                  <a:srgbClr val="002060"/>
                </a:solidFill>
                <a:latin typeface="Times New Roman" panose="02020603050405020304" pitchFamily="18" charset="0"/>
                <a:cs typeface="Times New Roman" panose="02020603050405020304" pitchFamily="18" charset="0"/>
              </a:rPr>
              <a:t>server.</a:t>
            </a:r>
            <a:endParaRPr sz="2600" dirty="0">
              <a:solidFill>
                <a:srgbClr val="002060"/>
              </a:solidFill>
              <a:latin typeface="Times New Roman" panose="02020603050405020304" pitchFamily="18" charset="0"/>
              <a:cs typeface="Times New Roman" panose="02020603050405020304" pitchFamily="18" charset="0"/>
            </a:endParaRPr>
          </a:p>
          <a:p>
            <a:pPr marL="241300" indent="-228600">
              <a:lnSpc>
                <a:spcPct val="100000"/>
              </a:lnSpc>
              <a:spcBef>
                <a:spcPts val="1190"/>
              </a:spcBef>
              <a:buSzPct val="78846"/>
              <a:buFont typeface="Arial MT"/>
              <a:buChar char="•"/>
              <a:tabLst>
                <a:tab pos="240665" algn="l"/>
                <a:tab pos="241300" algn="l"/>
              </a:tabLst>
            </a:pPr>
            <a:r>
              <a:rPr sz="2600" b="1" dirty="0">
                <a:solidFill>
                  <a:srgbClr val="002060"/>
                </a:solidFill>
                <a:latin typeface="Times New Roman" panose="02020603050405020304" pitchFamily="18" charset="0"/>
                <a:cs typeface="Times New Roman" panose="02020603050405020304" pitchFamily="18" charset="0"/>
              </a:rPr>
              <a:t>Dynamic</a:t>
            </a:r>
            <a:r>
              <a:rPr sz="2600" b="1"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means</a:t>
            </a:r>
            <a:r>
              <a:rPr sz="2600" spc="-1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IP</a:t>
            </a:r>
            <a:r>
              <a:rPr sz="2600" spc="-5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address can</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change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from</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time-to-time.</a:t>
            </a:r>
          </a:p>
          <a:p>
            <a:pPr marL="241300" marR="6985" indent="-228600">
              <a:lnSpc>
                <a:spcPct val="80000"/>
              </a:lnSpc>
              <a:spcBef>
                <a:spcPts val="1800"/>
              </a:spcBef>
              <a:buSzPct val="78846"/>
              <a:buFont typeface="Arial MT"/>
              <a:buChar char="•"/>
              <a:tabLst>
                <a:tab pos="240665" algn="l"/>
                <a:tab pos="241300" algn="l"/>
                <a:tab pos="1385570" algn="l"/>
                <a:tab pos="2533015" algn="l"/>
                <a:tab pos="3144520" algn="l"/>
                <a:tab pos="3602990" algn="l"/>
                <a:tab pos="4933950" algn="l"/>
                <a:tab pos="5621020" algn="l"/>
                <a:tab pos="6141085" algn="l"/>
                <a:tab pos="7489825" algn="l"/>
                <a:tab pos="8064500" algn="l"/>
                <a:tab pos="8677275" algn="l"/>
              </a:tabLst>
            </a:pPr>
            <a:r>
              <a:rPr sz="2600" b="1" dirty="0">
                <a:solidFill>
                  <a:srgbClr val="002060"/>
                </a:solidFill>
                <a:latin typeface="Times New Roman" panose="02020603050405020304" pitchFamily="18" charset="0"/>
                <a:cs typeface="Times New Roman" panose="02020603050405020304" pitchFamily="18" charset="0"/>
              </a:rPr>
              <a:t>Public	</a:t>
            </a:r>
            <a:r>
              <a:rPr sz="2600" dirty="0">
                <a:solidFill>
                  <a:srgbClr val="002060"/>
                </a:solidFill>
                <a:latin typeface="Times New Roman" panose="02020603050405020304" pitchFamily="18" charset="0"/>
                <a:cs typeface="Times New Roman" panose="02020603050405020304" pitchFamily="18" charset="0"/>
              </a:rPr>
              <a:t>me</a:t>
            </a:r>
            <a:r>
              <a:rPr sz="2600" spc="5" dirty="0">
                <a:solidFill>
                  <a:srgbClr val="002060"/>
                </a:solidFill>
                <a:latin typeface="Times New Roman" panose="02020603050405020304" pitchFamily="18" charset="0"/>
                <a:cs typeface="Times New Roman" panose="02020603050405020304" pitchFamily="18" charset="0"/>
              </a:rPr>
              <a:t>a</a:t>
            </a:r>
            <a:r>
              <a:rPr sz="2600" dirty="0">
                <a:solidFill>
                  <a:srgbClr val="002060"/>
                </a:solidFill>
                <a:latin typeface="Times New Roman" panose="02020603050405020304" pitchFamily="18" charset="0"/>
                <a:cs typeface="Times New Roman" panose="02020603050405020304" pitchFamily="18" charset="0"/>
              </a:rPr>
              <a:t>ns	the	</a:t>
            </a:r>
            <a:r>
              <a:rPr sz="2600" spc="-5" dirty="0">
                <a:solidFill>
                  <a:srgbClr val="002060"/>
                </a:solidFill>
                <a:latin typeface="Times New Roman" panose="02020603050405020304" pitchFamily="18" charset="0"/>
                <a:cs typeface="Times New Roman" panose="02020603050405020304" pitchFamily="18" charset="0"/>
              </a:rPr>
              <a:t>I</a:t>
            </a:r>
            <a:r>
              <a:rPr sz="2600" dirty="0">
                <a:solidFill>
                  <a:srgbClr val="002060"/>
                </a:solidFill>
                <a:latin typeface="Times New Roman" panose="02020603050405020304" pitchFamily="18" charset="0"/>
                <a:cs typeface="Times New Roman" panose="02020603050405020304" pitchFamily="18" charset="0"/>
              </a:rPr>
              <a:t>P	a</a:t>
            </a:r>
            <a:r>
              <a:rPr sz="2600" spc="5" dirty="0">
                <a:solidFill>
                  <a:srgbClr val="002060"/>
                </a:solidFill>
                <a:latin typeface="Times New Roman" panose="02020603050405020304" pitchFamily="18" charset="0"/>
                <a:cs typeface="Times New Roman" panose="02020603050405020304" pitchFamily="18" charset="0"/>
              </a:rPr>
              <a:t>d</a:t>
            </a:r>
            <a:r>
              <a:rPr sz="2600" dirty="0">
                <a:solidFill>
                  <a:srgbClr val="002060"/>
                </a:solidFill>
                <a:latin typeface="Times New Roman" panose="02020603050405020304" pitchFamily="18" charset="0"/>
                <a:cs typeface="Times New Roman" panose="02020603050405020304" pitchFamily="18" charset="0"/>
              </a:rPr>
              <a:t>dress	c</a:t>
            </a:r>
            <a:r>
              <a:rPr sz="2600" spc="5" dirty="0">
                <a:solidFill>
                  <a:srgbClr val="002060"/>
                </a:solidFill>
                <a:latin typeface="Times New Roman" panose="02020603050405020304" pitchFamily="18" charset="0"/>
                <a:cs typeface="Times New Roman" panose="02020603050405020304" pitchFamily="18" charset="0"/>
              </a:rPr>
              <a:t>a</a:t>
            </a:r>
            <a:r>
              <a:rPr sz="2600" dirty="0">
                <a:solidFill>
                  <a:srgbClr val="002060"/>
                </a:solidFill>
                <a:latin typeface="Times New Roman" panose="02020603050405020304" pitchFamily="18" charset="0"/>
                <a:cs typeface="Times New Roman" panose="02020603050405020304" pitchFamily="18" charset="0"/>
              </a:rPr>
              <a:t>n	be	rea</a:t>
            </a:r>
            <a:r>
              <a:rPr sz="2600" spc="5" dirty="0">
                <a:solidFill>
                  <a:srgbClr val="002060"/>
                </a:solidFill>
                <a:latin typeface="Times New Roman" panose="02020603050405020304" pitchFamily="18" charset="0"/>
                <a:cs typeface="Times New Roman" panose="02020603050405020304" pitchFamily="18" charset="0"/>
              </a:rPr>
              <a:t>c</a:t>
            </a:r>
            <a:r>
              <a:rPr sz="2600" dirty="0">
                <a:solidFill>
                  <a:srgbClr val="002060"/>
                </a:solidFill>
                <a:latin typeface="Times New Roman" panose="02020603050405020304" pitchFamily="18" charset="0"/>
                <a:cs typeface="Times New Roman" panose="02020603050405020304" pitchFamily="18" charset="0"/>
              </a:rPr>
              <a:t>hed	v</a:t>
            </a:r>
            <a:r>
              <a:rPr sz="2600" spc="-10" dirty="0">
                <a:solidFill>
                  <a:srgbClr val="002060"/>
                </a:solidFill>
                <a:latin typeface="Times New Roman" panose="02020603050405020304" pitchFamily="18" charset="0"/>
                <a:cs typeface="Times New Roman" panose="02020603050405020304" pitchFamily="18" charset="0"/>
              </a:rPr>
              <a:t>i</a:t>
            </a:r>
            <a:r>
              <a:rPr sz="2600" dirty="0">
                <a:solidFill>
                  <a:srgbClr val="002060"/>
                </a:solidFill>
                <a:latin typeface="Times New Roman" panose="02020603050405020304" pitchFamily="18" charset="0"/>
                <a:cs typeface="Times New Roman" panose="02020603050405020304" pitchFamily="18" charset="0"/>
              </a:rPr>
              <a:t>a	the	In</a:t>
            </a:r>
            <a:r>
              <a:rPr sz="2600" spc="5" dirty="0">
                <a:solidFill>
                  <a:srgbClr val="002060"/>
                </a:solidFill>
                <a:latin typeface="Times New Roman" panose="02020603050405020304" pitchFamily="18" charset="0"/>
                <a:cs typeface="Times New Roman" panose="02020603050405020304" pitchFamily="18" charset="0"/>
              </a:rPr>
              <a:t>t</a:t>
            </a:r>
            <a:r>
              <a:rPr sz="2600" dirty="0">
                <a:solidFill>
                  <a:srgbClr val="002060"/>
                </a:solidFill>
                <a:latin typeface="Times New Roman" panose="02020603050405020304" pitchFamily="18" charset="0"/>
                <a:cs typeface="Times New Roman" panose="02020603050405020304" pitchFamily="18" charset="0"/>
              </a:rPr>
              <a:t>ern</a:t>
            </a:r>
            <a:r>
              <a:rPr sz="2600" spc="5" dirty="0">
                <a:solidFill>
                  <a:srgbClr val="002060"/>
                </a:solidFill>
                <a:latin typeface="Times New Roman" panose="02020603050405020304" pitchFamily="18" charset="0"/>
                <a:cs typeface="Times New Roman" panose="02020603050405020304" pitchFamily="18" charset="0"/>
              </a:rPr>
              <a:t>e</a:t>
            </a:r>
            <a:r>
              <a:rPr sz="2600" dirty="0">
                <a:solidFill>
                  <a:srgbClr val="002060"/>
                </a:solidFill>
                <a:latin typeface="Times New Roman" panose="02020603050405020304" pitchFamily="18" charset="0"/>
                <a:cs typeface="Times New Roman" panose="02020603050405020304" pitchFamily="18" charset="0"/>
              </a:rPr>
              <a:t>t  from</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any</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computer</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a:t>
            </a:r>
            <a:r>
              <a:rPr sz="2600" dirty="0">
                <a:solidFill>
                  <a:srgbClr val="002060"/>
                </a:solidFill>
                <a:latin typeface="Times New Roman" panose="02020603050405020304" pitchFamily="18" charset="0"/>
                <a:cs typeface="Times New Roman" panose="02020603050405020304" pitchFamily="18" charset="0"/>
              </a:rPr>
              <a:t> the world.</a:t>
            </a:r>
          </a:p>
          <a:p>
            <a:pPr marL="241300" marR="5080" indent="-228600">
              <a:lnSpc>
                <a:spcPts val="2500"/>
              </a:lnSpc>
              <a:spcBef>
                <a:spcPts val="1780"/>
              </a:spcBef>
              <a:buSzPct val="78846"/>
              <a:buFont typeface="Arial MT"/>
              <a:buChar char="•"/>
              <a:tabLst>
                <a:tab pos="240665" algn="l"/>
                <a:tab pos="241300" algn="l"/>
                <a:tab pos="1515110" algn="l"/>
                <a:tab pos="2680970" algn="l"/>
                <a:tab pos="3312160" algn="l"/>
                <a:tab pos="3789045" algn="l"/>
                <a:tab pos="5138420" algn="l"/>
                <a:tab pos="5843905" algn="l"/>
                <a:tab pos="6621145" algn="l"/>
                <a:tab pos="7160895" algn="l"/>
                <a:tab pos="8528050" algn="l"/>
                <a:tab pos="9048750" algn="l"/>
              </a:tabLst>
            </a:pPr>
            <a:r>
              <a:rPr sz="2600" b="1" dirty="0">
                <a:solidFill>
                  <a:srgbClr val="002060"/>
                </a:solidFill>
                <a:latin typeface="Times New Roman" panose="02020603050405020304" pitchFamily="18" charset="0"/>
                <a:cs typeface="Times New Roman" panose="02020603050405020304" pitchFamily="18" charset="0"/>
              </a:rPr>
              <a:t>Pr</a:t>
            </a:r>
            <a:r>
              <a:rPr sz="2600" b="1" spc="-10" dirty="0">
                <a:solidFill>
                  <a:srgbClr val="002060"/>
                </a:solidFill>
                <a:latin typeface="Times New Roman" panose="02020603050405020304" pitchFamily="18" charset="0"/>
                <a:cs typeface="Times New Roman" panose="02020603050405020304" pitchFamily="18" charset="0"/>
              </a:rPr>
              <a:t>i</a:t>
            </a:r>
            <a:r>
              <a:rPr sz="2600" b="1" dirty="0">
                <a:solidFill>
                  <a:srgbClr val="002060"/>
                </a:solidFill>
                <a:latin typeface="Times New Roman" panose="02020603050405020304" pitchFamily="18" charset="0"/>
                <a:cs typeface="Times New Roman" panose="02020603050405020304" pitchFamily="18" charset="0"/>
              </a:rPr>
              <a:t>vate	</a:t>
            </a:r>
            <a:r>
              <a:rPr sz="2600" dirty="0">
                <a:solidFill>
                  <a:srgbClr val="002060"/>
                </a:solidFill>
                <a:latin typeface="Times New Roman" panose="02020603050405020304" pitchFamily="18" charset="0"/>
                <a:cs typeface="Times New Roman" panose="02020603050405020304" pitchFamily="18" charset="0"/>
              </a:rPr>
              <a:t>mea</a:t>
            </a:r>
            <a:r>
              <a:rPr sz="2600" spc="5" dirty="0">
                <a:solidFill>
                  <a:srgbClr val="002060"/>
                </a:solidFill>
                <a:latin typeface="Times New Roman" panose="02020603050405020304" pitchFamily="18" charset="0"/>
                <a:cs typeface="Times New Roman" panose="02020603050405020304" pitchFamily="18" charset="0"/>
              </a:rPr>
              <a:t>n</a:t>
            </a:r>
            <a:r>
              <a:rPr sz="2600" dirty="0">
                <a:solidFill>
                  <a:srgbClr val="002060"/>
                </a:solidFill>
                <a:latin typeface="Times New Roman" panose="02020603050405020304" pitchFamily="18" charset="0"/>
                <a:cs typeface="Times New Roman" panose="02020603050405020304" pitchFamily="18" charset="0"/>
              </a:rPr>
              <a:t>s	the	</a:t>
            </a:r>
            <a:r>
              <a:rPr sz="2600" spc="-5" dirty="0">
                <a:solidFill>
                  <a:srgbClr val="002060"/>
                </a:solidFill>
                <a:latin typeface="Times New Roman" panose="02020603050405020304" pitchFamily="18" charset="0"/>
                <a:cs typeface="Times New Roman" panose="02020603050405020304" pitchFamily="18" charset="0"/>
              </a:rPr>
              <a:t>I</a:t>
            </a:r>
            <a:r>
              <a:rPr sz="2600" dirty="0">
                <a:solidFill>
                  <a:srgbClr val="002060"/>
                </a:solidFill>
                <a:latin typeface="Times New Roman" panose="02020603050405020304" pitchFamily="18" charset="0"/>
                <a:cs typeface="Times New Roman" panose="02020603050405020304" pitchFamily="18" charset="0"/>
              </a:rPr>
              <a:t>P	ad</a:t>
            </a:r>
            <a:r>
              <a:rPr sz="2600" spc="5" dirty="0">
                <a:solidFill>
                  <a:srgbClr val="002060"/>
                </a:solidFill>
                <a:latin typeface="Times New Roman" panose="02020603050405020304" pitchFamily="18" charset="0"/>
                <a:cs typeface="Times New Roman" panose="02020603050405020304" pitchFamily="18" charset="0"/>
              </a:rPr>
              <a:t>d</a:t>
            </a:r>
            <a:r>
              <a:rPr sz="2600" dirty="0">
                <a:solidFill>
                  <a:srgbClr val="002060"/>
                </a:solidFill>
                <a:latin typeface="Times New Roman" panose="02020603050405020304" pitchFamily="18" charset="0"/>
                <a:cs typeface="Times New Roman" panose="02020603050405020304" pitchFamily="18" charset="0"/>
              </a:rPr>
              <a:t>re</a:t>
            </a:r>
            <a:r>
              <a:rPr sz="2600" spc="-10" dirty="0">
                <a:solidFill>
                  <a:srgbClr val="002060"/>
                </a:solidFill>
                <a:latin typeface="Times New Roman" panose="02020603050405020304" pitchFamily="18" charset="0"/>
                <a:cs typeface="Times New Roman" panose="02020603050405020304" pitchFamily="18" charset="0"/>
              </a:rPr>
              <a:t>s</a:t>
            </a:r>
            <a:r>
              <a:rPr sz="2600" dirty="0">
                <a:solidFill>
                  <a:srgbClr val="002060"/>
                </a:solidFill>
                <a:latin typeface="Times New Roman" panose="02020603050405020304" pitchFamily="18" charset="0"/>
                <a:cs typeface="Times New Roman" panose="02020603050405020304" pitchFamily="18" charset="0"/>
              </a:rPr>
              <a:t>s	can	on</a:t>
            </a:r>
            <a:r>
              <a:rPr sz="2600" spc="-10" dirty="0">
                <a:solidFill>
                  <a:srgbClr val="002060"/>
                </a:solidFill>
                <a:latin typeface="Times New Roman" panose="02020603050405020304" pitchFamily="18" charset="0"/>
                <a:cs typeface="Times New Roman" panose="02020603050405020304" pitchFamily="18" charset="0"/>
              </a:rPr>
              <a:t>l</a:t>
            </a:r>
            <a:r>
              <a:rPr sz="2600" dirty="0">
                <a:solidFill>
                  <a:srgbClr val="002060"/>
                </a:solidFill>
                <a:latin typeface="Times New Roman" panose="02020603050405020304" pitchFamily="18" charset="0"/>
                <a:cs typeface="Times New Roman" panose="02020603050405020304" pitchFamily="18" charset="0"/>
              </a:rPr>
              <a:t>y	be	reached	by	oth</a:t>
            </a:r>
            <a:r>
              <a:rPr sz="2600" spc="-10" dirty="0">
                <a:solidFill>
                  <a:srgbClr val="002060"/>
                </a:solidFill>
                <a:latin typeface="Times New Roman" panose="02020603050405020304" pitchFamily="18" charset="0"/>
                <a:cs typeface="Times New Roman" panose="02020603050405020304" pitchFamily="18" charset="0"/>
              </a:rPr>
              <a:t>e</a:t>
            </a:r>
            <a:r>
              <a:rPr sz="2600" dirty="0">
                <a:solidFill>
                  <a:srgbClr val="002060"/>
                </a:solidFill>
                <a:latin typeface="Times New Roman" panose="02020603050405020304" pitchFamily="18" charset="0"/>
                <a:cs typeface="Times New Roman" panose="02020603050405020304" pitchFamily="18" charset="0"/>
              </a:rPr>
              <a:t>r  devices</a:t>
            </a:r>
            <a:r>
              <a:rPr sz="2600" spc="-2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on the same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network.</a:t>
            </a:r>
          </a:p>
          <a:p>
            <a:pPr marL="241300" marR="7620" indent="-228600">
              <a:lnSpc>
                <a:spcPct val="80000"/>
              </a:lnSpc>
              <a:spcBef>
                <a:spcPts val="1814"/>
              </a:spcBef>
              <a:buSzPct val="78846"/>
              <a:buFont typeface="Arial MT"/>
              <a:buChar char="•"/>
              <a:tabLst>
                <a:tab pos="240665" algn="l"/>
                <a:tab pos="241300" algn="l"/>
              </a:tabLst>
            </a:pPr>
            <a:r>
              <a:rPr sz="2600" b="1" dirty="0">
                <a:solidFill>
                  <a:srgbClr val="002060"/>
                </a:solidFill>
                <a:latin typeface="Times New Roman" panose="02020603050405020304" pitchFamily="18" charset="0"/>
                <a:cs typeface="Times New Roman" panose="02020603050405020304" pitchFamily="18" charset="0"/>
              </a:rPr>
              <a:t>Shared</a:t>
            </a:r>
            <a:r>
              <a:rPr sz="2600" b="1" spc="5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means</a:t>
            </a:r>
            <a:r>
              <a:rPr sz="2600" spc="6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other</a:t>
            </a:r>
            <a:r>
              <a:rPr sz="2600" spc="3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people</a:t>
            </a:r>
            <a:r>
              <a:rPr sz="2600" spc="5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besides</a:t>
            </a:r>
            <a:r>
              <a:rPr sz="2600" spc="5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you</a:t>
            </a:r>
            <a:r>
              <a:rPr sz="2600" spc="4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use</a:t>
            </a:r>
            <a:r>
              <a:rPr sz="2600" spc="5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your</a:t>
            </a:r>
            <a:r>
              <a:rPr sz="2600" spc="2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IP</a:t>
            </a:r>
            <a:r>
              <a:rPr sz="2600" dirty="0">
                <a:solidFill>
                  <a:srgbClr val="002060"/>
                </a:solidFill>
                <a:latin typeface="Times New Roman" panose="02020603050405020304" pitchFamily="18" charset="0"/>
                <a:cs typeface="Times New Roman" panose="02020603050405020304" pitchFamily="18" charset="0"/>
              </a:rPr>
              <a:t> address</a:t>
            </a:r>
            <a:r>
              <a:rPr sz="2600" spc="5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for </a:t>
            </a:r>
            <a:r>
              <a:rPr sz="2600" spc="-70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their</a:t>
            </a:r>
            <a:r>
              <a:rPr sz="2600" spc="-10" dirty="0">
                <a:solidFill>
                  <a:srgbClr val="002060"/>
                </a:solidFill>
                <a:latin typeface="Times New Roman" panose="02020603050405020304" pitchFamily="18" charset="0"/>
                <a:cs typeface="Times New Roman" panose="02020603050405020304" pitchFamily="18" charset="0"/>
              </a:rPr>
              <a:t> </a:t>
            </a:r>
            <a:r>
              <a:rPr lang="en-IN" sz="2600" spc="-10"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connection</a:t>
            </a:r>
            <a:r>
              <a:rPr sz="2600" dirty="0">
                <a:solidFill>
                  <a:srgbClr val="002060"/>
                </a:solidFill>
                <a:latin typeface="Times New Roman" panose="02020603050405020304" pitchFamily="18" charset="0"/>
                <a:cs typeface="Times New Roman" panose="02020603050405020304" pitchFamily="18" charset="0"/>
              </a:rPr>
              <a:t>.</a:t>
            </a:r>
          </a:p>
          <a:p>
            <a:pPr marL="241300" marR="6985" indent="-228600">
              <a:lnSpc>
                <a:spcPct val="80000"/>
              </a:lnSpc>
              <a:spcBef>
                <a:spcPts val="1805"/>
              </a:spcBef>
              <a:buSzPct val="78846"/>
              <a:buFont typeface="Arial MT"/>
              <a:buChar char="•"/>
              <a:tabLst>
                <a:tab pos="240665" algn="l"/>
                <a:tab pos="241300" algn="l"/>
                <a:tab pos="1981200" algn="l"/>
                <a:tab pos="3133725" algn="l"/>
                <a:tab pos="3662679" algn="l"/>
                <a:tab pos="4375785" algn="l"/>
                <a:tab pos="5144135" algn="l"/>
                <a:tab pos="6003925" algn="l"/>
                <a:tab pos="6807200" algn="l"/>
                <a:tab pos="7273290" algn="l"/>
                <a:tab pos="8611870" algn="l"/>
                <a:tab pos="9157335" algn="l"/>
              </a:tabLst>
            </a:pPr>
            <a:r>
              <a:rPr sz="2600" b="1" dirty="0">
                <a:solidFill>
                  <a:srgbClr val="002060"/>
                </a:solidFill>
                <a:latin typeface="Times New Roman" panose="02020603050405020304" pitchFamily="18" charset="0"/>
                <a:cs typeface="Times New Roman" panose="02020603050405020304" pitchFamily="18" charset="0"/>
              </a:rPr>
              <a:t>Dedicated	</a:t>
            </a:r>
            <a:r>
              <a:rPr sz="2600" dirty="0">
                <a:solidFill>
                  <a:srgbClr val="002060"/>
                </a:solidFill>
                <a:latin typeface="Times New Roman" panose="02020603050405020304" pitchFamily="18" charset="0"/>
                <a:cs typeface="Times New Roman" panose="02020603050405020304" pitchFamily="18" charset="0"/>
              </a:rPr>
              <a:t>means	no	one	el</a:t>
            </a:r>
            <a:r>
              <a:rPr sz="2600" spc="5" dirty="0">
                <a:solidFill>
                  <a:srgbClr val="002060"/>
                </a:solidFill>
                <a:latin typeface="Times New Roman" panose="02020603050405020304" pitchFamily="18" charset="0"/>
                <a:cs typeface="Times New Roman" panose="02020603050405020304" pitchFamily="18" charset="0"/>
              </a:rPr>
              <a:t>s</a:t>
            </a:r>
            <a:r>
              <a:rPr sz="2600" dirty="0">
                <a:solidFill>
                  <a:srgbClr val="002060"/>
                </a:solidFill>
                <a:latin typeface="Times New Roman" panose="02020603050405020304" pitchFamily="18" charset="0"/>
                <a:cs typeface="Times New Roman" panose="02020603050405020304" pitchFamily="18" charset="0"/>
              </a:rPr>
              <a:t>e	u</a:t>
            </a:r>
            <a:r>
              <a:rPr sz="2600" spc="5" dirty="0">
                <a:solidFill>
                  <a:srgbClr val="002060"/>
                </a:solidFill>
                <a:latin typeface="Times New Roman" panose="02020603050405020304" pitchFamily="18" charset="0"/>
                <a:cs typeface="Times New Roman" panose="02020603050405020304" pitchFamily="18" charset="0"/>
              </a:rPr>
              <a:t>s</a:t>
            </a:r>
            <a:r>
              <a:rPr sz="2600" spc="-10" dirty="0">
                <a:solidFill>
                  <a:srgbClr val="002060"/>
                </a:solidFill>
                <a:latin typeface="Times New Roman" panose="02020603050405020304" pitchFamily="18" charset="0"/>
                <a:cs typeface="Times New Roman" panose="02020603050405020304" pitchFamily="18" charset="0"/>
              </a:rPr>
              <a:t>e</a:t>
            </a:r>
            <a:r>
              <a:rPr sz="2600" dirty="0">
                <a:solidFill>
                  <a:srgbClr val="002060"/>
                </a:solidFill>
                <a:latin typeface="Times New Roman" panose="02020603050405020304" pitchFamily="18" charset="0"/>
                <a:cs typeface="Times New Roman" panose="02020603050405020304" pitchFamily="18" charset="0"/>
              </a:rPr>
              <a:t>s	your	</a:t>
            </a:r>
            <a:r>
              <a:rPr sz="2600" spc="-5" dirty="0">
                <a:solidFill>
                  <a:srgbClr val="002060"/>
                </a:solidFill>
                <a:latin typeface="Times New Roman" panose="02020603050405020304" pitchFamily="18" charset="0"/>
                <a:cs typeface="Times New Roman" panose="02020603050405020304" pitchFamily="18" charset="0"/>
              </a:rPr>
              <a:t>I</a:t>
            </a:r>
            <a:r>
              <a:rPr sz="2600" dirty="0">
                <a:solidFill>
                  <a:srgbClr val="002060"/>
                </a:solidFill>
                <a:latin typeface="Times New Roman" panose="02020603050405020304" pitchFamily="18" charset="0"/>
                <a:cs typeface="Times New Roman" panose="02020603050405020304" pitchFamily="18" charset="0"/>
              </a:rPr>
              <a:t>P	a</a:t>
            </a:r>
            <a:r>
              <a:rPr sz="2600" spc="5" dirty="0">
                <a:solidFill>
                  <a:srgbClr val="002060"/>
                </a:solidFill>
                <a:latin typeface="Times New Roman" panose="02020603050405020304" pitchFamily="18" charset="0"/>
                <a:cs typeface="Times New Roman" panose="02020603050405020304" pitchFamily="18" charset="0"/>
              </a:rPr>
              <a:t>d</a:t>
            </a:r>
            <a:r>
              <a:rPr sz="2600" dirty="0">
                <a:solidFill>
                  <a:srgbClr val="002060"/>
                </a:solidFill>
                <a:latin typeface="Times New Roman" panose="02020603050405020304" pitchFamily="18" charset="0"/>
                <a:cs typeface="Times New Roman" panose="02020603050405020304" pitchFamily="18" charset="0"/>
              </a:rPr>
              <a:t>dress	for	their  connection.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304800"/>
            <a:ext cx="12188825" cy="6345426"/>
            <a:chOff x="0" y="304800"/>
            <a:chExt cx="12188825" cy="6345426"/>
          </a:xfrm>
        </p:grpSpPr>
        <p:pic>
          <p:nvPicPr>
            <p:cNvPr id="3" name="object 3"/>
            <p:cNvPicPr/>
            <p:nvPr/>
          </p:nvPicPr>
          <p:blipFill>
            <a:blip r:embed="rId2" cstate="print"/>
            <a:stretch>
              <a:fillRect/>
            </a:stretch>
          </p:blipFill>
          <p:spPr>
            <a:xfrm>
              <a:off x="0" y="5208778"/>
              <a:ext cx="12188825" cy="1441448"/>
            </a:xfrm>
            <a:prstGeom prst="rect">
              <a:avLst/>
            </a:prstGeom>
          </p:spPr>
        </p:pic>
        <p:pic>
          <p:nvPicPr>
            <p:cNvPr id="4" name="object 4"/>
            <p:cNvPicPr/>
            <p:nvPr/>
          </p:nvPicPr>
          <p:blipFill>
            <a:blip r:embed="rId3" cstate="print"/>
            <a:stretch>
              <a:fillRect/>
            </a:stretch>
          </p:blipFill>
          <p:spPr>
            <a:xfrm>
              <a:off x="1427162" y="304800"/>
              <a:ext cx="9334500" cy="5852160"/>
            </a:xfrm>
            <a:prstGeom prst="rect">
              <a:avLst/>
            </a:prstGeom>
          </p:spPr>
        </p:pic>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graphicFrame>
        <p:nvGraphicFramePr>
          <p:cNvPr id="3" name="object 3"/>
          <p:cNvGraphicFramePr>
            <a:graphicFrameLocks noGrp="1"/>
          </p:cNvGraphicFramePr>
          <p:nvPr>
            <p:extLst>
              <p:ext uri="{D42A27DB-BD31-4B8C-83A1-F6EECF244321}">
                <p14:modId xmlns:p14="http://schemas.microsoft.com/office/powerpoint/2010/main" val="610743276"/>
              </p:ext>
            </p:extLst>
          </p:nvPr>
        </p:nvGraphicFramePr>
        <p:xfrm>
          <a:off x="457200" y="381003"/>
          <a:ext cx="11201400" cy="6066647"/>
        </p:xfrm>
        <a:graphic>
          <a:graphicData uri="http://schemas.openxmlformats.org/drawingml/2006/table">
            <a:tbl>
              <a:tblPr firstRow="1" bandRow="1">
                <a:tableStyleId>{2D5ABB26-0587-4C30-8999-92F81FD0307C}</a:tableStyleId>
              </a:tblPr>
              <a:tblGrid>
                <a:gridCol w="5600700">
                  <a:extLst>
                    <a:ext uri="{9D8B030D-6E8A-4147-A177-3AD203B41FA5}">
                      <a16:colId xmlns:a16="http://schemas.microsoft.com/office/drawing/2014/main" val="20000"/>
                    </a:ext>
                  </a:extLst>
                </a:gridCol>
                <a:gridCol w="5600700">
                  <a:extLst>
                    <a:ext uri="{9D8B030D-6E8A-4147-A177-3AD203B41FA5}">
                      <a16:colId xmlns:a16="http://schemas.microsoft.com/office/drawing/2014/main" val="20001"/>
                    </a:ext>
                  </a:extLst>
                </a:gridCol>
              </a:tblGrid>
              <a:tr h="470093">
                <a:tc>
                  <a:txBody>
                    <a:bodyPr/>
                    <a:lstStyle/>
                    <a:p>
                      <a:pPr marL="1270" algn="ctr">
                        <a:lnSpc>
                          <a:spcPct val="100000"/>
                        </a:lnSpc>
                        <a:spcBef>
                          <a:spcPts val="450"/>
                        </a:spcBef>
                      </a:pPr>
                      <a:r>
                        <a:rPr sz="2400" b="1" u="none" dirty="0">
                          <a:solidFill>
                            <a:srgbClr val="002060"/>
                          </a:solidFill>
                          <a:uFill>
                            <a:solidFill>
                              <a:srgbClr val="624722"/>
                            </a:solidFill>
                          </a:uFill>
                          <a:latin typeface="Times New Roman" panose="02020603050405020304" pitchFamily="18" charset="0"/>
                          <a:cs typeface="Times New Roman" panose="02020603050405020304" pitchFamily="18" charset="0"/>
                        </a:rPr>
                        <a:t>PRI</a:t>
                      </a:r>
                      <a:r>
                        <a:rPr sz="2400" b="1" u="none" spc="-155" dirty="0">
                          <a:solidFill>
                            <a:srgbClr val="002060"/>
                          </a:solidFill>
                          <a:uFill>
                            <a:solidFill>
                              <a:srgbClr val="624722"/>
                            </a:solidFill>
                          </a:uFill>
                          <a:latin typeface="Times New Roman" panose="02020603050405020304" pitchFamily="18" charset="0"/>
                          <a:cs typeface="Times New Roman" panose="02020603050405020304" pitchFamily="18" charset="0"/>
                        </a:rPr>
                        <a:t>V</a:t>
                      </a:r>
                      <a:r>
                        <a:rPr sz="2400" b="1" u="none" spc="-140" dirty="0">
                          <a:solidFill>
                            <a:srgbClr val="002060"/>
                          </a:solidFill>
                          <a:uFill>
                            <a:solidFill>
                              <a:srgbClr val="624722"/>
                            </a:solidFill>
                          </a:uFill>
                          <a:latin typeface="Times New Roman" panose="02020603050405020304" pitchFamily="18" charset="0"/>
                          <a:cs typeface="Times New Roman" panose="02020603050405020304" pitchFamily="18" charset="0"/>
                        </a:rPr>
                        <a:t>A</a:t>
                      </a:r>
                      <a:r>
                        <a:rPr sz="2400" b="1" u="none" dirty="0">
                          <a:solidFill>
                            <a:srgbClr val="002060"/>
                          </a:solidFill>
                          <a:uFill>
                            <a:solidFill>
                              <a:srgbClr val="624722"/>
                            </a:solidFill>
                          </a:uFill>
                          <a:latin typeface="Times New Roman" panose="02020603050405020304" pitchFamily="18" charset="0"/>
                          <a:cs typeface="Times New Roman" panose="02020603050405020304" pitchFamily="18" charset="0"/>
                        </a:rPr>
                        <a:t>TE</a:t>
                      </a:r>
                      <a:r>
                        <a:rPr sz="2400" b="1" u="none" spc="-10" dirty="0">
                          <a:solidFill>
                            <a:srgbClr val="002060"/>
                          </a:solidFill>
                          <a:uFill>
                            <a:solidFill>
                              <a:srgbClr val="624722"/>
                            </a:solidFill>
                          </a:uFill>
                          <a:latin typeface="Times New Roman" panose="02020603050405020304" pitchFamily="18" charset="0"/>
                          <a:cs typeface="Times New Roman" panose="02020603050405020304" pitchFamily="18" charset="0"/>
                        </a:rPr>
                        <a:t> </a:t>
                      </a:r>
                      <a:r>
                        <a:rPr sz="2400" b="1" u="none" dirty="0">
                          <a:solidFill>
                            <a:srgbClr val="002060"/>
                          </a:solidFill>
                          <a:uFill>
                            <a:solidFill>
                              <a:srgbClr val="624722"/>
                            </a:solidFill>
                          </a:uFill>
                          <a:latin typeface="Times New Roman" panose="02020603050405020304" pitchFamily="18" charset="0"/>
                          <a:cs typeface="Times New Roman" panose="02020603050405020304" pitchFamily="18" charset="0"/>
                        </a:rPr>
                        <a:t>IP</a:t>
                      </a:r>
                      <a:r>
                        <a:rPr sz="2400" b="1" u="none" spc="-125" dirty="0">
                          <a:solidFill>
                            <a:srgbClr val="002060"/>
                          </a:solidFill>
                          <a:uFill>
                            <a:solidFill>
                              <a:srgbClr val="624722"/>
                            </a:solidFill>
                          </a:uFill>
                          <a:latin typeface="Times New Roman" panose="02020603050405020304" pitchFamily="18" charset="0"/>
                          <a:cs typeface="Times New Roman" panose="02020603050405020304" pitchFamily="18" charset="0"/>
                        </a:rPr>
                        <a:t> </a:t>
                      </a:r>
                      <a:r>
                        <a:rPr sz="2400" b="1" u="none" dirty="0">
                          <a:solidFill>
                            <a:srgbClr val="002060"/>
                          </a:solidFill>
                          <a:uFill>
                            <a:solidFill>
                              <a:srgbClr val="624722"/>
                            </a:solidFill>
                          </a:uFill>
                          <a:latin typeface="Times New Roman" panose="02020603050405020304" pitchFamily="18" charset="0"/>
                          <a:cs typeface="Times New Roman" panose="02020603050405020304" pitchFamily="18" charset="0"/>
                        </a:rPr>
                        <a:t>A</a:t>
                      </a:r>
                      <a:r>
                        <a:rPr sz="2400" b="1" u="none" spc="5" dirty="0">
                          <a:solidFill>
                            <a:srgbClr val="002060"/>
                          </a:solidFill>
                          <a:uFill>
                            <a:solidFill>
                              <a:srgbClr val="624722"/>
                            </a:solidFill>
                          </a:uFill>
                          <a:latin typeface="Times New Roman" panose="02020603050405020304" pitchFamily="18" charset="0"/>
                          <a:cs typeface="Times New Roman" panose="02020603050405020304" pitchFamily="18" charset="0"/>
                        </a:rPr>
                        <a:t>D</a:t>
                      </a:r>
                      <a:r>
                        <a:rPr sz="2400" b="1" u="none" dirty="0">
                          <a:solidFill>
                            <a:srgbClr val="002060"/>
                          </a:solidFill>
                          <a:uFill>
                            <a:solidFill>
                              <a:srgbClr val="624722"/>
                            </a:solidFill>
                          </a:uFill>
                          <a:latin typeface="Times New Roman" panose="02020603050405020304" pitchFamily="18" charset="0"/>
                          <a:cs typeface="Times New Roman" panose="02020603050405020304" pitchFamily="18" charset="0"/>
                        </a:rPr>
                        <a:t>D</a:t>
                      </a:r>
                      <a:r>
                        <a:rPr sz="2400" b="1" u="none" spc="5" dirty="0">
                          <a:solidFill>
                            <a:srgbClr val="002060"/>
                          </a:solidFill>
                          <a:uFill>
                            <a:solidFill>
                              <a:srgbClr val="624722"/>
                            </a:solidFill>
                          </a:uFill>
                          <a:latin typeface="Times New Roman" panose="02020603050405020304" pitchFamily="18" charset="0"/>
                          <a:cs typeface="Times New Roman" panose="02020603050405020304" pitchFamily="18" charset="0"/>
                        </a:rPr>
                        <a:t>R</a:t>
                      </a:r>
                      <a:r>
                        <a:rPr sz="2400" b="1" u="none" dirty="0">
                          <a:solidFill>
                            <a:srgbClr val="002060"/>
                          </a:solidFill>
                          <a:uFill>
                            <a:solidFill>
                              <a:srgbClr val="624722"/>
                            </a:solidFill>
                          </a:uFill>
                          <a:latin typeface="Times New Roman" panose="02020603050405020304" pitchFamily="18" charset="0"/>
                          <a:cs typeface="Times New Roman" panose="02020603050405020304" pitchFamily="18" charset="0"/>
                        </a:rPr>
                        <a:t>E</a:t>
                      </a:r>
                      <a:r>
                        <a:rPr sz="2400" b="1" u="none" spc="-10" dirty="0">
                          <a:solidFill>
                            <a:srgbClr val="002060"/>
                          </a:solidFill>
                          <a:uFill>
                            <a:solidFill>
                              <a:srgbClr val="624722"/>
                            </a:solidFill>
                          </a:uFill>
                          <a:latin typeface="Times New Roman" panose="02020603050405020304" pitchFamily="18" charset="0"/>
                          <a:cs typeface="Times New Roman" panose="02020603050405020304" pitchFamily="18" charset="0"/>
                        </a:rPr>
                        <a:t>S</a:t>
                      </a:r>
                      <a:r>
                        <a:rPr sz="2400" b="1" u="none" dirty="0">
                          <a:solidFill>
                            <a:srgbClr val="002060"/>
                          </a:solidFill>
                          <a:uFill>
                            <a:solidFill>
                              <a:srgbClr val="624722"/>
                            </a:solidFill>
                          </a:uFill>
                          <a:latin typeface="Times New Roman" panose="02020603050405020304" pitchFamily="18" charset="0"/>
                          <a:cs typeface="Times New Roman" panose="02020603050405020304" pitchFamily="18" charset="0"/>
                        </a:rPr>
                        <a:t>S</a:t>
                      </a:r>
                      <a:endParaRPr sz="2400" u="none">
                        <a:solidFill>
                          <a:srgbClr val="002060"/>
                        </a:solidFill>
                        <a:latin typeface="Times New Roman" panose="02020603050405020304" pitchFamily="18" charset="0"/>
                        <a:cs typeface="Times New Roman" panose="02020603050405020304" pitchFamily="18" charset="0"/>
                      </a:endParaRPr>
                    </a:p>
                  </a:txBody>
                  <a:tcPr marL="0" marR="0" marT="57150" marB="0">
                    <a:lnL w="12700">
                      <a:solidFill>
                        <a:srgbClr val="624722"/>
                      </a:solidFill>
                      <a:prstDash val="solid"/>
                    </a:lnL>
                    <a:lnR w="12700">
                      <a:solidFill>
                        <a:srgbClr val="624722"/>
                      </a:solidFill>
                      <a:prstDash val="solid"/>
                    </a:lnR>
                    <a:lnT w="12700">
                      <a:solidFill>
                        <a:srgbClr val="624722"/>
                      </a:solidFill>
                      <a:prstDash val="solid"/>
                    </a:lnT>
                    <a:lnB w="12700">
                      <a:solidFill>
                        <a:srgbClr val="624722"/>
                      </a:solidFill>
                      <a:prstDash val="solid"/>
                    </a:lnB>
                    <a:solidFill>
                      <a:srgbClr val="F8ECD6"/>
                    </a:solidFill>
                  </a:tcPr>
                </a:tc>
                <a:tc>
                  <a:txBody>
                    <a:bodyPr/>
                    <a:lstStyle/>
                    <a:p>
                      <a:pPr marL="635" algn="ctr">
                        <a:lnSpc>
                          <a:spcPct val="100000"/>
                        </a:lnSpc>
                        <a:spcBef>
                          <a:spcPts val="450"/>
                        </a:spcBef>
                      </a:pPr>
                      <a:r>
                        <a:rPr sz="2400" b="1" u="none" dirty="0">
                          <a:solidFill>
                            <a:srgbClr val="002060"/>
                          </a:solidFill>
                          <a:uFill>
                            <a:solidFill>
                              <a:srgbClr val="624722"/>
                            </a:solidFill>
                          </a:uFill>
                          <a:latin typeface="Times New Roman" panose="02020603050405020304" pitchFamily="18" charset="0"/>
                          <a:cs typeface="Times New Roman" panose="02020603050405020304" pitchFamily="18" charset="0"/>
                        </a:rPr>
                        <a:t>PUBLIC IP</a:t>
                      </a:r>
                      <a:r>
                        <a:rPr sz="2400" b="1" u="none" spc="-125" dirty="0">
                          <a:solidFill>
                            <a:srgbClr val="002060"/>
                          </a:solidFill>
                          <a:uFill>
                            <a:solidFill>
                              <a:srgbClr val="624722"/>
                            </a:solidFill>
                          </a:uFill>
                          <a:latin typeface="Times New Roman" panose="02020603050405020304" pitchFamily="18" charset="0"/>
                          <a:cs typeface="Times New Roman" panose="02020603050405020304" pitchFamily="18" charset="0"/>
                        </a:rPr>
                        <a:t> </a:t>
                      </a:r>
                      <a:r>
                        <a:rPr sz="2400" b="1" u="none" dirty="0">
                          <a:solidFill>
                            <a:srgbClr val="002060"/>
                          </a:solidFill>
                          <a:uFill>
                            <a:solidFill>
                              <a:srgbClr val="624722"/>
                            </a:solidFill>
                          </a:uFill>
                          <a:latin typeface="Times New Roman" panose="02020603050405020304" pitchFamily="18" charset="0"/>
                          <a:cs typeface="Times New Roman" panose="02020603050405020304" pitchFamily="18" charset="0"/>
                        </a:rPr>
                        <a:t>A</a:t>
                      </a:r>
                      <a:r>
                        <a:rPr sz="2400" b="1" u="none" spc="5" dirty="0">
                          <a:solidFill>
                            <a:srgbClr val="002060"/>
                          </a:solidFill>
                          <a:uFill>
                            <a:solidFill>
                              <a:srgbClr val="624722"/>
                            </a:solidFill>
                          </a:uFill>
                          <a:latin typeface="Times New Roman" panose="02020603050405020304" pitchFamily="18" charset="0"/>
                          <a:cs typeface="Times New Roman" panose="02020603050405020304" pitchFamily="18" charset="0"/>
                        </a:rPr>
                        <a:t>D</a:t>
                      </a:r>
                      <a:r>
                        <a:rPr sz="2400" b="1" u="none" dirty="0">
                          <a:solidFill>
                            <a:srgbClr val="002060"/>
                          </a:solidFill>
                          <a:uFill>
                            <a:solidFill>
                              <a:srgbClr val="624722"/>
                            </a:solidFill>
                          </a:uFill>
                          <a:latin typeface="Times New Roman" panose="02020603050405020304" pitchFamily="18" charset="0"/>
                          <a:cs typeface="Times New Roman" panose="02020603050405020304" pitchFamily="18" charset="0"/>
                        </a:rPr>
                        <a:t>D</a:t>
                      </a:r>
                      <a:r>
                        <a:rPr sz="2400" b="1" u="none" spc="5" dirty="0">
                          <a:solidFill>
                            <a:srgbClr val="002060"/>
                          </a:solidFill>
                          <a:uFill>
                            <a:solidFill>
                              <a:srgbClr val="624722"/>
                            </a:solidFill>
                          </a:uFill>
                          <a:latin typeface="Times New Roman" panose="02020603050405020304" pitchFamily="18" charset="0"/>
                          <a:cs typeface="Times New Roman" panose="02020603050405020304" pitchFamily="18" charset="0"/>
                        </a:rPr>
                        <a:t>R</a:t>
                      </a:r>
                      <a:r>
                        <a:rPr sz="2400" b="1" u="none" dirty="0">
                          <a:solidFill>
                            <a:srgbClr val="002060"/>
                          </a:solidFill>
                          <a:uFill>
                            <a:solidFill>
                              <a:srgbClr val="624722"/>
                            </a:solidFill>
                          </a:uFill>
                          <a:latin typeface="Times New Roman" panose="02020603050405020304" pitchFamily="18" charset="0"/>
                          <a:cs typeface="Times New Roman" panose="02020603050405020304" pitchFamily="18" charset="0"/>
                        </a:rPr>
                        <a:t>E</a:t>
                      </a:r>
                      <a:r>
                        <a:rPr sz="2400" b="1" u="none" spc="-10" dirty="0">
                          <a:solidFill>
                            <a:srgbClr val="002060"/>
                          </a:solidFill>
                          <a:uFill>
                            <a:solidFill>
                              <a:srgbClr val="624722"/>
                            </a:solidFill>
                          </a:uFill>
                          <a:latin typeface="Times New Roman" panose="02020603050405020304" pitchFamily="18" charset="0"/>
                          <a:cs typeface="Times New Roman" panose="02020603050405020304" pitchFamily="18" charset="0"/>
                        </a:rPr>
                        <a:t>S</a:t>
                      </a:r>
                      <a:r>
                        <a:rPr sz="2400" b="1" u="none" dirty="0">
                          <a:solidFill>
                            <a:srgbClr val="002060"/>
                          </a:solidFill>
                          <a:uFill>
                            <a:solidFill>
                              <a:srgbClr val="624722"/>
                            </a:solidFill>
                          </a:uFill>
                          <a:latin typeface="Times New Roman" panose="02020603050405020304" pitchFamily="18" charset="0"/>
                          <a:cs typeface="Times New Roman" panose="02020603050405020304" pitchFamily="18" charset="0"/>
                        </a:rPr>
                        <a:t>S</a:t>
                      </a:r>
                      <a:endParaRPr sz="2400" u="none">
                        <a:solidFill>
                          <a:srgbClr val="002060"/>
                        </a:solidFill>
                        <a:latin typeface="Times New Roman" panose="02020603050405020304" pitchFamily="18" charset="0"/>
                        <a:cs typeface="Times New Roman" panose="02020603050405020304" pitchFamily="18" charset="0"/>
                      </a:endParaRPr>
                    </a:p>
                  </a:txBody>
                  <a:tcPr marL="0" marR="0" marT="57150" marB="0">
                    <a:lnL w="12700">
                      <a:solidFill>
                        <a:srgbClr val="624722"/>
                      </a:solidFill>
                      <a:prstDash val="solid"/>
                    </a:lnL>
                    <a:lnR w="12700">
                      <a:solidFill>
                        <a:srgbClr val="624722"/>
                      </a:solidFill>
                      <a:prstDash val="solid"/>
                    </a:lnR>
                    <a:lnT w="12700">
                      <a:solidFill>
                        <a:srgbClr val="624722"/>
                      </a:solidFill>
                      <a:prstDash val="solid"/>
                    </a:lnT>
                    <a:lnB w="12700">
                      <a:solidFill>
                        <a:srgbClr val="624722"/>
                      </a:solidFill>
                      <a:prstDash val="solid"/>
                    </a:lnB>
                    <a:solidFill>
                      <a:srgbClr val="F8ECD6"/>
                    </a:solidFill>
                  </a:tcPr>
                </a:tc>
                <a:extLst>
                  <a:ext uri="{0D108BD9-81ED-4DB2-BD59-A6C34878D82A}">
                    <a16:rowId xmlns:a16="http://schemas.microsoft.com/office/drawing/2014/main" val="10000"/>
                  </a:ext>
                </a:extLst>
              </a:tr>
              <a:tr h="469955">
                <a:tc>
                  <a:txBody>
                    <a:bodyPr/>
                    <a:lstStyle/>
                    <a:p>
                      <a:pPr marL="67945" algn="ctr">
                        <a:lnSpc>
                          <a:spcPct val="100000"/>
                        </a:lnSpc>
                        <a:spcBef>
                          <a:spcPts val="450"/>
                        </a:spcBef>
                      </a:pPr>
                      <a:r>
                        <a:rPr sz="2400" u="none" dirty="0">
                          <a:solidFill>
                            <a:srgbClr val="002060"/>
                          </a:solidFill>
                          <a:latin typeface="Times New Roman" panose="02020603050405020304" pitchFamily="18" charset="0"/>
                          <a:cs typeface="Times New Roman" panose="02020603050405020304" pitchFamily="18" charset="0"/>
                        </a:rPr>
                        <a:t>Scope</a:t>
                      </a:r>
                      <a:r>
                        <a:rPr sz="2400" u="none" spc="-2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is</a:t>
                      </a:r>
                      <a:r>
                        <a:rPr sz="2400" u="none" spc="-1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local.</a:t>
                      </a:r>
                      <a:r>
                        <a:rPr sz="2400" u="none" spc="-1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Used</a:t>
                      </a:r>
                      <a:r>
                        <a:rPr sz="2400" u="none" spc="-3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with</a:t>
                      </a:r>
                      <a:r>
                        <a:rPr sz="2400" u="none" spc="-1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LAN</a:t>
                      </a:r>
                      <a:r>
                        <a:rPr sz="2400" u="none" spc="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or</a:t>
                      </a:r>
                      <a:r>
                        <a:rPr sz="2400" u="none" spc="-1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Network.</a:t>
                      </a:r>
                      <a:endParaRPr sz="2400" u="none">
                        <a:solidFill>
                          <a:srgbClr val="002060"/>
                        </a:solidFill>
                        <a:latin typeface="Times New Roman" panose="02020603050405020304" pitchFamily="18" charset="0"/>
                        <a:cs typeface="Times New Roman" panose="02020603050405020304" pitchFamily="18" charset="0"/>
                      </a:endParaRPr>
                    </a:p>
                  </a:txBody>
                  <a:tcPr marL="0" marR="0" marT="57150" marB="0">
                    <a:lnL w="12700">
                      <a:solidFill>
                        <a:srgbClr val="624722"/>
                      </a:solidFill>
                      <a:prstDash val="solid"/>
                    </a:lnL>
                    <a:lnR w="12700">
                      <a:solidFill>
                        <a:srgbClr val="624722"/>
                      </a:solidFill>
                      <a:prstDash val="solid"/>
                    </a:lnR>
                    <a:lnT w="12700">
                      <a:solidFill>
                        <a:srgbClr val="624722"/>
                      </a:solidFill>
                      <a:prstDash val="solid"/>
                    </a:lnT>
                    <a:lnB w="12700">
                      <a:solidFill>
                        <a:srgbClr val="624722"/>
                      </a:solidFill>
                      <a:prstDash val="solid"/>
                    </a:lnB>
                    <a:solidFill>
                      <a:srgbClr val="F8ECD6"/>
                    </a:solidFill>
                  </a:tcPr>
                </a:tc>
                <a:tc>
                  <a:txBody>
                    <a:bodyPr/>
                    <a:lstStyle/>
                    <a:p>
                      <a:pPr marL="68580" algn="ctr">
                        <a:lnSpc>
                          <a:spcPct val="100000"/>
                        </a:lnSpc>
                        <a:spcBef>
                          <a:spcPts val="450"/>
                        </a:spcBef>
                      </a:pPr>
                      <a:r>
                        <a:rPr sz="2400" u="none" dirty="0">
                          <a:solidFill>
                            <a:srgbClr val="002060"/>
                          </a:solidFill>
                          <a:latin typeface="Times New Roman" panose="02020603050405020304" pitchFamily="18" charset="0"/>
                          <a:cs typeface="Times New Roman" panose="02020603050405020304" pitchFamily="18" charset="0"/>
                        </a:rPr>
                        <a:t>Scope</a:t>
                      </a:r>
                      <a:r>
                        <a:rPr sz="2400" u="none" spc="-2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is</a:t>
                      </a:r>
                      <a:r>
                        <a:rPr sz="2400" u="none" spc="-1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global.</a:t>
                      </a:r>
                      <a:r>
                        <a:rPr sz="2400" u="none" spc="-1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Used</a:t>
                      </a:r>
                      <a:r>
                        <a:rPr sz="2400" u="none" spc="-2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on </a:t>
                      </a:r>
                      <a:r>
                        <a:rPr sz="2400" u="none" spc="-5" dirty="0">
                          <a:solidFill>
                            <a:srgbClr val="002060"/>
                          </a:solidFill>
                          <a:latin typeface="Times New Roman" panose="02020603050405020304" pitchFamily="18" charset="0"/>
                          <a:cs typeface="Times New Roman" panose="02020603050405020304" pitchFamily="18" charset="0"/>
                        </a:rPr>
                        <a:t>Public</a:t>
                      </a:r>
                      <a:r>
                        <a:rPr sz="2400" u="none" spc="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Network.</a:t>
                      </a:r>
                      <a:endParaRPr sz="2400" u="none">
                        <a:solidFill>
                          <a:srgbClr val="002060"/>
                        </a:solidFill>
                        <a:latin typeface="Times New Roman" panose="02020603050405020304" pitchFamily="18" charset="0"/>
                        <a:cs typeface="Times New Roman" panose="02020603050405020304" pitchFamily="18" charset="0"/>
                      </a:endParaRPr>
                    </a:p>
                  </a:txBody>
                  <a:tcPr marL="0" marR="0" marT="57150" marB="0">
                    <a:lnL w="12700">
                      <a:solidFill>
                        <a:srgbClr val="624722"/>
                      </a:solidFill>
                      <a:prstDash val="solid"/>
                    </a:lnL>
                    <a:lnR w="12700">
                      <a:solidFill>
                        <a:srgbClr val="624722"/>
                      </a:solidFill>
                      <a:prstDash val="solid"/>
                    </a:lnR>
                    <a:lnT w="12700">
                      <a:solidFill>
                        <a:srgbClr val="624722"/>
                      </a:solidFill>
                      <a:prstDash val="solid"/>
                    </a:lnT>
                    <a:lnB w="12700">
                      <a:solidFill>
                        <a:srgbClr val="624722"/>
                      </a:solidFill>
                      <a:prstDash val="solid"/>
                    </a:lnB>
                    <a:solidFill>
                      <a:srgbClr val="F8ECD6"/>
                    </a:solidFill>
                  </a:tcPr>
                </a:tc>
                <a:extLst>
                  <a:ext uri="{0D108BD9-81ED-4DB2-BD59-A6C34878D82A}">
                    <a16:rowId xmlns:a16="http://schemas.microsoft.com/office/drawing/2014/main" val="10001"/>
                  </a:ext>
                </a:extLst>
              </a:tr>
              <a:tr h="822628">
                <a:tc>
                  <a:txBody>
                    <a:bodyPr/>
                    <a:lstStyle/>
                    <a:p>
                      <a:pPr marL="67945" marR="288290" algn="ctr">
                        <a:lnSpc>
                          <a:spcPct val="100000"/>
                        </a:lnSpc>
                        <a:spcBef>
                          <a:spcPts val="525"/>
                        </a:spcBef>
                      </a:pPr>
                      <a:r>
                        <a:rPr sz="2400" u="none" dirty="0">
                          <a:solidFill>
                            <a:srgbClr val="002060"/>
                          </a:solidFill>
                          <a:latin typeface="Times New Roman" panose="02020603050405020304" pitchFamily="18" charset="0"/>
                          <a:cs typeface="Times New Roman" panose="02020603050405020304" pitchFamily="18" charset="0"/>
                        </a:rPr>
                        <a:t>It</a:t>
                      </a:r>
                      <a:r>
                        <a:rPr sz="2400" u="none" spc="-3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is used</a:t>
                      </a:r>
                      <a:r>
                        <a:rPr sz="2400" u="none" spc="-2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to</a:t>
                      </a:r>
                      <a:r>
                        <a:rPr sz="2400" u="none" spc="-1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communicate</a:t>
                      </a:r>
                      <a:r>
                        <a:rPr sz="2400" u="none" spc="-5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within</a:t>
                      </a:r>
                      <a:r>
                        <a:rPr sz="2400" u="none" spc="-1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the</a:t>
                      </a:r>
                      <a:r>
                        <a:rPr sz="2400" u="none" spc="-2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network. </a:t>
                      </a:r>
                      <a:r>
                        <a:rPr sz="2400" u="none" spc="-54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Not</a:t>
                      </a:r>
                      <a:r>
                        <a:rPr sz="2400" u="none" spc="-2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recognized</a:t>
                      </a:r>
                      <a:r>
                        <a:rPr sz="2400" u="none" spc="-4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over</a:t>
                      </a:r>
                      <a:r>
                        <a:rPr sz="2400" u="none" spc="-2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Internet.</a:t>
                      </a:r>
                      <a:endParaRPr sz="2400" u="none">
                        <a:solidFill>
                          <a:srgbClr val="002060"/>
                        </a:solidFill>
                        <a:latin typeface="Times New Roman" panose="02020603050405020304" pitchFamily="18" charset="0"/>
                        <a:cs typeface="Times New Roman" panose="02020603050405020304" pitchFamily="18" charset="0"/>
                      </a:endParaRPr>
                    </a:p>
                  </a:txBody>
                  <a:tcPr marL="0" marR="0" marT="66675" marB="0">
                    <a:lnL w="12700">
                      <a:solidFill>
                        <a:srgbClr val="624722"/>
                      </a:solidFill>
                      <a:prstDash val="solid"/>
                    </a:lnL>
                    <a:lnR w="12700">
                      <a:solidFill>
                        <a:srgbClr val="624722"/>
                      </a:solidFill>
                      <a:prstDash val="solid"/>
                    </a:lnR>
                    <a:lnT w="12700">
                      <a:solidFill>
                        <a:srgbClr val="624722"/>
                      </a:solidFill>
                      <a:prstDash val="solid"/>
                    </a:lnT>
                    <a:lnB w="12700">
                      <a:solidFill>
                        <a:srgbClr val="624722"/>
                      </a:solidFill>
                      <a:prstDash val="solid"/>
                    </a:lnB>
                    <a:solidFill>
                      <a:srgbClr val="F8ECD6"/>
                    </a:solidFill>
                  </a:tcPr>
                </a:tc>
                <a:tc>
                  <a:txBody>
                    <a:bodyPr/>
                    <a:lstStyle/>
                    <a:p>
                      <a:pPr marL="68580" marR="120014" algn="ctr">
                        <a:lnSpc>
                          <a:spcPct val="100000"/>
                        </a:lnSpc>
                        <a:spcBef>
                          <a:spcPts val="525"/>
                        </a:spcBef>
                      </a:pPr>
                      <a:r>
                        <a:rPr sz="2400" u="none" dirty="0">
                          <a:solidFill>
                            <a:srgbClr val="002060"/>
                          </a:solidFill>
                          <a:latin typeface="Times New Roman" panose="02020603050405020304" pitchFamily="18" charset="0"/>
                          <a:cs typeface="Times New Roman" panose="02020603050405020304" pitchFamily="18" charset="0"/>
                        </a:rPr>
                        <a:t>It</a:t>
                      </a:r>
                      <a:r>
                        <a:rPr sz="2400" u="none" spc="-3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is used</a:t>
                      </a:r>
                      <a:r>
                        <a:rPr sz="2400" u="none" spc="-2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to</a:t>
                      </a:r>
                      <a:r>
                        <a:rPr sz="2400" u="none" spc="-1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communicate</a:t>
                      </a:r>
                      <a:r>
                        <a:rPr sz="2400" u="none" spc="-6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outside</a:t>
                      </a:r>
                      <a:r>
                        <a:rPr sz="2400" u="none" spc="-1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the</a:t>
                      </a:r>
                      <a:r>
                        <a:rPr sz="2400" u="none" spc="-2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network. </a:t>
                      </a:r>
                      <a:r>
                        <a:rPr sz="2400" u="none" spc="-54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Recognized</a:t>
                      </a:r>
                      <a:r>
                        <a:rPr sz="2400" u="none" spc="-4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over</a:t>
                      </a:r>
                      <a:r>
                        <a:rPr sz="2400" u="none" spc="-1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Internet.</a:t>
                      </a:r>
                      <a:endParaRPr sz="2400" u="none">
                        <a:solidFill>
                          <a:srgbClr val="002060"/>
                        </a:solidFill>
                        <a:latin typeface="Times New Roman" panose="02020603050405020304" pitchFamily="18" charset="0"/>
                        <a:cs typeface="Times New Roman" panose="02020603050405020304" pitchFamily="18" charset="0"/>
                      </a:endParaRPr>
                    </a:p>
                  </a:txBody>
                  <a:tcPr marL="0" marR="0" marT="66675" marB="0">
                    <a:lnL w="12700">
                      <a:solidFill>
                        <a:srgbClr val="624722"/>
                      </a:solidFill>
                      <a:prstDash val="solid"/>
                    </a:lnL>
                    <a:lnR w="12700">
                      <a:solidFill>
                        <a:srgbClr val="624722"/>
                      </a:solidFill>
                      <a:prstDash val="solid"/>
                    </a:lnR>
                    <a:lnT w="12700">
                      <a:solidFill>
                        <a:srgbClr val="624722"/>
                      </a:solidFill>
                      <a:prstDash val="solid"/>
                    </a:lnT>
                    <a:lnB w="12700">
                      <a:solidFill>
                        <a:srgbClr val="624722"/>
                      </a:solidFill>
                      <a:prstDash val="solid"/>
                    </a:lnB>
                    <a:solidFill>
                      <a:srgbClr val="F8ECD6"/>
                    </a:solidFill>
                  </a:tcPr>
                </a:tc>
                <a:extLst>
                  <a:ext uri="{0D108BD9-81ED-4DB2-BD59-A6C34878D82A}">
                    <a16:rowId xmlns:a16="http://schemas.microsoft.com/office/drawing/2014/main" val="10002"/>
                  </a:ext>
                </a:extLst>
              </a:tr>
              <a:tr h="469955">
                <a:tc>
                  <a:txBody>
                    <a:bodyPr/>
                    <a:lstStyle/>
                    <a:p>
                      <a:pPr marL="67945" algn="ctr">
                        <a:lnSpc>
                          <a:spcPct val="100000"/>
                        </a:lnSpc>
                        <a:spcBef>
                          <a:spcPts val="450"/>
                        </a:spcBef>
                      </a:pPr>
                      <a:r>
                        <a:rPr sz="2400" u="none" dirty="0">
                          <a:solidFill>
                            <a:srgbClr val="002060"/>
                          </a:solidFill>
                          <a:latin typeface="Times New Roman" panose="02020603050405020304" pitchFamily="18" charset="0"/>
                          <a:cs typeface="Times New Roman" panose="02020603050405020304" pitchFamily="18" charset="0"/>
                        </a:rPr>
                        <a:t>Unique</a:t>
                      </a:r>
                      <a:r>
                        <a:rPr sz="2400" u="none" spc="-3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only</a:t>
                      </a:r>
                      <a:r>
                        <a:rPr sz="2400" u="none" spc="-2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in</a:t>
                      </a:r>
                      <a:r>
                        <a:rPr sz="2400" u="none" spc="-1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LAN.</a:t>
                      </a:r>
                      <a:endParaRPr sz="2400" u="none">
                        <a:solidFill>
                          <a:srgbClr val="002060"/>
                        </a:solidFill>
                        <a:latin typeface="Times New Roman" panose="02020603050405020304" pitchFamily="18" charset="0"/>
                        <a:cs typeface="Times New Roman" panose="02020603050405020304" pitchFamily="18" charset="0"/>
                      </a:endParaRPr>
                    </a:p>
                  </a:txBody>
                  <a:tcPr marL="0" marR="0" marT="57150" marB="0">
                    <a:lnL w="12700">
                      <a:solidFill>
                        <a:srgbClr val="624722"/>
                      </a:solidFill>
                      <a:prstDash val="solid"/>
                    </a:lnL>
                    <a:lnR w="12700">
                      <a:solidFill>
                        <a:srgbClr val="624722"/>
                      </a:solidFill>
                      <a:prstDash val="solid"/>
                    </a:lnR>
                    <a:lnT w="12700">
                      <a:solidFill>
                        <a:srgbClr val="624722"/>
                      </a:solidFill>
                      <a:prstDash val="solid"/>
                    </a:lnT>
                    <a:lnB w="12700">
                      <a:solidFill>
                        <a:srgbClr val="624722"/>
                      </a:solidFill>
                      <a:prstDash val="solid"/>
                    </a:lnB>
                    <a:solidFill>
                      <a:srgbClr val="F8ECD6"/>
                    </a:solidFill>
                  </a:tcPr>
                </a:tc>
                <a:tc>
                  <a:txBody>
                    <a:bodyPr/>
                    <a:lstStyle/>
                    <a:p>
                      <a:pPr marL="68580" algn="ctr">
                        <a:lnSpc>
                          <a:spcPct val="100000"/>
                        </a:lnSpc>
                        <a:spcBef>
                          <a:spcPts val="450"/>
                        </a:spcBef>
                      </a:pPr>
                      <a:r>
                        <a:rPr sz="2400" u="none" dirty="0">
                          <a:solidFill>
                            <a:srgbClr val="002060"/>
                          </a:solidFill>
                          <a:latin typeface="Times New Roman" panose="02020603050405020304" pitchFamily="18" charset="0"/>
                          <a:cs typeface="Times New Roman" panose="02020603050405020304" pitchFamily="18" charset="0"/>
                        </a:rPr>
                        <a:t>Unique</a:t>
                      </a:r>
                      <a:r>
                        <a:rPr sz="2400" u="none" spc="-35" dirty="0">
                          <a:solidFill>
                            <a:srgbClr val="002060"/>
                          </a:solidFill>
                          <a:latin typeface="Times New Roman" panose="02020603050405020304" pitchFamily="18" charset="0"/>
                          <a:cs typeface="Times New Roman" panose="02020603050405020304" pitchFamily="18" charset="0"/>
                        </a:rPr>
                        <a:t> </a:t>
                      </a:r>
                      <a:r>
                        <a:rPr sz="2400" u="none" spc="-20" dirty="0">
                          <a:solidFill>
                            <a:srgbClr val="002060"/>
                          </a:solidFill>
                          <a:latin typeface="Times New Roman" panose="02020603050405020304" pitchFamily="18" charset="0"/>
                          <a:cs typeface="Times New Roman" panose="02020603050405020304" pitchFamily="18" charset="0"/>
                        </a:rPr>
                        <a:t>Globally.</a:t>
                      </a:r>
                      <a:endParaRPr sz="2400" u="none">
                        <a:solidFill>
                          <a:srgbClr val="002060"/>
                        </a:solidFill>
                        <a:latin typeface="Times New Roman" panose="02020603050405020304" pitchFamily="18" charset="0"/>
                        <a:cs typeface="Times New Roman" panose="02020603050405020304" pitchFamily="18" charset="0"/>
                      </a:endParaRPr>
                    </a:p>
                  </a:txBody>
                  <a:tcPr marL="0" marR="0" marT="57150" marB="0">
                    <a:lnL w="12700">
                      <a:solidFill>
                        <a:srgbClr val="624722"/>
                      </a:solidFill>
                      <a:prstDash val="solid"/>
                    </a:lnL>
                    <a:lnR w="12700">
                      <a:solidFill>
                        <a:srgbClr val="624722"/>
                      </a:solidFill>
                      <a:prstDash val="solid"/>
                    </a:lnR>
                    <a:lnT w="12700">
                      <a:solidFill>
                        <a:srgbClr val="624722"/>
                      </a:solidFill>
                      <a:prstDash val="solid"/>
                    </a:lnT>
                    <a:lnB w="12700">
                      <a:solidFill>
                        <a:srgbClr val="624722"/>
                      </a:solidFill>
                      <a:prstDash val="solid"/>
                    </a:lnB>
                    <a:solidFill>
                      <a:srgbClr val="F8ECD6"/>
                    </a:solidFill>
                  </a:tcPr>
                </a:tc>
                <a:extLst>
                  <a:ext uri="{0D108BD9-81ED-4DB2-BD59-A6C34878D82A}">
                    <a16:rowId xmlns:a16="http://schemas.microsoft.com/office/drawing/2014/main" val="10003"/>
                  </a:ext>
                </a:extLst>
              </a:tr>
              <a:tr h="470093">
                <a:tc>
                  <a:txBody>
                    <a:bodyPr/>
                    <a:lstStyle/>
                    <a:p>
                      <a:pPr marL="67945" algn="ctr">
                        <a:lnSpc>
                          <a:spcPct val="100000"/>
                        </a:lnSpc>
                        <a:spcBef>
                          <a:spcPts val="450"/>
                        </a:spcBef>
                      </a:pPr>
                      <a:r>
                        <a:rPr sz="2400" u="none" dirty="0">
                          <a:solidFill>
                            <a:srgbClr val="002060"/>
                          </a:solidFill>
                          <a:latin typeface="Times New Roman" panose="02020603050405020304" pitchFamily="18" charset="0"/>
                          <a:cs typeface="Times New Roman" panose="02020603050405020304" pitchFamily="18" charset="0"/>
                        </a:rPr>
                        <a:t>Assigned</a:t>
                      </a:r>
                      <a:r>
                        <a:rPr sz="2400" u="none" spc="-3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by</a:t>
                      </a:r>
                      <a:r>
                        <a:rPr sz="2400" u="none" spc="-1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LAN</a:t>
                      </a:r>
                      <a:r>
                        <a:rPr sz="2400" u="none" spc="-110" dirty="0">
                          <a:solidFill>
                            <a:srgbClr val="002060"/>
                          </a:solidFill>
                          <a:latin typeface="Times New Roman" panose="02020603050405020304" pitchFamily="18" charset="0"/>
                          <a:cs typeface="Times New Roman" panose="02020603050405020304" pitchFamily="18" charset="0"/>
                        </a:rPr>
                        <a:t> </a:t>
                      </a:r>
                      <a:r>
                        <a:rPr sz="2400" u="none" spc="-10" dirty="0">
                          <a:solidFill>
                            <a:srgbClr val="002060"/>
                          </a:solidFill>
                          <a:latin typeface="Times New Roman" panose="02020603050405020304" pitchFamily="18" charset="0"/>
                          <a:cs typeface="Times New Roman" panose="02020603050405020304" pitchFamily="18" charset="0"/>
                        </a:rPr>
                        <a:t>Administrator.</a:t>
                      </a:r>
                      <a:endParaRPr sz="2400" u="none">
                        <a:solidFill>
                          <a:srgbClr val="002060"/>
                        </a:solidFill>
                        <a:latin typeface="Times New Roman" panose="02020603050405020304" pitchFamily="18" charset="0"/>
                        <a:cs typeface="Times New Roman" panose="02020603050405020304" pitchFamily="18" charset="0"/>
                      </a:endParaRPr>
                    </a:p>
                  </a:txBody>
                  <a:tcPr marL="0" marR="0" marT="57150" marB="0">
                    <a:lnL w="12700">
                      <a:solidFill>
                        <a:srgbClr val="624722"/>
                      </a:solidFill>
                      <a:prstDash val="solid"/>
                    </a:lnL>
                    <a:lnR w="12700">
                      <a:solidFill>
                        <a:srgbClr val="624722"/>
                      </a:solidFill>
                      <a:prstDash val="solid"/>
                    </a:lnR>
                    <a:lnT w="12700">
                      <a:solidFill>
                        <a:srgbClr val="624722"/>
                      </a:solidFill>
                      <a:prstDash val="solid"/>
                    </a:lnT>
                    <a:lnB w="12700">
                      <a:solidFill>
                        <a:srgbClr val="624722"/>
                      </a:solidFill>
                      <a:prstDash val="solid"/>
                    </a:lnB>
                    <a:solidFill>
                      <a:srgbClr val="F8ECD6"/>
                    </a:solidFill>
                  </a:tcPr>
                </a:tc>
                <a:tc>
                  <a:txBody>
                    <a:bodyPr/>
                    <a:lstStyle/>
                    <a:p>
                      <a:pPr marL="68580" algn="ctr">
                        <a:lnSpc>
                          <a:spcPct val="100000"/>
                        </a:lnSpc>
                        <a:spcBef>
                          <a:spcPts val="450"/>
                        </a:spcBef>
                      </a:pPr>
                      <a:r>
                        <a:rPr sz="2400" u="none" dirty="0">
                          <a:solidFill>
                            <a:srgbClr val="002060"/>
                          </a:solidFill>
                          <a:latin typeface="Times New Roman" panose="02020603050405020304" pitchFamily="18" charset="0"/>
                          <a:cs typeface="Times New Roman" panose="02020603050405020304" pitchFamily="18" charset="0"/>
                        </a:rPr>
                        <a:t>Assigned</a:t>
                      </a:r>
                      <a:r>
                        <a:rPr sz="2400" u="none" spc="-3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by</a:t>
                      </a:r>
                      <a:r>
                        <a:rPr sz="2400" u="none" spc="-1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Service</a:t>
                      </a:r>
                      <a:r>
                        <a:rPr sz="2400" u="none" spc="-2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Provider</a:t>
                      </a:r>
                      <a:r>
                        <a:rPr sz="2400" u="none" spc="-2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a:t>
                      </a:r>
                      <a:r>
                        <a:rPr sz="2400" u="none" spc="-15" dirty="0">
                          <a:solidFill>
                            <a:srgbClr val="002060"/>
                          </a:solidFill>
                          <a:latin typeface="Times New Roman" panose="02020603050405020304" pitchFamily="18" charset="0"/>
                          <a:cs typeface="Times New Roman" panose="02020603050405020304" pitchFamily="18" charset="0"/>
                        </a:rPr>
                        <a:t> </a:t>
                      </a:r>
                      <a:r>
                        <a:rPr sz="2400" u="none" spc="-5" dirty="0">
                          <a:solidFill>
                            <a:srgbClr val="002060"/>
                          </a:solidFill>
                          <a:latin typeface="Times New Roman" panose="02020603050405020304" pitchFamily="18" charset="0"/>
                          <a:cs typeface="Times New Roman" panose="02020603050405020304" pitchFamily="18" charset="0"/>
                        </a:rPr>
                        <a:t>IANA</a:t>
                      </a:r>
                      <a:endParaRPr sz="2400" u="none">
                        <a:solidFill>
                          <a:srgbClr val="002060"/>
                        </a:solidFill>
                        <a:latin typeface="Times New Roman" panose="02020603050405020304" pitchFamily="18" charset="0"/>
                        <a:cs typeface="Times New Roman" panose="02020603050405020304" pitchFamily="18" charset="0"/>
                      </a:endParaRPr>
                    </a:p>
                  </a:txBody>
                  <a:tcPr marL="0" marR="0" marT="57150" marB="0">
                    <a:lnL w="12700">
                      <a:solidFill>
                        <a:srgbClr val="624722"/>
                      </a:solidFill>
                      <a:prstDash val="solid"/>
                    </a:lnL>
                    <a:lnR w="12700">
                      <a:solidFill>
                        <a:srgbClr val="624722"/>
                      </a:solidFill>
                      <a:prstDash val="solid"/>
                    </a:lnR>
                    <a:lnT w="12700">
                      <a:solidFill>
                        <a:srgbClr val="624722"/>
                      </a:solidFill>
                      <a:prstDash val="solid"/>
                    </a:lnT>
                    <a:lnB w="12700">
                      <a:solidFill>
                        <a:srgbClr val="624722"/>
                      </a:solidFill>
                      <a:prstDash val="solid"/>
                    </a:lnB>
                    <a:solidFill>
                      <a:srgbClr val="F8ECD6"/>
                    </a:solidFill>
                  </a:tcPr>
                </a:tc>
                <a:extLst>
                  <a:ext uri="{0D108BD9-81ED-4DB2-BD59-A6C34878D82A}">
                    <a16:rowId xmlns:a16="http://schemas.microsoft.com/office/drawing/2014/main" val="10004"/>
                  </a:ext>
                </a:extLst>
              </a:tr>
              <a:tr h="470094">
                <a:tc>
                  <a:txBody>
                    <a:bodyPr/>
                    <a:lstStyle/>
                    <a:p>
                      <a:pPr marL="67945" algn="ctr">
                        <a:lnSpc>
                          <a:spcPct val="100000"/>
                        </a:lnSpc>
                        <a:spcBef>
                          <a:spcPts val="450"/>
                        </a:spcBef>
                      </a:pPr>
                      <a:r>
                        <a:rPr sz="2400" u="none" dirty="0">
                          <a:solidFill>
                            <a:srgbClr val="002060"/>
                          </a:solidFill>
                          <a:latin typeface="Times New Roman" panose="02020603050405020304" pitchFamily="18" charset="0"/>
                          <a:cs typeface="Times New Roman" panose="02020603050405020304" pitchFamily="18" charset="0"/>
                        </a:rPr>
                        <a:t>It</a:t>
                      </a:r>
                      <a:r>
                        <a:rPr sz="2400" u="none" spc="-4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is</a:t>
                      </a:r>
                      <a:r>
                        <a:rPr sz="2400" u="none" spc="-1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available</a:t>
                      </a:r>
                      <a:r>
                        <a:rPr sz="2400" u="none" spc="-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in</a:t>
                      </a:r>
                      <a:r>
                        <a:rPr sz="2400" u="none" spc="-2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free</a:t>
                      </a:r>
                      <a:r>
                        <a:rPr sz="2400" u="none" spc="-2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of</a:t>
                      </a:r>
                      <a:r>
                        <a:rPr sz="2400" u="none" spc="-3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cost.</a:t>
                      </a:r>
                      <a:endParaRPr sz="2400" u="none">
                        <a:solidFill>
                          <a:srgbClr val="002060"/>
                        </a:solidFill>
                        <a:latin typeface="Times New Roman" panose="02020603050405020304" pitchFamily="18" charset="0"/>
                        <a:cs typeface="Times New Roman" panose="02020603050405020304" pitchFamily="18" charset="0"/>
                      </a:endParaRPr>
                    </a:p>
                  </a:txBody>
                  <a:tcPr marL="0" marR="0" marT="57150" marB="0">
                    <a:lnL w="12700">
                      <a:solidFill>
                        <a:srgbClr val="624722"/>
                      </a:solidFill>
                      <a:prstDash val="solid"/>
                    </a:lnL>
                    <a:lnR w="12700">
                      <a:solidFill>
                        <a:srgbClr val="624722"/>
                      </a:solidFill>
                      <a:prstDash val="solid"/>
                    </a:lnR>
                    <a:lnT w="12700">
                      <a:solidFill>
                        <a:srgbClr val="624722"/>
                      </a:solidFill>
                      <a:prstDash val="solid"/>
                    </a:lnT>
                    <a:lnB w="12700">
                      <a:solidFill>
                        <a:srgbClr val="624722"/>
                      </a:solidFill>
                      <a:prstDash val="solid"/>
                    </a:lnB>
                    <a:solidFill>
                      <a:srgbClr val="F8ECD6"/>
                    </a:solidFill>
                  </a:tcPr>
                </a:tc>
                <a:tc>
                  <a:txBody>
                    <a:bodyPr/>
                    <a:lstStyle/>
                    <a:p>
                      <a:pPr marL="68580" algn="ctr">
                        <a:lnSpc>
                          <a:spcPct val="100000"/>
                        </a:lnSpc>
                        <a:spcBef>
                          <a:spcPts val="450"/>
                        </a:spcBef>
                      </a:pPr>
                      <a:r>
                        <a:rPr sz="2400" u="none" dirty="0">
                          <a:solidFill>
                            <a:srgbClr val="002060"/>
                          </a:solidFill>
                          <a:latin typeface="Times New Roman" panose="02020603050405020304" pitchFamily="18" charset="0"/>
                          <a:cs typeface="Times New Roman" panose="02020603050405020304" pitchFamily="18" charset="0"/>
                        </a:rPr>
                        <a:t>It</a:t>
                      </a:r>
                      <a:r>
                        <a:rPr sz="2400" u="none" spc="-4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is</a:t>
                      </a:r>
                      <a:r>
                        <a:rPr sz="2400" u="none" spc="-1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not</a:t>
                      </a:r>
                      <a:r>
                        <a:rPr sz="2400" u="none" spc="-3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free</a:t>
                      </a:r>
                      <a:r>
                        <a:rPr sz="2400" u="none" spc="-2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of</a:t>
                      </a:r>
                      <a:r>
                        <a:rPr sz="2400" u="none" spc="-3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cost.</a:t>
                      </a:r>
                    </a:p>
                  </a:txBody>
                  <a:tcPr marL="0" marR="0" marT="57150" marB="0">
                    <a:lnL w="12700">
                      <a:solidFill>
                        <a:srgbClr val="624722"/>
                      </a:solidFill>
                      <a:prstDash val="solid"/>
                    </a:lnL>
                    <a:lnR w="12700">
                      <a:solidFill>
                        <a:srgbClr val="624722"/>
                      </a:solidFill>
                      <a:prstDash val="solid"/>
                    </a:lnR>
                    <a:lnT w="12700">
                      <a:solidFill>
                        <a:srgbClr val="624722"/>
                      </a:solidFill>
                      <a:prstDash val="solid"/>
                    </a:lnT>
                    <a:lnB w="12700">
                      <a:solidFill>
                        <a:srgbClr val="624722"/>
                      </a:solidFill>
                      <a:prstDash val="solid"/>
                    </a:lnB>
                    <a:solidFill>
                      <a:srgbClr val="F8ECD6"/>
                    </a:solidFill>
                  </a:tcPr>
                </a:tc>
                <a:extLst>
                  <a:ext uri="{0D108BD9-81ED-4DB2-BD59-A6C34878D82A}">
                    <a16:rowId xmlns:a16="http://schemas.microsoft.com/office/drawing/2014/main" val="10005"/>
                  </a:ext>
                </a:extLst>
              </a:tr>
              <a:tr h="1266003">
                <a:tc>
                  <a:txBody>
                    <a:bodyPr/>
                    <a:lstStyle/>
                    <a:p>
                      <a:pPr marL="67945" algn="ctr">
                        <a:lnSpc>
                          <a:spcPct val="100000"/>
                        </a:lnSpc>
                        <a:spcBef>
                          <a:spcPts val="525"/>
                        </a:spcBef>
                      </a:pPr>
                      <a:r>
                        <a:rPr sz="2400" u="none" dirty="0">
                          <a:solidFill>
                            <a:srgbClr val="002060"/>
                          </a:solidFill>
                          <a:latin typeface="Times New Roman" panose="02020603050405020304" pitchFamily="18" charset="0"/>
                          <a:cs typeface="Times New Roman" panose="02020603050405020304" pitchFamily="18" charset="0"/>
                        </a:rPr>
                        <a:t>Private </a:t>
                      </a:r>
                      <a:r>
                        <a:rPr sz="2400" u="none" spc="-5" dirty="0">
                          <a:solidFill>
                            <a:srgbClr val="002060"/>
                          </a:solidFill>
                          <a:latin typeface="Times New Roman" panose="02020603050405020304" pitchFamily="18" charset="0"/>
                          <a:cs typeface="Times New Roman" panose="02020603050405020304" pitchFamily="18" charset="0"/>
                        </a:rPr>
                        <a:t>IP</a:t>
                      </a:r>
                      <a:r>
                        <a:rPr sz="2400" u="none" spc="-4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can</a:t>
                      </a:r>
                      <a:r>
                        <a:rPr sz="2400" u="none" spc="-25" dirty="0">
                          <a:solidFill>
                            <a:srgbClr val="002060"/>
                          </a:solidFill>
                          <a:latin typeface="Times New Roman" panose="02020603050405020304" pitchFamily="18" charset="0"/>
                          <a:cs typeface="Times New Roman" panose="02020603050405020304" pitchFamily="18" charset="0"/>
                        </a:rPr>
                        <a:t> </a:t>
                      </a:r>
                      <a:r>
                        <a:rPr sz="2400" u="none" spc="-5" dirty="0">
                          <a:solidFill>
                            <a:srgbClr val="002060"/>
                          </a:solidFill>
                          <a:latin typeface="Times New Roman" panose="02020603050405020304" pitchFamily="18" charset="0"/>
                          <a:cs typeface="Times New Roman" panose="02020603050405020304" pitchFamily="18" charset="0"/>
                        </a:rPr>
                        <a:t>be</a:t>
                      </a:r>
                      <a:r>
                        <a:rPr sz="2400" u="none" dirty="0">
                          <a:solidFill>
                            <a:srgbClr val="002060"/>
                          </a:solidFill>
                          <a:latin typeface="Times New Roman" panose="02020603050405020304" pitchFamily="18" charset="0"/>
                          <a:cs typeface="Times New Roman" panose="02020603050405020304" pitchFamily="18" charset="0"/>
                        </a:rPr>
                        <a:t> known</a:t>
                      </a:r>
                      <a:r>
                        <a:rPr sz="2400" u="none" spc="-25" dirty="0">
                          <a:solidFill>
                            <a:srgbClr val="002060"/>
                          </a:solidFill>
                          <a:latin typeface="Times New Roman" panose="02020603050405020304" pitchFamily="18" charset="0"/>
                          <a:cs typeface="Times New Roman" panose="02020603050405020304" pitchFamily="18" charset="0"/>
                        </a:rPr>
                        <a:t> </a:t>
                      </a:r>
                      <a:r>
                        <a:rPr sz="2400" u="none" spc="-5" dirty="0">
                          <a:solidFill>
                            <a:srgbClr val="002060"/>
                          </a:solidFill>
                          <a:latin typeface="Times New Roman" panose="02020603050405020304" pitchFamily="18" charset="0"/>
                          <a:cs typeface="Times New Roman" panose="02020603050405020304" pitchFamily="18" charset="0"/>
                        </a:rPr>
                        <a:t>by</a:t>
                      </a:r>
                      <a:r>
                        <a:rPr sz="2400" u="none" spc="-10" dirty="0">
                          <a:solidFill>
                            <a:srgbClr val="002060"/>
                          </a:solidFill>
                          <a:latin typeface="Times New Roman" panose="02020603050405020304" pitchFamily="18" charset="0"/>
                          <a:cs typeface="Times New Roman" panose="02020603050405020304" pitchFamily="18" charset="0"/>
                        </a:rPr>
                        <a:t> </a:t>
                      </a:r>
                      <a:r>
                        <a:rPr sz="2400" u="none" spc="-5" dirty="0">
                          <a:solidFill>
                            <a:srgbClr val="002060"/>
                          </a:solidFill>
                          <a:latin typeface="Times New Roman" panose="02020603050405020304" pitchFamily="18" charset="0"/>
                          <a:cs typeface="Times New Roman" panose="02020603050405020304" pitchFamily="18" charset="0"/>
                        </a:rPr>
                        <a:t>entering</a:t>
                      </a:r>
                      <a:r>
                        <a:rPr sz="2400" u="none" spc="-35" dirty="0">
                          <a:solidFill>
                            <a:srgbClr val="002060"/>
                          </a:solidFill>
                          <a:latin typeface="Times New Roman" panose="02020603050405020304" pitchFamily="18" charset="0"/>
                          <a:cs typeface="Times New Roman" panose="02020603050405020304" pitchFamily="18" charset="0"/>
                        </a:rPr>
                        <a:t> </a:t>
                      </a:r>
                      <a:r>
                        <a:rPr sz="2400" u="none" spc="-5" dirty="0">
                          <a:solidFill>
                            <a:srgbClr val="002060"/>
                          </a:solidFill>
                          <a:latin typeface="Times New Roman" panose="02020603050405020304" pitchFamily="18" charset="0"/>
                          <a:cs typeface="Times New Roman" panose="02020603050405020304" pitchFamily="18" charset="0"/>
                        </a:rPr>
                        <a:t>“</a:t>
                      </a:r>
                      <a:r>
                        <a:rPr sz="2400" b="1" u="none" spc="-5" dirty="0">
                          <a:solidFill>
                            <a:schemeClr val="accent2">
                              <a:lumMod val="75000"/>
                            </a:schemeClr>
                          </a:solidFill>
                          <a:latin typeface="Times New Roman" panose="02020603050405020304" pitchFamily="18" charset="0"/>
                          <a:cs typeface="Times New Roman" panose="02020603050405020304" pitchFamily="18" charset="0"/>
                        </a:rPr>
                        <a:t>ipconfig</a:t>
                      </a:r>
                      <a:r>
                        <a:rPr sz="2400" u="none" spc="-5" dirty="0">
                          <a:solidFill>
                            <a:srgbClr val="002060"/>
                          </a:solidFill>
                          <a:latin typeface="Times New Roman" panose="02020603050405020304" pitchFamily="18" charset="0"/>
                          <a:cs typeface="Times New Roman" panose="02020603050405020304" pitchFamily="18" charset="0"/>
                        </a:rPr>
                        <a:t>”</a:t>
                      </a:r>
                      <a:endParaRPr sz="2400" u="none" dirty="0">
                        <a:solidFill>
                          <a:srgbClr val="002060"/>
                        </a:solidFill>
                        <a:latin typeface="Times New Roman" panose="02020603050405020304" pitchFamily="18" charset="0"/>
                        <a:cs typeface="Times New Roman" panose="02020603050405020304" pitchFamily="18" charset="0"/>
                      </a:endParaRPr>
                    </a:p>
                    <a:p>
                      <a:pPr marL="67945" algn="ctr">
                        <a:lnSpc>
                          <a:spcPct val="100000"/>
                        </a:lnSpc>
                      </a:pPr>
                      <a:r>
                        <a:rPr sz="2400" u="none" dirty="0">
                          <a:solidFill>
                            <a:srgbClr val="002060"/>
                          </a:solidFill>
                          <a:latin typeface="Times New Roman" panose="02020603050405020304" pitchFamily="18" charset="0"/>
                          <a:cs typeface="Times New Roman" panose="02020603050405020304" pitchFamily="18" charset="0"/>
                        </a:rPr>
                        <a:t>on</a:t>
                      </a:r>
                      <a:r>
                        <a:rPr sz="2400" u="none" spc="-3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command</a:t>
                      </a:r>
                      <a:r>
                        <a:rPr sz="2400" u="none" spc="-5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prompt.</a:t>
                      </a:r>
                    </a:p>
                  </a:txBody>
                  <a:tcPr marL="0" marR="0" marT="66675" marB="0">
                    <a:lnL w="12700">
                      <a:solidFill>
                        <a:srgbClr val="624722"/>
                      </a:solidFill>
                      <a:prstDash val="solid"/>
                    </a:lnL>
                    <a:lnR w="12700">
                      <a:solidFill>
                        <a:srgbClr val="624722"/>
                      </a:solidFill>
                      <a:prstDash val="solid"/>
                    </a:lnR>
                    <a:lnT w="12700">
                      <a:solidFill>
                        <a:srgbClr val="624722"/>
                      </a:solidFill>
                      <a:prstDash val="solid"/>
                    </a:lnT>
                    <a:lnB w="12700">
                      <a:solidFill>
                        <a:srgbClr val="624722"/>
                      </a:solidFill>
                      <a:prstDash val="solid"/>
                    </a:lnB>
                  </a:tcPr>
                </a:tc>
                <a:tc>
                  <a:txBody>
                    <a:bodyPr/>
                    <a:lstStyle/>
                    <a:p>
                      <a:pPr marL="68580" algn="ctr">
                        <a:lnSpc>
                          <a:spcPct val="100000"/>
                        </a:lnSpc>
                        <a:spcBef>
                          <a:spcPts val="525"/>
                        </a:spcBef>
                      </a:pPr>
                      <a:r>
                        <a:rPr sz="2400" u="none" dirty="0">
                          <a:solidFill>
                            <a:srgbClr val="002060"/>
                          </a:solidFill>
                          <a:latin typeface="Times New Roman" panose="02020603050405020304" pitchFamily="18" charset="0"/>
                          <a:cs typeface="Times New Roman" panose="02020603050405020304" pitchFamily="18" charset="0"/>
                        </a:rPr>
                        <a:t>Public</a:t>
                      </a:r>
                      <a:r>
                        <a:rPr sz="2400" u="none" spc="-5" dirty="0">
                          <a:solidFill>
                            <a:srgbClr val="002060"/>
                          </a:solidFill>
                          <a:latin typeface="Times New Roman" panose="02020603050405020304" pitchFamily="18" charset="0"/>
                          <a:cs typeface="Times New Roman" panose="02020603050405020304" pitchFamily="18" charset="0"/>
                        </a:rPr>
                        <a:t> IP</a:t>
                      </a:r>
                      <a:r>
                        <a:rPr sz="2400" u="none" spc="-4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can</a:t>
                      </a:r>
                      <a:r>
                        <a:rPr sz="2400" u="none" spc="-15" dirty="0">
                          <a:solidFill>
                            <a:srgbClr val="002060"/>
                          </a:solidFill>
                          <a:latin typeface="Times New Roman" panose="02020603050405020304" pitchFamily="18" charset="0"/>
                          <a:cs typeface="Times New Roman" panose="02020603050405020304" pitchFamily="18" charset="0"/>
                        </a:rPr>
                        <a:t> </a:t>
                      </a:r>
                      <a:r>
                        <a:rPr sz="2400" u="none" spc="-5" dirty="0">
                          <a:solidFill>
                            <a:srgbClr val="002060"/>
                          </a:solidFill>
                          <a:latin typeface="Times New Roman" panose="02020603050405020304" pitchFamily="18" charset="0"/>
                          <a:cs typeface="Times New Roman" panose="02020603050405020304" pitchFamily="18" charset="0"/>
                        </a:rPr>
                        <a:t>be</a:t>
                      </a:r>
                      <a:r>
                        <a:rPr sz="2400" u="none" spc="-2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known</a:t>
                      </a:r>
                      <a:r>
                        <a:rPr sz="2400" u="none" spc="-35" dirty="0">
                          <a:solidFill>
                            <a:srgbClr val="002060"/>
                          </a:solidFill>
                          <a:latin typeface="Times New Roman" panose="02020603050405020304" pitchFamily="18" charset="0"/>
                          <a:cs typeface="Times New Roman" panose="02020603050405020304" pitchFamily="18" charset="0"/>
                        </a:rPr>
                        <a:t> </a:t>
                      </a:r>
                      <a:r>
                        <a:rPr sz="2400" u="none" spc="-5" dirty="0">
                          <a:solidFill>
                            <a:srgbClr val="002060"/>
                          </a:solidFill>
                          <a:latin typeface="Times New Roman" panose="02020603050405020304" pitchFamily="18" charset="0"/>
                          <a:cs typeface="Times New Roman" panose="02020603050405020304" pitchFamily="18" charset="0"/>
                        </a:rPr>
                        <a:t>by</a:t>
                      </a:r>
                      <a:r>
                        <a:rPr sz="2400" u="none" spc="-1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searching</a:t>
                      </a:r>
                      <a:r>
                        <a:rPr sz="2400" u="none" spc="-45" dirty="0">
                          <a:solidFill>
                            <a:srgbClr val="002060"/>
                          </a:solidFill>
                          <a:latin typeface="Times New Roman" panose="02020603050405020304" pitchFamily="18" charset="0"/>
                          <a:cs typeface="Times New Roman" panose="02020603050405020304" pitchFamily="18" charset="0"/>
                        </a:rPr>
                        <a:t> </a:t>
                      </a:r>
                      <a:endParaRPr lang="en-IN" sz="2400" u="none" spc="-45" dirty="0" smtClean="0">
                        <a:solidFill>
                          <a:srgbClr val="002060"/>
                        </a:solidFill>
                        <a:latin typeface="Times New Roman" panose="02020603050405020304" pitchFamily="18" charset="0"/>
                        <a:cs typeface="Times New Roman" panose="02020603050405020304" pitchFamily="18" charset="0"/>
                      </a:endParaRPr>
                    </a:p>
                    <a:p>
                      <a:pPr marL="68580" algn="ctr">
                        <a:lnSpc>
                          <a:spcPct val="100000"/>
                        </a:lnSpc>
                        <a:spcBef>
                          <a:spcPts val="525"/>
                        </a:spcBef>
                      </a:pPr>
                      <a:r>
                        <a:rPr sz="2400" u="none" dirty="0" smtClean="0">
                          <a:solidFill>
                            <a:srgbClr val="002060"/>
                          </a:solidFill>
                          <a:latin typeface="Times New Roman" panose="02020603050405020304" pitchFamily="18" charset="0"/>
                          <a:cs typeface="Times New Roman" panose="02020603050405020304" pitchFamily="18" charset="0"/>
                        </a:rPr>
                        <a:t>“</a:t>
                      </a:r>
                      <a:r>
                        <a:rPr sz="2400" b="1" u="none" dirty="0">
                          <a:solidFill>
                            <a:schemeClr val="accent2">
                              <a:lumMod val="75000"/>
                            </a:schemeClr>
                          </a:solidFill>
                          <a:latin typeface="Times New Roman" panose="02020603050405020304" pitchFamily="18" charset="0"/>
                          <a:cs typeface="Times New Roman" panose="02020603050405020304" pitchFamily="18" charset="0"/>
                        </a:rPr>
                        <a:t>what</a:t>
                      </a:r>
                      <a:r>
                        <a:rPr sz="2400" b="1" u="none" spc="-30" dirty="0">
                          <a:solidFill>
                            <a:schemeClr val="accent2">
                              <a:lumMod val="75000"/>
                            </a:schemeClr>
                          </a:solidFill>
                          <a:latin typeface="Times New Roman" panose="02020603050405020304" pitchFamily="18" charset="0"/>
                          <a:cs typeface="Times New Roman" panose="02020603050405020304" pitchFamily="18" charset="0"/>
                        </a:rPr>
                        <a:t> </a:t>
                      </a:r>
                      <a:r>
                        <a:rPr sz="2400" b="1" u="none" spc="-5" dirty="0" smtClean="0">
                          <a:solidFill>
                            <a:schemeClr val="accent2">
                              <a:lumMod val="75000"/>
                            </a:schemeClr>
                          </a:solidFill>
                          <a:latin typeface="Times New Roman" panose="02020603050405020304" pitchFamily="18" charset="0"/>
                          <a:cs typeface="Times New Roman" panose="02020603050405020304" pitchFamily="18" charset="0"/>
                        </a:rPr>
                        <a:t>is</a:t>
                      </a:r>
                      <a:r>
                        <a:rPr lang="en-IN" sz="2400" b="1" u="none" spc="-5" dirty="0" smtClean="0">
                          <a:solidFill>
                            <a:schemeClr val="accent2">
                              <a:lumMod val="75000"/>
                            </a:schemeClr>
                          </a:solidFill>
                          <a:latin typeface="Times New Roman" panose="02020603050405020304" pitchFamily="18" charset="0"/>
                          <a:cs typeface="Times New Roman" panose="02020603050405020304" pitchFamily="18" charset="0"/>
                        </a:rPr>
                        <a:t> </a:t>
                      </a:r>
                      <a:r>
                        <a:rPr sz="2400" b="1" u="none" dirty="0" smtClean="0">
                          <a:solidFill>
                            <a:schemeClr val="accent2">
                              <a:lumMod val="75000"/>
                            </a:schemeClr>
                          </a:solidFill>
                          <a:latin typeface="Times New Roman" panose="02020603050405020304" pitchFamily="18" charset="0"/>
                          <a:cs typeface="Times New Roman" panose="02020603050405020304" pitchFamily="18" charset="0"/>
                        </a:rPr>
                        <a:t>my</a:t>
                      </a:r>
                      <a:r>
                        <a:rPr sz="2400" b="1" u="none" spc="-25" dirty="0" smtClean="0">
                          <a:solidFill>
                            <a:schemeClr val="accent2">
                              <a:lumMod val="75000"/>
                            </a:schemeClr>
                          </a:solidFill>
                          <a:latin typeface="Times New Roman" panose="02020603050405020304" pitchFamily="18" charset="0"/>
                          <a:cs typeface="Times New Roman" panose="02020603050405020304" pitchFamily="18" charset="0"/>
                        </a:rPr>
                        <a:t> </a:t>
                      </a:r>
                      <a:r>
                        <a:rPr sz="2400" b="1" u="none" spc="-5" dirty="0">
                          <a:solidFill>
                            <a:schemeClr val="accent2">
                              <a:lumMod val="75000"/>
                            </a:schemeClr>
                          </a:solidFill>
                          <a:latin typeface="Times New Roman" panose="02020603050405020304" pitchFamily="18" charset="0"/>
                          <a:cs typeface="Times New Roman" panose="02020603050405020304" pitchFamily="18" charset="0"/>
                        </a:rPr>
                        <a:t>ip</a:t>
                      </a:r>
                      <a:r>
                        <a:rPr sz="2400" u="none" spc="-5" dirty="0">
                          <a:solidFill>
                            <a:srgbClr val="002060"/>
                          </a:solidFill>
                          <a:latin typeface="Times New Roman" panose="02020603050405020304" pitchFamily="18" charset="0"/>
                          <a:cs typeface="Times New Roman" panose="02020603050405020304" pitchFamily="18" charset="0"/>
                        </a:rPr>
                        <a:t>”</a:t>
                      </a:r>
                      <a:r>
                        <a:rPr sz="2400" u="none" spc="-30" dirty="0">
                          <a:solidFill>
                            <a:srgbClr val="002060"/>
                          </a:solidFill>
                          <a:latin typeface="Times New Roman" panose="02020603050405020304" pitchFamily="18" charset="0"/>
                          <a:cs typeface="Times New Roman" panose="02020603050405020304" pitchFamily="18" charset="0"/>
                        </a:rPr>
                        <a:t> </a:t>
                      </a:r>
                      <a:endParaRPr lang="en-IN" sz="2400" u="none" spc="-30" dirty="0" smtClean="0">
                        <a:solidFill>
                          <a:srgbClr val="002060"/>
                        </a:solidFill>
                        <a:latin typeface="Times New Roman" panose="02020603050405020304" pitchFamily="18" charset="0"/>
                        <a:cs typeface="Times New Roman" panose="02020603050405020304" pitchFamily="18" charset="0"/>
                      </a:endParaRPr>
                    </a:p>
                    <a:p>
                      <a:pPr marL="68580" algn="ctr">
                        <a:lnSpc>
                          <a:spcPct val="100000"/>
                        </a:lnSpc>
                        <a:spcBef>
                          <a:spcPts val="525"/>
                        </a:spcBef>
                      </a:pPr>
                      <a:r>
                        <a:rPr sz="2400" u="none" dirty="0" smtClean="0">
                          <a:solidFill>
                            <a:srgbClr val="002060"/>
                          </a:solidFill>
                          <a:latin typeface="Times New Roman" panose="02020603050405020304" pitchFamily="18" charset="0"/>
                          <a:cs typeface="Times New Roman" panose="02020603050405020304" pitchFamily="18" charset="0"/>
                        </a:rPr>
                        <a:t>on</a:t>
                      </a:r>
                      <a:r>
                        <a:rPr sz="2400" u="none" spc="-30" dirty="0" smtClean="0">
                          <a:solidFill>
                            <a:srgbClr val="002060"/>
                          </a:solidFill>
                          <a:latin typeface="Times New Roman" panose="02020603050405020304" pitchFamily="18" charset="0"/>
                          <a:cs typeface="Times New Roman" panose="02020603050405020304" pitchFamily="18" charset="0"/>
                        </a:rPr>
                        <a:t> </a:t>
                      </a:r>
                      <a:r>
                        <a:rPr sz="2400" u="none" spc="-5" dirty="0">
                          <a:solidFill>
                            <a:srgbClr val="002060"/>
                          </a:solidFill>
                          <a:latin typeface="Times New Roman" panose="02020603050405020304" pitchFamily="18" charset="0"/>
                          <a:cs typeface="Times New Roman" panose="02020603050405020304" pitchFamily="18" charset="0"/>
                        </a:rPr>
                        <a:t>google.</a:t>
                      </a:r>
                      <a:endParaRPr sz="2400" u="none" dirty="0">
                        <a:solidFill>
                          <a:srgbClr val="002060"/>
                        </a:solidFill>
                        <a:latin typeface="Times New Roman" panose="02020603050405020304" pitchFamily="18" charset="0"/>
                        <a:cs typeface="Times New Roman" panose="02020603050405020304" pitchFamily="18" charset="0"/>
                      </a:endParaRPr>
                    </a:p>
                  </a:txBody>
                  <a:tcPr marL="0" marR="0" marT="66675" marB="0">
                    <a:lnL w="12700">
                      <a:solidFill>
                        <a:srgbClr val="624722"/>
                      </a:solidFill>
                      <a:prstDash val="solid"/>
                    </a:lnL>
                    <a:lnR w="12700">
                      <a:solidFill>
                        <a:srgbClr val="624722"/>
                      </a:solidFill>
                      <a:prstDash val="solid"/>
                    </a:lnR>
                    <a:lnT w="12700">
                      <a:solidFill>
                        <a:srgbClr val="624722"/>
                      </a:solidFill>
                      <a:prstDash val="solid"/>
                    </a:lnT>
                    <a:lnB w="12700">
                      <a:solidFill>
                        <a:srgbClr val="624722"/>
                      </a:solidFill>
                      <a:prstDash val="solid"/>
                    </a:lnB>
                  </a:tcPr>
                </a:tc>
                <a:extLst>
                  <a:ext uri="{0D108BD9-81ED-4DB2-BD59-A6C34878D82A}">
                    <a16:rowId xmlns:a16="http://schemas.microsoft.com/office/drawing/2014/main" val="10006"/>
                  </a:ext>
                </a:extLst>
              </a:tr>
              <a:tr h="1110944">
                <a:tc>
                  <a:txBody>
                    <a:bodyPr/>
                    <a:lstStyle/>
                    <a:p>
                      <a:pPr marL="67945" algn="ctr">
                        <a:lnSpc>
                          <a:spcPct val="100000"/>
                        </a:lnSpc>
                        <a:spcBef>
                          <a:spcPts val="280"/>
                        </a:spcBef>
                      </a:pPr>
                      <a:r>
                        <a:rPr sz="2400" u="none" dirty="0">
                          <a:solidFill>
                            <a:srgbClr val="002060"/>
                          </a:solidFill>
                          <a:latin typeface="Times New Roman" panose="02020603050405020304" pitchFamily="18" charset="0"/>
                          <a:cs typeface="Times New Roman" panose="02020603050405020304" pitchFamily="18" charset="0"/>
                        </a:rPr>
                        <a:t>Range:10.0.0.0</a:t>
                      </a:r>
                      <a:r>
                        <a:rPr sz="2400" u="none" spc="-6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a:t>
                      </a:r>
                      <a:r>
                        <a:rPr sz="2400" u="none" spc="-1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10.255.255.255,</a:t>
                      </a:r>
                      <a:r>
                        <a:rPr sz="2400" u="none" spc="-5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172.16.0.0</a:t>
                      </a:r>
                      <a:endParaRPr sz="2400" u="none">
                        <a:solidFill>
                          <a:srgbClr val="002060"/>
                        </a:solidFill>
                        <a:latin typeface="Times New Roman" panose="02020603050405020304" pitchFamily="18" charset="0"/>
                        <a:cs typeface="Times New Roman" panose="02020603050405020304" pitchFamily="18" charset="0"/>
                      </a:endParaRPr>
                    </a:p>
                    <a:p>
                      <a:pPr marL="67945" algn="ctr">
                        <a:lnSpc>
                          <a:spcPct val="100000"/>
                        </a:lnSpc>
                      </a:pPr>
                      <a:r>
                        <a:rPr sz="2400" u="none" dirty="0">
                          <a:solidFill>
                            <a:srgbClr val="002060"/>
                          </a:solidFill>
                          <a:latin typeface="Times New Roman" panose="02020603050405020304" pitchFamily="18" charset="0"/>
                          <a:cs typeface="Times New Roman" panose="02020603050405020304" pitchFamily="18" charset="0"/>
                        </a:rPr>
                        <a:t>–</a:t>
                      </a:r>
                      <a:r>
                        <a:rPr sz="2400" u="none" spc="-2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172.31.255.255,</a:t>
                      </a:r>
                      <a:r>
                        <a:rPr sz="2400" u="none" spc="-6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192.168.0.0</a:t>
                      </a:r>
                      <a:r>
                        <a:rPr sz="2400" u="none" spc="-5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a:t>
                      </a:r>
                      <a:endParaRPr sz="2400" u="none">
                        <a:solidFill>
                          <a:srgbClr val="002060"/>
                        </a:solidFill>
                        <a:latin typeface="Times New Roman" panose="02020603050405020304" pitchFamily="18" charset="0"/>
                        <a:cs typeface="Times New Roman" panose="02020603050405020304" pitchFamily="18" charset="0"/>
                      </a:endParaRPr>
                    </a:p>
                    <a:p>
                      <a:pPr marL="67945" algn="ctr">
                        <a:lnSpc>
                          <a:spcPct val="100000"/>
                        </a:lnSpc>
                        <a:spcBef>
                          <a:spcPts val="5"/>
                        </a:spcBef>
                      </a:pPr>
                      <a:r>
                        <a:rPr sz="2400" u="none" dirty="0">
                          <a:solidFill>
                            <a:srgbClr val="002060"/>
                          </a:solidFill>
                          <a:latin typeface="Times New Roman" panose="02020603050405020304" pitchFamily="18" charset="0"/>
                          <a:cs typeface="Times New Roman" panose="02020603050405020304" pitchFamily="18" charset="0"/>
                        </a:rPr>
                        <a:t>192.168.255.255</a:t>
                      </a:r>
                      <a:endParaRPr sz="2400" u="none">
                        <a:solidFill>
                          <a:srgbClr val="002060"/>
                        </a:solidFill>
                        <a:latin typeface="Times New Roman" panose="02020603050405020304" pitchFamily="18" charset="0"/>
                        <a:cs typeface="Times New Roman" panose="02020603050405020304" pitchFamily="18" charset="0"/>
                      </a:endParaRPr>
                    </a:p>
                  </a:txBody>
                  <a:tcPr marL="0" marR="0" marT="35560" marB="0">
                    <a:lnL w="12700">
                      <a:solidFill>
                        <a:srgbClr val="624722"/>
                      </a:solidFill>
                      <a:prstDash val="solid"/>
                    </a:lnL>
                    <a:lnR w="12700">
                      <a:solidFill>
                        <a:srgbClr val="624722"/>
                      </a:solidFill>
                      <a:prstDash val="solid"/>
                    </a:lnR>
                    <a:lnT w="12700">
                      <a:solidFill>
                        <a:srgbClr val="624722"/>
                      </a:solidFill>
                      <a:prstDash val="solid"/>
                    </a:lnT>
                    <a:lnB w="12700">
                      <a:solidFill>
                        <a:srgbClr val="624722"/>
                      </a:solidFill>
                      <a:prstDash val="solid"/>
                    </a:lnB>
                  </a:tcPr>
                </a:tc>
                <a:tc>
                  <a:txBody>
                    <a:bodyPr/>
                    <a:lstStyle/>
                    <a:p>
                      <a:pPr marL="68580" algn="ctr">
                        <a:lnSpc>
                          <a:spcPct val="100000"/>
                        </a:lnSpc>
                        <a:spcBef>
                          <a:spcPts val="1480"/>
                        </a:spcBef>
                      </a:pPr>
                      <a:r>
                        <a:rPr sz="2400" u="none" dirty="0">
                          <a:solidFill>
                            <a:srgbClr val="002060"/>
                          </a:solidFill>
                          <a:latin typeface="Times New Roman" panose="02020603050405020304" pitchFamily="18" charset="0"/>
                          <a:cs typeface="Times New Roman" panose="02020603050405020304" pitchFamily="18" charset="0"/>
                        </a:rPr>
                        <a:t>Range:</a:t>
                      </a:r>
                    </a:p>
                    <a:p>
                      <a:pPr marL="68580" algn="ctr">
                        <a:lnSpc>
                          <a:spcPct val="100000"/>
                        </a:lnSpc>
                      </a:pPr>
                      <a:r>
                        <a:rPr sz="2400" u="none" dirty="0">
                          <a:solidFill>
                            <a:srgbClr val="002060"/>
                          </a:solidFill>
                          <a:latin typeface="Times New Roman" panose="02020603050405020304" pitchFamily="18" charset="0"/>
                          <a:cs typeface="Times New Roman" panose="02020603050405020304" pitchFamily="18" charset="0"/>
                        </a:rPr>
                        <a:t>Besides</a:t>
                      </a:r>
                      <a:r>
                        <a:rPr sz="2400" u="none" spc="-1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private</a:t>
                      </a:r>
                      <a:r>
                        <a:rPr sz="2400" u="none" spc="-3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IP</a:t>
                      </a:r>
                      <a:r>
                        <a:rPr sz="2400" u="none" spc="-5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addresses,</a:t>
                      </a:r>
                      <a:r>
                        <a:rPr sz="2400" u="none" spc="-5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rest</a:t>
                      </a:r>
                      <a:r>
                        <a:rPr sz="2400" u="none" spc="-4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are</a:t>
                      </a:r>
                      <a:r>
                        <a:rPr sz="2400" u="none" spc="-25"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public.</a:t>
                      </a:r>
                    </a:p>
                  </a:txBody>
                  <a:tcPr marL="0" marR="0" marT="187960" marB="0">
                    <a:lnL w="12700">
                      <a:solidFill>
                        <a:srgbClr val="624722"/>
                      </a:solidFill>
                      <a:prstDash val="solid"/>
                    </a:lnL>
                    <a:lnR w="12700">
                      <a:solidFill>
                        <a:srgbClr val="624722"/>
                      </a:solidFill>
                      <a:prstDash val="solid"/>
                    </a:lnR>
                    <a:lnT w="12700">
                      <a:solidFill>
                        <a:srgbClr val="624722"/>
                      </a:solidFill>
                      <a:prstDash val="solid"/>
                    </a:lnT>
                    <a:lnB w="12700">
                      <a:solidFill>
                        <a:srgbClr val="624722"/>
                      </a:solidFill>
                      <a:prstDash val="solid"/>
                    </a:lnB>
                  </a:tcPr>
                </a:tc>
                <a:extLst>
                  <a:ext uri="{0D108BD9-81ED-4DB2-BD59-A6C34878D82A}">
                    <a16:rowId xmlns:a16="http://schemas.microsoft.com/office/drawing/2014/main" val="10007"/>
                  </a:ext>
                </a:extLst>
              </a:tr>
              <a:tr h="470034">
                <a:tc>
                  <a:txBody>
                    <a:bodyPr/>
                    <a:lstStyle/>
                    <a:p>
                      <a:pPr marL="67945" algn="ctr">
                        <a:lnSpc>
                          <a:spcPct val="100000"/>
                        </a:lnSpc>
                        <a:spcBef>
                          <a:spcPts val="455"/>
                        </a:spcBef>
                      </a:pPr>
                      <a:r>
                        <a:rPr sz="2400" u="none" dirty="0">
                          <a:solidFill>
                            <a:srgbClr val="002060"/>
                          </a:solidFill>
                          <a:latin typeface="Times New Roman" panose="02020603050405020304" pitchFamily="18" charset="0"/>
                          <a:cs typeface="Times New Roman" panose="02020603050405020304" pitchFamily="18" charset="0"/>
                        </a:rPr>
                        <a:t>Example:</a:t>
                      </a:r>
                      <a:r>
                        <a:rPr sz="2400" u="none" spc="-40" dirty="0">
                          <a:solidFill>
                            <a:srgbClr val="002060"/>
                          </a:solidFill>
                          <a:latin typeface="Times New Roman" panose="02020603050405020304" pitchFamily="18" charset="0"/>
                          <a:cs typeface="Times New Roman" panose="02020603050405020304" pitchFamily="18" charset="0"/>
                        </a:rPr>
                        <a:t> </a:t>
                      </a:r>
                      <a:r>
                        <a:rPr sz="2400" u="none" dirty="0">
                          <a:solidFill>
                            <a:srgbClr val="002060"/>
                          </a:solidFill>
                          <a:latin typeface="Times New Roman" panose="02020603050405020304" pitchFamily="18" charset="0"/>
                          <a:cs typeface="Times New Roman" panose="02020603050405020304" pitchFamily="18" charset="0"/>
                        </a:rPr>
                        <a:t>192.168.1.10</a:t>
                      </a:r>
                      <a:endParaRPr sz="2400" u="none">
                        <a:solidFill>
                          <a:srgbClr val="002060"/>
                        </a:solidFill>
                        <a:latin typeface="Times New Roman" panose="02020603050405020304" pitchFamily="18" charset="0"/>
                        <a:cs typeface="Times New Roman" panose="02020603050405020304" pitchFamily="18" charset="0"/>
                      </a:endParaRPr>
                    </a:p>
                  </a:txBody>
                  <a:tcPr marL="0" marR="0" marT="57785" marB="0">
                    <a:lnL w="12700">
                      <a:solidFill>
                        <a:srgbClr val="624722"/>
                      </a:solidFill>
                      <a:prstDash val="solid"/>
                    </a:lnL>
                    <a:lnR w="12700">
                      <a:solidFill>
                        <a:srgbClr val="624722"/>
                      </a:solidFill>
                      <a:prstDash val="solid"/>
                    </a:lnR>
                    <a:lnT w="12700">
                      <a:solidFill>
                        <a:srgbClr val="624722"/>
                      </a:solidFill>
                      <a:prstDash val="solid"/>
                    </a:lnT>
                    <a:lnB w="12700">
                      <a:solidFill>
                        <a:srgbClr val="624722"/>
                      </a:solidFill>
                      <a:prstDash val="solid"/>
                    </a:lnB>
                  </a:tcPr>
                </a:tc>
                <a:tc>
                  <a:txBody>
                    <a:bodyPr/>
                    <a:lstStyle/>
                    <a:p>
                      <a:pPr marL="68580" algn="ctr">
                        <a:lnSpc>
                          <a:spcPct val="100000"/>
                        </a:lnSpc>
                        <a:spcBef>
                          <a:spcPts val="455"/>
                        </a:spcBef>
                      </a:pPr>
                      <a:r>
                        <a:rPr sz="2400" u="none" dirty="0">
                          <a:solidFill>
                            <a:srgbClr val="002060"/>
                          </a:solidFill>
                          <a:latin typeface="Times New Roman" panose="02020603050405020304" pitchFamily="18" charset="0"/>
                          <a:cs typeface="Times New Roman" panose="02020603050405020304" pitchFamily="18" charset="0"/>
                        </a:rPr>
                        <a:t>Example:</a:t>
                      </a:r>
                      <a:r>
                        <a:rPr sz="2400" u="none" spc="-55" dirty="0">
                          <a:solidFill>
                            <a:srgbClr val="002060"/>
                          </a:solidFill>
                          <a:latin typeface="Times New Roman" panose="02020603050405020304" pitchFamily="18" charset="0"/>
                          <a:cs typeface="Times New Roman" panose="02020603050405020304" pitchFamily="18" charset="0"/>
                        </a:rPr>
                        <a:t> </a:t>
                      </a:r>
                      <a:r>
                        <a:rPr sz="2400" u="none" dirty="0" smtClean="0">
                          <a:solidFill>
                            <a:srgbClr val="002060"/>
                          </a:solidFill>
                          <a:latin typeface="Times New Roman" panose="02020603050405020304" pitchFamily="18" charset="0"/>
                          <a:cs typeface="Times New Roman" panose="02020603050405020304" pitchFamily="18" charset="0"/>
                        </a:rPr>
                        <a:t>17.5.7.8</a:t>
                      </a:r>
                      <a:endParaRPr sz="2400" u="none" dirty="0">
                        <a:solidFill>
                          <a:srgbClr val="002060"/>
                        </a:solidFill>
                        <a:latin typeface="Times New Roman" panose="02020603050405020304" pitchFamily="18" charset="0"/>
                        <a:cs typeface="Times New Roman" panose="02020603050405020304" pitchFamily="18" charset="0"/>
                      </a:endParaRPr>
                    </a:p>
                  </a:txBody>
                  <a:tcPr marL="0" marR="0" marT="57785" marB="0">
                    <a:lnL w="12700">
                      <a:solidFill>
                        <a:srgbClr val="624722"/>
                      </a:solidFill>
                      <a:prstDash val="solid"/>
                    </a:lnL>
                    <a:lnR w="12700">
                      <a:solidFill>
                        <a:srgbClr val="624722"/>
                      </a:solidFill>
                      <a:prstDash val="solid"/>
                    </a:lnR>
                    <a:lnT w="12700">
                      <a:solidFill>
                        <a:srgbClr val="624722"/>
                      </a:solidFill>
                      <a:prstDash val="solid"/>
                    </a:lnT>
                    <a:lnB w="12700">
                      <a:solidFill>
                        <a:srgbClr val="624722"/>
                      </a:solidFill>
                      <a:prstDash val="soli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0" y="5208777"/>
            <a:ext cx="12188825" cy="1441448"/>
          </a:xfrm>
          <a:prstGeom prst="rect">
            <a:avLst/>
          </a:prstGeom>
        </p:spPr>
      </p:pic>
      <p:sp>
        <p:nvSpPr>
          <p:cNvPr id="5" name="object 5"/>
          <p:cNvSpPr txBox="1">
            <a:spLocks noGrp="1"/>
          </p:cNvSpPr>
          <p:nvPr>
            <p:ph type="title"/>
          </p:nvPr>
        </p:nvSpPr>
        <p:spPr>
          <a:xfrm>
            <a:off x="1372616" y="959177"/>
            <a:ext cx="4509770" cy="504625"/>
          </a:xfrm>
          <a:prstGeom prst="rect">
            <a:avLst/>
          </a:prstGeom>
        </p:spPr>
        <p:txBody>
          <a:bodyPr vert="horz" wrap="square" lIns="0" tIns="12065" rIns="0" bIns="0" rtlCol="0">
            <a:spAutoFit/>
          </a:bodyPr>
          <a:lstStyle/>
          <a:p>
            <a:pPr marL="12700">
              <a:lnSpc>
                <a:spcPct val="100000"/>
              </a:lnSpc>
              <a:spcBef>
                <a:spcPts val="95"/>
              </a:spcBef>
            </a:pPr>
            <a:r>
              <a:rPr lang="en-IN" spc="-5" dirty="0"/>
              <a:t>V</a:t>
            </a:r>
            <a:r>
              <a:rPr lang="en-IN" spc="-5" dirty="0" smtClean="0"/>
              <a:t>irtual </a:t>
            </a:r>
            <a:r>
              <a:rPr spc="-5" dirty="0" smtClean="0"/>
              <a:t>LAN</a:t>
            </a:r>
            <a:endParaRPr spc="-5" dirty="0"/>
          </a:p>
        </p:txBody>
      </p:sp>
      <p:pic>
        <p:nvPicPr>
          <p:cNvPr id="6" name="object 6"/>
          <p:cNvPicPr/>
          <p:nvPr/>
        </p:nvPicPr>
        <p:blipFill>
          <a:blip r:embed="rId3" cstate="print"/>
          <a:stretch>
            <a:fillRect/>
          </a:stretch>
        </p:blipFill>
        <p:spPr>
          <a:xfrm>
            <a:off x="1296344" y="2031168"/>
            <a:ext cx="178307" cy="184403"/>
          </a:xfrm>
          <a:prstGeom prst="rect">
            <a:avLst/>
          </a:prstGeom>
        </p:spPr>
      </p:pic>
      <p:pic>
        <p:nvPicPr>
          <p:cNvPr id="7" name="object 7"/>
          <p:cNvPicPr/>
          <p:nvPr/>
        </p:nvPicPr>
        <p:blipFill>
          <a:blip r:embed="rId3" cstate="print"/>
          <a:stretch>
            <a:fillRect/>
          </a:stretch>
        </p:blipFill>
        <p:spPr>
          <a:xfrm>
            <a:off x="1296344" y="3995857"/>
            <a:ext cx="178307" cy="184403"/>
          </a:xfrm>
          <a:prstGeom prst="rect">
            <a:avLst/>
          </a:prstGeom>
        </p:spPr>
      </p:pic>
      <p:pic>
        <p:nvPicPr>
          <p:cNvPr id="8" name="object 8"/>
          <p:cNvPicPr/>
          <p:nvPr/>
        </p:nvPicPr>
        <p:blipFill>
          <a:blip r:embed="rId3" cstate="print"/>
          <a:stretch>
            <a:fillRect/>
          </a:stretch>
        </p:blipFill>
        <p:spPr>
          <a:xfrm>
            <a:off x="1296344" y="5410200"/>
            <a:ext cx="178307" cy="184404"/>
          </a:xfrm>
          <a:prstGeom prst="rect">
            <a:avLst/>
          </a:prstGeom>
        </p:spPr>
      </p:pic>
      <p:sp>
        <p:nvSpPr>
          <p:cNvPr id="9" name="object 9"/>
          <p:cNvSpPr txBox="1"/>
          <p:nvPr/>
        </p:nvSpPr>
        <p:spPr>
          <a:xfrm>
            <a:off x="1752600" y="1676400"/>
            <a:ext cx="10146665" cy="4756430"/>
          </a:xfrm>
          <a:prstGeom prst="rect">
            <a:avLst/>
          </a:prstGeom>
        </p:spPr>
        <p:txBody>
          <a:bodyPr vert="horz" wrap="square" lIns="0" tIns="92710" rIns="0" bIns="0" rtlCol="0">
            <a:spAutoFit/>
          </a:bodyPr>
          <a:lstStyle/>
          <a:p>
            <a:pPr marL="12700" marR="5080" algn="just">
              <a:lnSpc>
                <a:spcPct val="150000"/>
              </a:lnSpc>
              <a:spcBef>
                <a:spcPts val="730"/>
              </a:spcBef>
            </a:pPr>
            <a:r>
              <a:rPr sz="2600" dirty="0" smtClean="0">
                <a:solidFill>
                  <a:srgbClr val="002060"/>
                </a:solidFill>
                <a:latin typeface="Times New Roman" panose="02020603050405020304" pitchFamily="18" charset="0"/>
                <a:cs typeface="Times New Roman" panose="02020603050405020304" pitchFamily="18" charset="0"/>
              </a:rPr>
              <a:t>VLANs</a:t>
            </a:r>
            <a:r>
              <a:rPr lang="en-IN" sz="2600" dirty="0" smtClean="0">
                <a:solidFill>
                  <a:srgbClr val="002060"/>
                </a:solidFill>
                <a:latin typeface="Times New Roman" panose="02020603050405020304" pitchFamily="18" charset="0"/>
                <a:cs typeface="Times New Roman" panose="02020603050405020304" pitchFamily="18" charset="0"/>
              </a:rPr>
              <a:t>,</a:t>
            </a:r>
            <a:r>
              <a:rPr sz="2600" dirty="0" smtClean="0">
                <a:solidFill>
                  <a:srgbClr val="002060"/>
                </a:solidFill>
                <a:latin typeface="Times New Roman" panose="02020603050405020304" pitchFamily="18" charset="0"/>
                <a:cs typeface="Times New Roman" panose="02020603050405020304" pitchFamily="18" charset="0"/>
              </a:rPr>
              <a:t> </a:t>
            </a:r>
            <a:r>
              <a:rPr sz="2600" b="1" spc="-5" dirty="0">
                <a:solidFill>
                  <a:schemeClr val="accent2">
                    <a:lumMod val="75000"/>
                  </a:schemeClr>
                </a:solidFill>
                <a:latin typeface="Times New Roman" panose="02020603050405020304" pitchFamily="18" charset="0"/>
                <a:cs typeface="Times New Roman" panose="02020603050405020304" pitchFamily="18" charset="0"/>
              </a:rPr>
              <a:t>logically </a:t>
            </a:r>
            <a:r>
              <a:rPr sz="2600" b="1" dirty="0">
                <a:solidFill>
                  <a:schemeClr val="accent2">
                    <a:lumMod val="75000"/>
                  </a:schemeClr>
                </a:solidFill>
                <a:latin typeface="Times New Roman" panose="02020603050405020304" pitchFamily="18" charset="0"/>
                <a:cs typeface="Times New Roman" panose="02020603050405020304" pitchFamily="18" charset="0"/>
              </a:rPr>
              <a:t>segment </a:t>
            </a:r>
            <a:r>
              <a:rPr sz="2600" b="1" spc="-5" dirty="0">
                <a:solidFill>
                  <a:schemeClr val="accent2">
                    <a:lumMod val="75000"/>
                  </a:schemeClr>
                </a:solidFill>
                <a:latin typeface="Times New Roman" panose="02020603050405020304" pitchFamily="18" charset="0"/>
                <a:cs typeface="Times New Roman" panose="02020603050405020304" pitchFamily="18" charset="0"/>
              </a:rPr>
              <a:t>switched networks </a:t>
            </a:r>
            <a:r>
              <a:rPr sz="2600" b="1" dirty="0">
                <a:solidFill>
                  <a:schemeClr val="accent2">
                    <a:lumMod val="75000"/>
                  </a:schemeClr>
                </a:solidFill>
                <a:latin typeface="Times New Roman" panose="02020603050405020304" pitchFamily="18" charset="0"/>
                <a:cs typeface="Times New Roman" panose="02020603050405020304" pitchFamily="18" charset="0"/>
              </a:rPr>
              <a:t>based on the functions, </a:t>
            </a:r>
            <a:r>
              <a:rPr sz="2600" b="1" spc="5" dirty="0">
                <a:solidFill>
                  <a:schemeClr val="accent2">
                    <a:lumMod val="75000"/>
                  </a:schemeClr>
                </a:solidFill>
                <a:latin typeface="Times New Roman" panose="02020603050405020304" pitchFamily="18" charset="0"/>
                <a:cs typeface="Times New Roman" panose="02020603050405020304" pitchFamily="18" charset="0"/>
              </a:rPr>
              <a:t> </a:t>
            </a:r>
            <a:r>
              <a:rPr sz="2600" b="1" dirty="0">
                <a:solidFill>
                  <a:schemeClr val="accent2">
                    <a:lumMod val="75000"/>
                  </a:schemeClr>
                </a:solidFill>
                <a:latin typeface="Times New Roman" panose="02020603050405020304" pitchFamily="18" charset="0"/>
                <a:cs typeface="Times New Roman" panose="02020603050405020304" pitchFamily="18" charset="0"/>
              </a:rPr>
              <a:t>project </a:t>
            </a:r>
            <a:r>
              <a:rPr sz="2600" b="1" spc="-5" dirty="0">
                <a:solidFill>
                  <a:schemeClr val="accent2">
                    <a:lumMod val="75000"/>
                  </a:schemeClr>
                </a:solidFill>
                <a:latin typeface="Times New Roman" panose="02020603050405020304" pitchFamily="18" charset="0"/>
                <a:cs typeface="Times New Roman" panose="02020603050405020304" pitchFamily="18" charset="0"/>
              </a:rPr>
              <a:t>teams, </a:t>
            </a:r>
            <a:r>
              <a:rPr sz="2600" b="1" dirty="0">
                <a:solidFill>
                  <a:schemeClr val="accent2">
                    <a:lumMod val="75000"/>
                  </a:schemeClr>
                </a:solidFill>
                <a:latin typeface="Times New Roman" panose="02020603050405020304" pitchFamily="18" charset="0"/>
                <a:cs typeface="Times New Roman" panose="02020603050405020304" pitchFamily="18" charset="0"/>
              </a:rPr>
              <a:t>or applications </a:t>
            </a:r>
            <a:r>
              <a:rPr sz="2600" dirty="0">
                <a:solidFill>
                  <a:srgbClr val="002060"/>
                </a:solidFill>
                <a:latin typeface="Times New Roman" panose="02020603050405020304" pitchFamily="18" charset="0"/>
                <a:cs typeface="Times New Roman" panose="02020603050405020304" pitchFamily="18" charset="0"/>
              </a:rPr>
              <a:t>of the organization </a:t>
            </a:r>
            <a:r>
              <a:rPr sz="2600" i="1" dirty="0">
                <a:solidFill>
                  <a:schemeClr val="accent2">
                    <a:lumMod val="75000"/>
                  </a:schemeClr>
                </a:solidFill>
                <a:latin typeface="Times New Roman" panose="02020603050405020304" pitchFamily="18" charset="0"/>
                <a:cs typeface="Times New Roman" panose="02020603050405020304" pitchFamily="18" charset="0"/>
              </a:rPr>
              <a:t>regardless of the </a:t>
            </a:r>
            <a:r>
              <a:rPr sz="2600" i="1" spc="5" dirty="0">
                <a:solidFill>
                  <a:schemeClr val="accent2">
                    <a:lumMod val="75000"/>
                  </a:schemeClr>
                </a:solidFill>
                <a:latin typeface="Times New Roman" panose="02020603050405020304" pitchFamily="18" charset="0"/>
                <a:cs typeface="Times New Roman" panose="02020603050405020304" pitchFamily="18" charset="0"/>
              </a:rPr>
              <a:t> </a:t>
            </a:r>
            <a:r>
              <a:rPr sz="2600" i="1" dirty="0">
                <a:solidFill>
                  <a:schemeClr val="accent2">
                    <a:lumMod val="75000"/>
                  </a:schemeClr>
                </a:solidFill>
                <a:latin typeface="Times New Roman" panose="02020603050405020304" pitchFamily="18" charset="0"/>
                <a:cs typeface="Times New Roman" panose="02020603050405020304" pitchFamily="18" charset="0"/>
              </a:rPr>
              <a:t>physical</a:t>
            </a:r>
            <a:r>
              <a:rPr sz="2600" i="1" spc="-25" dirty="0">
                <a:solidFill>
                  <a:schemeClr val="accent2">
                    <a:lumMod val="75000"/>
                  </a:schemeClr>
                </a:solidFill>
                <a:latin typeface="Times New Roman" panose="02020603050405020304" pitchFamily="18" charset="0"/>
                <a:cs typeface="Times New Roman" panose="02020603050405020304" pitchFamily="18" charset="0"/>
              </a:rPr>
              <a:t> </a:t>
            </a:r>
            <a:r>
              <a:rPr sz="2600" i="1" dirty="0">
                <a:solidFill>
                  <a:schemeClr val="accent2">
                    <a:lumMod val="75000"/>
                  </a:schemeClr>
                </a:solidFill>
                <a:latin typeface="Times New Roman" panose="02020603050405020304" pitchFamily="18" charset="0"/>
                <a:cs typeface="Times New Roman" panose="02020603050405020304" pitchFamily="18" charset="0"/>
              </a:rPr>
              <a:t>location</a:t>
            </a:r>
            <a:r>
              <a:rPr sz="2600" i="1" spc="-5" dirty="0">
                <a:solidFill>
                  <a:schemeClr val="accent2">
                    <a:lumMod val="75000"/>
                  </a:schemeClr>
                </a:solidFill>
                <a:latin typeface="Times New Roman" panose="02020603050405020304" pitchFamily="18" charset="0"/>
                <a:cs typeface="Times New Roman" panose="02020603050405020304" pitchFamily="18" charset="0"/>
              </a:rPr>
              <a:t> </a:t>
            </a:r>
            <a:r>
              <a:rPr sz="2600" i="1" dirty="0">
                <a:solidFill>
                  <a:schemeClr val="accent2">
                    <a:lumMod val="75000"/>
                  </a:schemeClr>
                </a:solidFill>
                <a:latin typeface="Times New Roman" panose="02020603050405020304" pitchFamily="18" charset="0"/>
                <a:cs typeface="Times New Roman" panose="02020603050405020304" pitchFamily="18" charset="0"/>
              </a:rPr>
              <a:t>or</a:t>
            </a:r>
            <a:r>
              <a:rPr sz="2600" i="1" spc="-10" dirty="0">
                <a:solidFill>
                  <a:schemeClr val="accent2">
                    <a:lumMod val="75000"/>
                  </a:schemeClr>
                </a:solidFill>
                <a:latin typeface="Times New Roman" panose="02020603050405020304" pitchFamily="18" charset="0"/>
                <a:cs typeface="Times New Roman" panose="02020603050405020304" pitchFamily="18" charset="0"/>
              </a:rPr>
              <a:t> </a:t>
            </a:r>
            <a:r>
              <a:rPr sz="2600" i="1" dirty="0">
                <a:solidFill>
                  <a:schemeClr val="accent2">
                    <a:lumMod val="75000"/>
                  </a:schemeClr>
                </a:solidFill>
                <a:latin typeface="Times New Roman" panose="02020603050405020304" pitchFamily="18" charset="0"/>
                <a:cs typeface="Times New Roman" panose="02020603050405020304" pitchFamily="18" charset="0"/>
              </a:rPr>
              <a:t>connections</a:t>
            </a:r>
            <a:r>
              <a:rPr sz="2600" i="1" spc="-10" dirty="0">
                <a:solidFill>
                  <a:schemeClr val="accent2">
                    <a:lumMod val="75000"/>
                  </a:schemeClr>
                </a:solidFill>
                <a:latin typeface="Times New Roman" panose="02020603050405020304" pitchFamily="18" charset="0"/>
                <a:cs typeface="Times New Roman" panose="02020603050405020304" pitchFamily="18" charset="0"/>
              </a:rPr>
              <a:t> </a:t>
            </a:r>
            <a:r>
              <a:rPr sz="2600" i="1" spc="-5" dirty="0">
                <a:solidFill>
                  <a:schemeClr val="accent2">
                    <a:lumMod val="75000"/>
                  </a:schemeClr>
                </a:solidFill>
                <a:latin typeface="Times New Roman" panose="02020603050405020304" pitchFamily="18" charset="0"/>
                <a:cs typeface="Times New Roman" panose="02020603050405020304" pitchFamily="18" charset="0"/>
              </a:rPr>
              <a:t>to</a:t>
            </a:r>
            <a:r>
              <a:rPr sz="2600" i="1" spc="10" dirty="0">
                <a:solidFill>
                  <a:schemeClr val="accent2">
                    <a:lumMod val="75000"/>
                  </a:schemeClr>
                </a:solidFill>
                <a:latin typeface="Times New Roman" panose="02020603050405020304" pitchFamily="18" charset="0"/>
                <a:cs typeface="Times New Roman" panose="02020603050405020304" pitchFamily="18" charset="0"/>
              </a:rPr>
              <a:t> </a:t>
            </a:r>
            <a:r>
              <a:rPr sz="2600" i="1" dirty="0">
                <a:solidFill>
                  <a:schemeClr val="accent2">
                    <a:lumMod val="75000"/>
                  </a:schemeClr>
                </a:solidFill>
                <a:latin typeface="Times New Roman" panose="02020603050405020304" pitchFamily="18" charset="0"/>
                <a:cs typeface="Times New Roman" panose="02020603050405020304" pitchFamily="18" charset="0"/>
              </a:rPr>
              <a:t>the network</a:t>
            </a:r>
            <a:r>
              <a:rPr sz="2600" dirty="0">
                <a:solidFill>
                  <a:srgbClr val="002060"/>
                </a:solidFill>
                <a:latin typeface="Times New Roman" panose="02020603050405020304" pitchFamily="18" charset="0"/>
                <a:cs typeface="Times New Roman" panose="02020603050405020304" pitchFamily="18" charset="0"/>
              </a:rPr>
              <a:t>.</a:t>
            </a:r>
          </a:p>
          <a:p>
            <a:pPr marL="12700" marR="8255" algn="just">
              <a:lnSpc>
                <a:spcPct val="150000"/>
              </a:lnSpc>
              <a:spcBef>
                <a:spcPts val="1775"/>
              </a:spcBef>
            </a:pPr>
            <a:r>
              <a:rPr sz="2600" dirty="0">
                <a:solidFill>
                  <a:srgbClr val="002060"/>
                </a:solidFill>
                <a:latin typeface="Times New Roman" panose="02020603050405020304" pitchFamily="18" charset="0"/>
                <a:cs typeface="Times New Roman" panose="02020603050405020304" pitchFamily="18" charset="0"/>
              </a:rPr>
              <a:t>All </a:t>
            </a:r>
            <a:r>
              <a:rPr sz="2600" spc="-5" dirty="0">
                <a:solidFill>
                  <a:srgbClr val="002060"/>
                </a:solidFill>
                <a:latin typeface="Times New Roman" panose="02020603050405020304" pitchFamily="18" charset="0"/>
                <a:cs typeface="Times New Roman" panose="02020603050405020304" pitchFamily="18" charset="0"/>
              </a:rPr>
              <a:t>workstations</a:t>
            </a:r>
            <a:r>
              <a:rPr sz="2600" dirty="0">
                <a:solidFill>
                  <a:srgbClr val="002060"/>
                </a:solidFill>
                <a:latin typeface="Times New Roman" panose="02020603050405020304" pitchFamily="18" charset="0"/>
                <a:cs typeface="Times New Roman" panose="02020603050405020304" pitchFamily="18" charset="0"/>
              </a:rPr>
              <a:t> and servers used</a:t>
            </a:r>
            <a:r>
              <a:rPr sz="2600" spc="72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by a particular workgroup </a:t>
            </a:r>
            <a:r>
              <a:rPr sz="2600" dirty="0" smtClean="0">
                <a:solidFill>
                  <a:srgbClr val="002060"/>
                </a:solidFill>
                <a:latin typeface="Times New Roman" panose="02020603050405020304" pitchFamily="18" charset="0"/>
                <a:cs typeface="Times New Roman" panose="02020603050405020304" pitchFamily="18" charset="0"/>
              </a:rPr>
              <a:t>share</a:t>
            </a:r>
            <a:r>
              <a:rPr sz="2600" spc="5" dirty="0" smtClean="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 </a:t>
            </a:r>
            <a:r>
              <a:rPr sz="2600" spc="5" dirty="0">
                <a:solidFill>
                  <a:srgbClr val="002060"/>
                </a:solidFill>
                <a:latin typeface="Times New Roman" panose="02020603050405020304" pitchFamily="18" charset="0"/>
                <a:cs typeface="Times New Roman" panose="02020603050405020304" pitchFamily="18" charset="0"/>
              </a:rPr>
              <a:t>same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VLAN, regardless</a:t>
            </a:r>
            <a:r>
              <a:rPr sz="2600" spc="-1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of</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a:t>
            </a:r>
            <a:r>
              <a:rPr sz="2600" spc="1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physical</a:t>
            </a:r>
            <a:r>
              <a:rPr sz="2600" spc="-3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connection</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or location.</a:t>
            </a:r>
          </a:p>
          <a:p>
            <a:pPr marL="12700" marR="5715" algn="just">
              <a:lnSpc>
                <a:spcPct val="150000"/>
              </a:lnSpc>
              <a:spcBef>
                <a:spcPts val="1820"/>
              </a:spcBef>
            </a:pPr>
            <a:r>
              <a:rPr sz="2600" spc="-10" dirty="0" smtClean="0">
                <a:solidFill>
                  <a:srgbClr val="002060"/>
                </a:solidFill>
                <a:latin typeface="Times New Roman" panose="02020603050405020304" pitchFamily="18" charset="0"/>
                <a:cs typeface="Times New Roman" panose="02020603050405020304" pitchFamily="18" charset="0"/>
              </a:rPr>
              <a:t>Virtual </a:t>
            </a:r>
            <a:r>
              <a:rPr sz="2600" dirty="0">
                <a:solidFill>
                  <a:srgbClr val="002060"/>
                </a:solidFill>
                <a:latin typeface="Times New Roman" panose="02020603050405020304" pitchFamily="18" charset="0"/>
                <a:cs typeface="Times New Roman" panose="02020603050405020304" pitchFamily="18" charset="0"/>
              </a:rPr>
              <a:t>LANs </a:t>
            </a:r>
            <a:r>
              <a:rPr sz="2600" dirty="0" smtClean="0">
                <a:solidFill>
                  <a:srgbClr val="002060"/>
                </a:solidFill>
                <a:latin typeface="Times New Roman" panose="02020603050405020304" pitchFamily="18" charset="0"/>
                <a:cs typeface="Times New Roman" panose="02020603050405020304" pitchFamily="18" charset="0"/>
              </a:rPr>
              <a:t>are </a:t>
            </a:r>
            <a:r>
              <a:rPr sz="2600" dirty="0">
                <a:solidFill>
                  <a:srgbClr val="002060"/>
                </a:solidFill>
                <a:latin typeface="Times New Roman" panose="02020603050405020304" pitchFamily="18" charset="0"/>
                <a:cs typeface="Times New Roman" panose="02020603050405020304" pitchFamily="18" charset="0"/>
              </a:rPr>
              <a:t>a logical </a:t>
            </a:r>
            <a:r>
              <a:rPr sz="2600" dirty="0" smtClean="0">
                <a:solidFill>
                  <a:srgbClr val="002060"/>
                </a:solidFill>
                <a:latin typeface="Times New Roman" panose="02020603050405020304" pitchFamily="18" charset="0"/>
                <a:cs typeface="Times New Roman" panose="02020603050405020304" pitchFamily="18" charset="0"/>
              </a:rPr>
              <a:t>group </a:t>
            </a:r>
            <a:r>
              <a:rPr sz="2600" dirty="0">
                <a:solidFill>
                  <a:srgbClr val="002060"/>
                </a:solidFill>
                <a:latin typeface="Times New Roman" panose="02020603050405020304" pitchFamily="18" charset="0"/>
                <a:cs typeface="Times New Roman" panose="02020603050405020304" pitchFamily="18" charset="0"/>
              </a:rPr>
              <a:t>of computers that </a:t>
            </a:r>
            <a:r>
              <a:rPr sz="2600" spc="5" dirty="0">
                <a:solidFill>
                  <a:srgbClr val="002060"/>
                </a:solidFill>
                <a:latin typeface="Times New Roman" panose="02020603050405020304" pitchFamily="18" charset="0"/>
                <a:cs typeface="Times New Roman" panose="02020603050405020304" pitchFamily="18" charset="0"/>
              </a:rPr>
              <a:t>appear </a:t>
            </a:r>
            <a:r>
              <a:rPr sz="2600" spc="-5" dirty="0">
                <a:solidFill>
                  <a:srgbClr val="002060"/>
                </a:solidFill>
                <a:latin typeface="Times New Roman" panose="02020603050405020304" pitchFamily="18" charset="0"/>
                <a:cs typeface="Times New Roman" panose="02020603050405020304" pitchFamily="18" charset="0"/>
              </a:rPr>
              <a:t>to </a:t>
            </a:r>
            <a:r>
              <a:rPr sz="2600" dirty="0">
                <a:solidFill>
                  <a:srgbClr val="002060"/>
                </a:solidFill>
                <a:latin typeface="Times New Roman" panose="02020603050405020304" pitchFamily="18" charset="0"/>
                <a:cs typeface="Times New Roman" panose="02020603050405020304" pitchFamily="18" charset="0"/>
              </a:rPr>
              <a:t>be </a:t>
            </a:r>
            <a:r>
              <a:rPr sz="2600" spc="5" dirty="0">
                <a:solidFill>
                  <a:srgbClr val="002060"/>
                </a:solidFill>
                <a:latin typeface="Times New Roman" panose="02020603050405020304" pitchFamily="18" charset="0"/>
                <a:cs typeface="Times New Roman" panose="02020603050405020304" pitchFamily="18" charset="0"/>
              </a:rPr>
              <a:t>on </a:t>
            </a:r>
            <a:r>
              <a:rPr sz="2600" dirty="0">
                <a:solidFill>
                  <a:srgbClr val="002060"/>
                </a:solidFill>
                <a:latin typeface="Times New Roman" panose="02020603050405020304" pitchFamily="18" charset="0"/>
                <a:cs typeface="Times New Roman" panose="02020603050405020304" pitchFamily="18" charset="0"/>
              </a:rPr>
              <a:t>the </a:t>
            </a:r>
            <a:r>
              <a:rPr sz="2600" spc="-5" dirty="0">
                <a:solidFill>
                  <a:srgbClr val="002060"/>
                </a:solidFill>
                <a:latin typeface="Times New Roman" panose="02020603050405020304" pitchFamily="18" charset="0"/>
                <a:cs typeface="Times New Roman" panose="02020603050405020304" pitchFamily="18" charset="0"/>
              </a:rPr>
              <a:t>same </a:t>
            </a:r>
            <a:r>
              <a:rPr sz="2600" dirty="0">
                <a:solidFill>
                  <a:srgbClr val="002060"/>
                </a:solidFill>
                <a:latin typeface="Times New Roman" panose="02020603050405020304" pitchFamily="18" charset="0"/>
                <a:cs typeface="Times New Roman" panose="02020603050405020304" pitchFamily="18" charset="0"/>
              </a:rPr>
              <a:t>LAN </a:t>
            </a:r>
            <a:r>
              <a:rPr sz="2600" spc="-5" dirty="0">
                <a:solidFill>
                  <a:srgbClr val="002060"/>
                </a:solidFill>
                <a:latin typeface="Times New Roman" panose="02020603050405020304" pitchFamily="18" charset="0"/>
                <a:cs typeface="Times New Roman" panose="02020603050405020304" pitchFamily="18" charset="0"/>
              </a:rPr>
              <a:t>irrespective </a:t>
            </a:r>
            <a:r>
              <a:rPr sz="2600" dirty="0" smtClean="0">
                <a:solidFill>
                  <a:srgbClr val="002060"/>
                </a:solidFill>
                <a:latin typeface="Times New Roman" panose="02020603050405020304" pitchFamily="18" charset="0"/>
                <a:cs typeface="Times New Roman" panose="02020603050405020304" pitchFamily="18" charset="0"/>
              </a:rPr>
              <a:t>of</a:t>
            </a:r>
            <a:r>
              <a:rPr sz="2600" spc="5" dirty="0" smtClean="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 configuration of</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 underlying</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physical</a:t>
            </a:r>
            <a:r>
              <a:rPr sz="2600" spc="-2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network</a:t>
            </a:r>
            <a:r>
              <a:rPr sz="2600" dirty="0" smtClean="0">
                <a:solidFill>
                  <a:srgbClr val="002060"/>
                </a:solidFill>
                <a:latin typeface="Times New Roman" panose="02020603050405020304" pitchFamily="18" charset="0"/>
                <a:cs typeface="Times New Roman" panose="02020603050405020304" pitchFamily="18" charset="0"/>
              </a:rPr>
              <a:t>.</a:t>
            </a:r>
            <a:endParaRPr sz="2600"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0" y="5208777"/>
            <a:ext cx="12188825" cy="1441448"/>
          </a:xfrm>
          <a:prstGeom prst="rect">
            <a:avLst/>
          </a:prstGeom>
        </p:spPr>
      </p:pic>
      <p:sp>
        <p:nvSpPr>
          <p:cNvPr id="5" name="object 5"/>
          <p:cNvSpPr txBox="1">
            <a:spLocks noGrp="1"/>
          </p:cNvSpPr>
          <p:nvPr>
            <p:ph type="title"/>
          </p:nvPr>
        </p:nvSpPr>
        <p:spPr>
          <a:xfrm>
            <a:off x="1372616" y="959177"/>
            <a:ext cx="4509770" cy="504625"/>
          </a:xfrm>
          <a:prstGeom prst="rect">
            <a:avLst/>
          </a:prstGeom>
        </p:spPr>
        <p:txBody>
          <a:bodyPr vert="horz" wrap="square" lIns="0" tIns="12065" rIns="0" bIns="0" rtlCol="0">
            <a:spAutoFit/>
          </a:bodyPr>
          <a:lstStyle/>
          <a:p>
            <a:pPr marL="12700">
              <a:lnSpc>
                <a:spcPct val="100000"/>
              </a:lnSpc>
              <a:spcBef>
                <a:spcPts val="95"/>
              </a:spcBef>
            </a:pPr>
            <a:r>
              <a:rPr lang="en-IN" spc="-5" dirty="0"/>
              <a:t>V</a:t>
            </a:r>
            <a:r>
              <a:rPr lang="en-IN" spc="-5" dirty="0" smtClean="0"/>
              <a:t>irtual </a:t>
            </a:r>
            <a:r>
              <a:rPr spc="-5" dirty="0" smtClean="0"/>
              <a:t>LAN</a:t>
            </a:r>
            <a:endParaRPr spc="-5" dirty="0"/>
          </a:p>
        </p:txBody>
      </p:sp>
      <p:pic>
        <p:nvPicPr>
          <p:cNvPr id="6" name="object 6"/>
          <p:cNvPicPr/>
          <p:nvPr/>
        </p:nvPicPr>
        <p:blipFill>
          <a:blip r:embed="rId3" cstate="print"/>
          <a:stretch>
            <a:fillRect/>
          </a:stretch>
        </p:blipFill>
        <p:spPr>
          <a:xfrm>
            <a:off x="1194309" y="2133600"/>
            <a:ext cx="178307" cy="184403"/>
          </a:xfrm>
          <a:prstGeom prst="rect">
            <a:avLst/>
          </a:prstGeom>
        </p:spPr>
      </p:pic>
      <p:sp>
        <p:nvSpPr>
          <p:cNvPr id="9" name="object 9"/>
          <p:cNvSpPr txBox="1"/>
          <p:nvPr/>
        </p:nvSpPr>
        <p:spPr>
          <a:xfrm>
            <a:off x="1647189" y="1773377"/>
            <a:ext cx="10146665" cy="3325269"/>
          </a:xfrm>
          <a:prstGeom prst="rect">
            <a:avLst/>
          </a:prstGeom>
        </p:spPr>
        <p:txBody>
          <a:bodyPr vert="horz" wrap="square" lIns="0" tIns="92710" rIns="0" bIns="0" rtlCol="0">
            <a:spAutoFit/>
          </a:bodyPr>
          <a:lstStyle/>
          <a:p>
            <a:pPr marL="12700" marR="5715" algn="just">
              <a:lnSpc>
                <a:spcPct val="150000"/>
              </a:lnSpc>
              <a:spcBef>
                <a:spcPts val="1800"/>
              </a:spcBef>
            </a:pPr>
            <a:r>
              <a:rPr sz="2600" dirty="0" smtClean="0">
                <a:solidFill>
                  <a:schemeClr val="accent2">
                    <a:lumMod val="75000"/>
                  </a:schemeClr>
                </a:solidFill>
                <a:latin typeface="Times New Roman" panose="02020603050405020304" pitchFamily="18" charset="0"/>
                <a:cs typeface="Times New Roman" panose="02020603050405020304" pitchFamily="18" charset="0"/>
              </a:rPr>
              <a:t>Network </a:t>
            </a:r>
            <a:r>
              <a:rPr sz="2600" dirty="0">
                <a:solidFill>
                  <a:schemeClr val="accent2">
                    <a:lumMod val="75000"/>
                  </a:schemeClr>
                </a:solidFill>
                <a:latin typeface="Times New Roman" panose="02020603050405020304" pitchFamily="18" charset="0"/>
                <a:cs typeface="Times New Roman" panose="02020603050405020304" pitchFamily="18" charset="0"/>
              </a:rPr>
              <a:t>administrators </a:t>
            </a:r>
            <a:r>
              <a:rPr sz="2600" spc="-5" dirty="0">
                <a:solidFill>
                  <a:schemeClr val="accent2">
                    <a:lumMod val="75000"/>
                  </a:schemeClr>
                </a:solidFill>
                <a:latin typeface="Times New Roman" panose="02020603050405020304" pitchFamily="18" charset="0"/>
                <a:cs typeface="Times New Roman" panose="02020603050405020304" pitchFamily="18" charset="0"/>
              </a:rPr>
              <a:t>partition </a:t>
            </a:r>
            <a:r>
              <a:rPr sz="2600" dirty="0">
                <a:solidFill>
                  <a:schemeClr val="accent2">
                    <a:lumMod val="75000"/>
                  </a:schemeClr>
                </a:solidFill>
                <a:latin typeface="Times New Roman" panose="02020603050405020304" pitchFamily="18" charset="0"/>
                <a:cs typeface="Times New Roman" panose="02020603050405020304" pitchFamily="18" charset="0"/>
              </a:rPr>
              <a:t>the networks </a:t>
            </a:r>
            <a:r>
              <a:rPr sz="2600" dirty="0">
                <a:solidFill>
                  <a:srgbClr val="002060"/>
                </a:solidFill>
                <a:latin typeface="Times New Roman" panose="02020603050405020304" pitchFamily="18" charset="0"/>
                <a:cs typeface="Times New Roman" panose="02020603050405020304" pitchFamily="18" charset="0"/>
              </a:rPr>
              <a:t>to match the functional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requirements of the VLANs so that each VLAN comprise of a subset </a:t>
            </a:r>
            <a:r>
              <a:rPr sz="2600" dirty="0" smtClean="0">
                <a:solidFill>
                  <a:srgbClr val="002060"/>
                </a:solidFill>
                <a:latin typeface="Times New Roman" panose="02020603050405020304" pitchFamily="18" charset="0"/>
                <a:cs typeface="Times New Roman" panose="02020603050405020304" pitchFamily="18" charset="0"/>
              </a:rPr>
              <a:t>of</a:t>
            </a:r>
            <a:r>
              <a:rPr sz="2600" spc="685"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ports</a:t>
            </a:r>
            <a:r>
              <a:rPr lang="en-IN" sz="2600" spc="695" dirty="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on</a:t>
            </a:r>
            <a:r>
              <a:rPr sz="2600" spc="695" dirty="0" smtClean="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a:t>
            </a:r>
            <a:r>
              <a:rPr sz="2600" spc="69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single</a:t>
            </a:r>
            <a:r>
              <a:rPr sz="2600" spc="70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or</a:t>
            </a:r>
            <a:r>
              <a:rPr sz="2600" spc="68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multiple</a:t>
            </a:r>
            <a:r>
              <a:rPr sz="2600" spc="70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switches</a:t>
            </a:r>
            <a:r>
              <a:rPr sz="2600" spc="69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or</a:t>
            </a:r>
            <a:r>
              <a:rPr sz="2600" spc="69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bridges.</a:t>
            </a:r>
            <a:r>
              <a:rPr sz="2600" spc="685" dirty="0">
                <a:solidFill>
                  <a:srgbClr val="002060"/>
                </a:solidFill>
                <a:latin typeface="Times New Roman" panose="02020603050405020304" pitchFamily="18" charset="0"/>
                <a:cs typeface="Times New Roman" panose="02020603050405020304" pitchFamily="18" charset="0"/>
              </a:rPr>
              <a:t> </a:t>
            </a:r>
            <a:endParaRPr lang="en-IN" sz="2600" spc="685" dirty="0" smtClean="0">
              <a:solidFill>
                <a:srgbClr val="002060"/>
              </a:solidFill>
              <a:latin typeface="Times New Roman" panose="02020603050405020304" pitchFamily="18" charset="0"/>
              <a:cs typeface="Times New Roman" panose="02020603050405020304" pitchFamily="18" charset="0"/>
            </a:endParaRPr>
          </a:p>
          <a:p>
            <a:pPr marL="12700" marR="5715" algn="just">
              <a:lnSpc>
                <a:spcPct val="150000"/>
              </a:lnSpc>
              <a:spcBef>
                <a:spcPts val="1800"/>
              </a:spcBef>
            </a:pPr>
            <a:r>
              <a:rPr sz="2600" spc="-5" dirty="0" smtClean="0">
                <a:solidFill>
                  <a:schemeClr val="accent2">
                    <a:lumMod val="75000"/>
                  </a:schemeClr>
                </a:solidFill>
                <a:latin typeface="Times New Roman" panose="02020603050405020304" pitchFamily="18" charset="0"/>
                <a:cs typeface="Times New Roman" panose="02020603050405020304" pitchFamily="18" charset="0"/>
              </a:rPr>
              <a:t>This</a:t>
            </a:r>
            <a:r>
              <a:rPr sz="2600" spc="690" dirty="0" smtClean="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allows </a:t>
            </a:r>
            <a:r>
              <a:rPr sz="2600" spc="-710"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computers and devices </a:t>
            </a:r>
            <a:r>
              <a:rPr sz="2600" spc="-5" dirty="0">
                <a:solidFill>
                  <a:schemeClr val="accent2">
                    <a:lumMod val="75000"/>
                  </a:schemeClr>
                </a:solidFill>
                <a:latin typeface="Times New Roman" panose="02020603050405020304" pitchFamily="18" charset="0"/>
                <a:cs typeface="Times New Roman" panose="02020603050405020304" pitchFamily="18" charset="0"/>
              </a:rPr>
              <a:t>in </a:t>
            </a:r>
            <a:r>
              <a:rPr sz="2600" dirty="0">
                <a:solidFill>
                  <a:schemeClr val="accent2">
                    <a:lumMod val="75000"/>
                  </a:schemeClr>
                </a:solidFill>
                <a:latin typeface="Times New Roman" panose="02020603050405020304" pitchFamily="18" charset="0"/>
                <a:cs typeface="Times New Roman" panose="02020603050405020304" pitchFamily="18" charset="0"/>
              </a:rPr>
              <a:t>a </a:t>
            </a:r>
            <a:r>
              <a:rPr sz="2600" spc="-5" dirty="0">
                <a:solidFill>
                  <a:schemeClr val="accent2">
                    <a:lumMod val="75000"/>
                  </a:schemeClr>
                </a:solidFill>
                <a:latin typeface="Times New Roman" panose="02020603050405020304" pitchFamily="18" charset="0"/>
                <a:cs typeface="Times New Roman" panose="02020603050405020304" pitchFamily="18" charset="0"/>
              </a:rPr>
              <a:t>VLAN to </a:t>
            </a:r>
            <a:r>
              <a:rPr sz="2600" dirty="0">
                <a:solidFill>
                  <a:schemeClr val="accent2">
                    <a:lumMod val="75000"/>
                  </a:schemeClr>
                </a:solidFill>
                <a:latin typeface="Times New Roman" panose="02020603050405020304" pitchFamily="18" charset="0"/>
                <a:cs typeface="Times New Roman" panose="02020603050405020304" pitchFamily="18" charset="0"/>
              </a:rPr>
              <a:t>communicate </a:t>
            </a:r>
            <a:r>
              <a:rPr sz="2600" spc="-5" dirty="0">
                <a:solidFill>
                  <a:schemeClr val="accent2">
                    <a:lumMod val="75000"/>
                  </a:schemeClr>
                </a:solidFill>
                <a:latin typeface="Times New Roman" panose="02020603050405020304" pitchFamily="18" charset="0"/>
                <a:cs typeface="Times New Roman" panose="02020603050405020304" pitchFamily="18" charset="0"/>
              </a:rPr>
              <a:t>in </a:t>
            </a:r>
            <a:r>
              <a:rPr sz="2600" dirty="0">
                <a:solidFill>
                  <a:schemeClr val="accent2">
                    <a:lumMod val="75000"/>
                  </a:schemeClr>
                </a:solidFill>
                <a:latin typeface="Times New Roman" panose="02020603050405020304" pitchFamily="18" charset="0"/>
                <a:cs typeface="Times New Roman" panose="02020603050405020304" pitchFamily="18" charset="0"/>
              </a:rPr>
              <a:t>the simulated </a:t>
            </a:r>
            <a:r>
              <a:rPr sz="2600" spc="5"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environment</a:t>
            </a:r>
            <a:r>
              <a:rPr sz="2600" spc="-25"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as</a:t>
            </a:r>
            <a:r>
              <a:rPr sz="2600" spc="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if</a:t>
            </a:r>
            <a:r>
              <a:rPr sz="2600" spc="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it</a:t>
            </a:r>
            <a:r>
              <a:rPr sz="2600" spc="-1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is</a:t>
            </a:r>
            <a:r>
              <a:rPr sz="2600" dirty="0">
                <a:solidFill>
                  <a:schemeClr val="accent2">
                    <a:lumMod val="75000"/>
                  </a:schemeClr>
                </a:solidFill>
                <a:latin typeface="Times New Roman" panose="02020603050405020304" pitchFamily="18" charset="0"/>
                <a:cs typeface="Times New Roman" panose="02020603050405020304" pitchFamily="18" charset="0"/>
              </a:rPr>
              <a:t> a separate</a:t>
            </a:r>
            <a:r>
              <a:rPr sz="2600" spc="-10"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LAN.</a:t>
            </a:r>
          </a:p>
        </p:txBody>
      </p:sp>
      <p:pic>
        <p:nvPicPr>
          <p:cNvPr id="10" name="object 6"/>
          <p:cNvPicPr/>
          <p:nvPr/>
        </p:nvPicPr>
        <p:blipFill>
          <a:blip r:embed="rId3" cstate="print"/>
          <a:stretch>
            <a:fillRect/>
          </a:stretch>
        </p:blipFill>
        <p:spPr>
          <a:xfrm>
            <a:off x="1192658" y="4107833"/>
            <a:ext cx="178307" cy="184403"/>
          </a:xfrm>
          <a:prstGeom prst="rect">
            <a:avLst/>
          </a:prstGeom>
        </p:spPr>
      </p:pic>
    </p:spTree>
    <p:extLst>
      <p:ext uri="{BB962C8B-B14F-4D97-AF65-F5344CB8AC3E}">
        <p14:creationId xmlns:p14="http://schemas.microsoft.com/office/powerpoint/2010/main" val="16713826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228601"/>
            <a:ext cx="12188825" cy="6421624"/>
            <a:chOff x="0" y="228601"/>
            <a:chExt cx="12188825" cy="6421624"/>
          </a:xfrm>
        </p:grpSpPr>
        <p:pic>
          <p:nvPicPr>
            <p:cNvPr id="3" name="object 3"/>
            <p:cNvPicPr/>
            <p:nvPr/>
          </p:nvPicPr>
          <p:blipFill>
            <a:blip r:embed="rId2" cstate="print"/>
            <a:stretch>
              <a:fillRect/>
            </a:stretch>
          </p:blipFill>
          <p:spPr>
            <a:xfrm>
              <a:off x="0" y="5208777"/>
              <a:ext cx="12188825" cy="1441448"/>
            </a:xfrm>
            <a:prstGeom prst="rect">
              <a:avLst/>
            </a:prstGeom>
          </p:spPr>
        </p:pic>
        <p:pic>
          <p:nvPicPr>
            <p:cNvPr id="4" name="object 4"/>
            <p:cNvPicPr/>
            <p:nvPr/>
          </p:nvPicPr>
          <p:blipFill>
            <a:blip r:embed="rId3" cstate="print"/>
            <a:stretch>
              <a:fillRect/>
            </a:stretch>
          </p:blipFill>
          <p:spPr>
            <a:xfrm>
              <a:off x="1600201" y="228601"/>
              <a:ext cx="8534399" cy="6172200"/>
            </a:xfrm>
            <a:prstGeom prst="rect">
              <a:avLst/>
            </a:prstGeom>
          </p:spPr>
        </p:pic>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143000" y="838200"/>
            <a:ext cx="4073525" cy="504625"/>
          </a:xfrm>
          <a:prstGeom prst="rect">
            <a:avLst/>
          </a:prstGeom>
        </p:spPr>
        <p:txBody>
          <a:bodyPr vert="horz" wrap="square" lIns="0" tIns="12065" rIns="0" bIns="0" rtlCol="0">
            <a:spAutoFit/>
          </a:bodyPr>
          <a:lstStyle/>
          <a:p>
            <a:pPr marL="12700">
              <a:lnSpc>
                <a:spcPct val="100000"/>
              </a:lnSpc>
              <a:spcBef>
                <a:spcPts val="95"/>
              </a:spcBef>
            </a:pPr>
            <a:r>
              <a:rPr spc="-5" dirty="0"/>
              <a:t>Fea</a:t>
            </a:r>
            <a:r>
              <a:rPr spc="-20" dirty="0"/>
              <a:t>t</a:t>
            </a:r>
            <a:r>
              <a:rPr spc="-5" dirty="0"/>
              <a:t>u</a:t>
            </a:r>
            <a:r>
              <a:rPr spc="-20" dirty="0"/>
              <a:t>r</a:t>
            </a:r>
            <a:r>
              <a:rPr spc="-5" dirty="0"/>
              <a:t>es</a:t>
            </a:r>
            <a:r>
              <a:rPr spc="35" dirty="0"/>
              <a:t> </a:t>
            </a:r>
            <a:r>
              <a:rPr spc="-5" dirty="0"/>
              <a:t>of</a:t>
            </a:r>
            <a:r>
              <a:rPr spc="-270" dirty="0"/>
              <a:t> </a:t>
            </a:r>
            <a:r>
              <a:rPr lang="en-IN" spc="-270" dirty="0" smtClean="0"/>
              <a:t> </a:t>
            </a:r>
            <a:r>
              <a:rPr spc="-5" dirty="0" smtClean="0"/>
              <a:t>VLANs</a:t>
            </a:r>
            <a:endParaRPr spc="-5" dirty="0"/>
          </a:p>
        </p:txBody>
      </p:sp>
      <p:sp>
        <p:nvSpPr>
          <p:cNvPr id="4" name="object 4"/>
          <p:cNvSpPr txBox="1"/>
          <p:nvPr/>
        </p:nvSpPr>
        <p:spPr>
          <a:xfrm>
            <a:off x="1143000" y="1676400"/>
            <a:ext cx="11045825" cy="4810932"/>
          </a:xfrm>
          <a:prstGeom prst="rect">
            <a:avLst/>
          </a:prstGeom>
        </p:spPr>
        <p:txBody>
          <a:bodyPr vert="horz" wrap="square" lIns="0" tIns="154305" rIns="0" bIns="0" rtlCol="0">
            <a:spAutoFit/>
          </a:bodyPr>
          <a:lstStyle/>
          <a:p>
            <a:pPr marL="241300" indent="-228600">
              <a:spcBef>
                <a:spcPts val="1215"/>
              </a:spcBef>
              <a:buSzPct val="78947"/>
              <a:buChar char="•"/>
              <a:tabLst>
                <a:tab pos="240665" algn="l"/>
                <a:tab pos="241300" algn="l"/>
              </a:tabLst>
            </a:pPr>
            <a:r>
              <a:rPr sz="2600" spc="-5" dirty="0" smtClean="0">
                <a:solidFill>
                  <a:srgbClr val="002060"/>
                </a:solidFill>
                <a:latin typeface="Times New Roman" panose="02020603050405020304" pitchFamily="18" charset="0"/>
                <a:cs typeface="Times New Roman" panose="02020603050405020304" pitchFamily="18" charset="0"/>
              </a:rPr>
              <a:t>A</a:t>
            </a:r>
            <a:r>
              <a:rPr sz="2600" spc="-110" dirty="0" smtClean="0">
                <a:solidFill>
                  <a:srgbClr val="002060"/>
                </a:solidFill>
                <a:latin typeface="Times New Roman" panose="02020603050405020304" pitchFamily="18" charset="0"/>
                <a:cs typeface="Times New Roman" panose="02020603050405020304" pitchFamily="18" charset="0"/>
              </a:rPr>
              <a:t> </a:t>
            </a:r>
            <a:r>
              <a:rPr sz="2600" spc="-10" dirty="0" smtClean="0">
                <a:solidFill>
                  <a:srgbClr val="002060"/>
                </a:solidFill>
                <a:latin typeface="Times New Roman" panose="02020603050405020304" pitchFamily="18" charset="0"/>
                <a:cs typeface="Times New Roman" panose="02020603050405020304" pitchFamily="18" charset="0"/>
              </a:rPr>
              <a:t>VLAN</a:t>
            </a:r>
            <a:r>
              <a:rPr sz="2600" spc="2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forms</a:t>
            </a:r>
            <a:r>
              <a:rPr sz="2600" spc="2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sub-network</a:t>
            </a:r>
            <a:r>
              <a:rPr sz="2600" spc="70" dirty="0" smtClean="0">
                <a:solidFill>
                  <a:schemeClr val="accent2">
                    <a:lumMod val="75000"/>
                  </a:schemeClr>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grouping</a:t>
            </a:r>
            <a:r>
              <a:rPr sz="2600" spc="50" dirty="0" smtClean="0">
                <a:solidFill>
                  <a:schemeClr val="accent2">
                    <a:lumMod val="75000"/>
                  </a:schemeClr>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together</a:t>
            </a:r>
            <a:r>
              <a:rPr sz="2600" spc="4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devices</a:t>
            </a:r>
            <a:r>
              <a:rPr sz="2600" spc="3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on</a:t>
            </a:r>
            <a:r>
              <a:rPr sz="2600" spc="2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separate</a:t>
            </a:r>
            <a:r>
              <a:rPr sz="2600" spc="5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physical</a:t>
            </a:r>
            <a:r>
              <a:rPr sz="2600" spc="3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LANs.</a:t>
            </a:r>
            <a:endParaRPr sz="2600" dirty="0" smtClean="0">
              <a:solidFill>
                <a:srgbClr val="002060"/>
              </a:solidFill>
              <a:latin typeface="Times New Roman" panose="02020603050405020304" pitchFamily="18" charset="0"/>
              <a:cs typeface="Times New Roman" panose="02020603050405020304" pitchFamily="18" charset="0"/>
            </a:endParaRPr>
          </a:p>
          <a:p>
            <a:pPr marL="241300" indent="-228600">
              <a:spcBef>
                <a:spcPts val="1115"/>
              </a:spcBef>
              <a:buSzPct val="78947"/>
              <a:buChar char="•"/>
              <a:tabLst>
                <a:tab pos="240665" algn="l"/>
                <a:tab pos="241300" algn="l"/>
              </a:tabLst>
            </a:pPr>
            <a:r>
              <a:rPr sz="2600" spc="-5" dirty="0" smtClean="0">
                <a:solidFill>
                  <a:srgbClr val="002060"/>
                </a:solidFill>
                <a:latin typeface="Times New Roman" panose="02020603050405020304" pitchFamily="18" charset="0"/>
                <a:cs typeface="Times New Roman" panose="02020603050405020304" pitchFamily="18" charset="0"/>
              </a:rPr>
              <a:t>VLAN's</a:t>
            </a:r>
            <a:r>
              <a:rPr sz="2600" spc="2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help</a:t>
            </a:r>
            <a:r>
              <a:rPr sz="2600" spc="25" dirty="0" smtClean="0">
                <a:solidFill>
                  <a:schemeClr val="accent2">
                    <a:lumMod val="75000"/>
                  </a:schemeClr>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the</a:t>
            </a:r>
            <a:r>
              <a:rPr sz="2600" spc="15" dirty="0" smtClean="0">
                <a:solidFill>
                  <a:schemeClr val="accent2">
                    <a:lumMod val="75000"/>
                  </a:schemeClr>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network</a:t>
            </a:r>
            <a:r>
              <a:rPr sz="2600" spc="50" dirty="0" smtClean="0">
                <a:solidFill>
                  <a:schemeClr val="accent2">
                    <a:lumMod val="75000"/>
                  </a:schemeClr>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manager</a:t>
            </a:r>
            <a:r>
              <a:rPr sz="2600" spc="50" dirty="0" smtClean="0">
                <a:solidFill>
                  <a:schemeClr val="accent2">
                    <a:lumMod val="75000"/>
                  </a:schemeClr>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to</a:t>
            </a:r>
            <a:r>
              <a:rPr sz="2600" spc="10" dirty="0" smtClean="0">
                <a:solidFill>
                  <a:schemeClr val="accent2">
                    <a:lumMod val="75000"/>
                  </a:schemeClr>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segment</a:t>
            </a:r>
            <a:r>
              <a:rPr sz="2600" spc="35" dirty="0" smtClean="0">
                <a:solidFill>
                  <a:schemeClr val="accent2">
                    <a:lumMod val="75000"/>
                  </a:schemeClr>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LANs</a:t>
            </a:r>
            <a:r>
              <a:rPr sz="2600" spc="15" dirty="0" smtClean="0">
                <a:solidFill>
                  <a:schemeClr val="accent2">
                    <a:lumMod val="75000"/>
                  </a:schemeClr>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logically</a:t>
            </a:r>
            <a:r>
              <a:rPr sz="2600" spc="50" dirty="0" smtClean="0">
                <a:solidFill>
                  <a:schemeClr val="accent2">
                    <a:lumMod val="75000"/>
                  </a:schemeClr>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into</a:t>
            </a:r>
            <a:r>
              <a:rPr sz="2600" spc="2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different</a:t>
            </a:r>
            <a:r>
              <a:rPr sz="2600" spc="3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broadcast</a:t>
            </a:r>
            <a:r>
              <a:rPr sz="2600" spc="3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domains.</a:t>
            </a:r>
            <a:endParaRPr sz="2600" dirty="0" smtClean="0">
              <a:solidFill>
                <a:srgbClr val="002060"/>
              </a:solidFill>
              <a:latin typeface="Times New Roman" panose="02020603050405020304" pitchFamily="18" charset="0"/>
              <a:cs typeface="Times New Roman" panose="02020603050405020304" pitchFamily="18" charset="0"/>
            </a:endParaRPr>
          </a:p>
          <a:p>
            <a:pPr marL="241300" indent="-228600">
              <a:spcBef>
                <a:spcPts val="1115"/>
              </a:spcBef>
              <a:buSzPct val="78947"/>
              <a:buChar char="•"/>
              <a:tabLst>
                <a:tab pos="240665" algn="l"/>
                <a:tab pos="241300" algn="l"/>
              </a:tabLst>
            </a:pPr>
            <a:r>
              <a:rPr sz="2600" spc="-5" dirty="0" smtClean="0">
                <a:solidFill>
                  <a:srgbClr val="002060"/>
                </a:solidFill>
                <a:latin typeface="Times New Roman" panose="02020603050405020304" pitchFamily="18" charset="0"/>
                <a:cs typeface="Times New Roman" panose="02020603050405020304" pitchFamily="18" charset="0"/>
              </a:rPr>
              <a:t>VLANs</a:t>
            </a:r>
            <a:r>
              <a:rPr sz="2600" spc="1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function</a:t>
            </a:r>
            <a:r>
              <a:rPr sz="2600" spc="30" dirty="0" smtClean="0">
                <a:solidFill>
                  <a:schemeClr val="accent2">
                    <a:lumMod val="75000"/>
                  </a:schemeClr>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at</a:t>
            </a:r>
            <a:r>
              <a:rPr sz="2600" spc="15" dirty="0" smtClean="0">
                <a:solidFill>
                  <a:schemeClr val="accent2">
                    <a:lumMod val="75000"/>
                  </a:schemeClr>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layer</a:t>
            </a:r>
            <a:r>
              <a:rPr sz="2600" spc="25" dirty="0" smtClean="0">
                <a:solidFill>
                  <a:schemeClr val="accent2">
                    <a:lumMod val="75000"/>
                  </a:schemeClr>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2,</a:t>
            </a:r>
            <a:r>
              <a:rPr sz="2600" dirty="0" smtClean="0">
                <a:solidFill>
                  <a:schemeClr val="accent2">
                    <a:lumMod val="75000"/>
                  </a:schemeClr>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i.e.</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Data</a:t>
            </a:r>
            <a:r>
              <a:rPr sz="2600" spc="20" dirty="0" smtClean="0">
                <a:solidFill>
                  <a:schemeClr val="accent2">
                    <a:lumMod val="75000"/>
                  </a:schemeClr>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Link</a:t>
            </a:r>
            <a:r>
              <a:rPr sz="2600" spc="30" dirty="0" smtClean="0">
                <a:solidFill>
                  <a:schemeClr val="accent2">
                    <a:lumMod val="75000"/>
                  </a:schemeClr>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Layer</a:t>
            </a:r>
            <a:r>
              <a:rPr sz="2600" spc="3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of</a:t>
            </a:r>
            <a:r>
              <a:rPr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the</a:t>
            </a:r>
            <a:r>
              <a:rPr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OSI</a:t>
            </a:r>
            <a:r>
              <a:rPr sz="260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model.</a:t>
            </a:r>
            <a:endParaRPr sz="2600" dirty="0" smtClean="0">
              <a:solidFill>
                <a:srgbClr val="002060"/>
              </a:solidFill>
              <a:latin typeface="Times New Roman" panose="02020603050405020304" pitchFamily="18" charset="0"/>
              <a:cs typeface="Times New Roman" panose="02020603050405020304" pitchFamily="18" charset="0"/>
            </a:endParaRPr>
          </a:p>
          <a:p>
            <a:pPr marL="241300" indent="-228600">
              <a:spcBef>
                <a:spcPts val="1120"/>
              </a:spcBef>
              <a:buSzPct val="78947"/>
              <a:buChar char="•"/>
              <a:tabLst>
                <a:tab pos="240665" algn="l"/>
                <a:tab pos="241300" algn="l"/>
              </a:tabLst>
            </a:pPr>
            <a:r>
              <a:rPr sz="2600" spc="-5" dirty="0" smtClean="0">
                <a:solidFill>
                  <a:srgbClr val="002060"/>
                </a:solidFill>
                <a:latin typeface="Times New Roman" panose="02020603050405020304" pitchFamily="18" charset="0"/>
                <a:cs typeface="Times New Roman" panose="02020603050405020304" pitchFamily="18" charset="0"/>
              </a:rPr>
              <a:t>There</a:t>
            </a:r>
            <a:r>
              <a:rPr sz="2600" spc="2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may</a:t>
            </a:r>
            <a:r>
              <a:rPr sz="2600" spc="1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be</a:t>
            </a:r>
            <a:r>
              <a:rPr sz="2600" spc="1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one</a:t>
            </a:r>
            <a:r>
              <a:rPr sz="2600" spc="20" dirty="0" smtClean="0">
                <a:solidFill>
                  <a:schemeClr val="accent2">
                    <a:lumMod val="75000"/>
                  </a:schemeClr>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or</a:t>
            </a:r>
            <a:r>
              <a:rPr sz="2600" spc="20" dirty="0" smtClean="0">
                <a:solidFill>
                  <a:schemeClr val="accent2">
                    <a:lumMod val="75000"/>
                  </a:schemeClr>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more</a:t>
            </a:r>
            <a:r>
              <a:rPr sz="2600" spc="30" dirty="0" smtClean="0">
                <a:solidFill>
                  <a:schemeClr val="accent2">
                    <a:lumMod val="75000"/>
                  </a:schemeClr>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network</a:t>
            </a:r>
            <a:r>
              <a:rPr sz="2600" spc="40" dirty="0" smtClean="0">
                <a:solidFill>
                  <a:schemeClr val="accent2">
                    <a:lumMod val="75000"/>
                  </a:schemeClr>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bridges</a:t>
            </a:r>
            <a:r>
              <a:rPr sz="2600" spc="50" dirty="0" smtClean="0">
                <a:solidFill>
                  <a:schemeClr val="accent2">
                    <a:lumMod val="75000"/>
                  </a:schemeClr>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or</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switches</a:t>
            </a:r>
            <a:r>
              <a:rPr sz="2600" spc="45" dirty="0" smtClean="0">
                <a:solidFill>
                  <a:schemeClr val="accent2">
                    <a:lumMod val="75000"/>
                  </a:schemeClr>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to</a:t>
            </a:r>
            <a:r>
              <a:rPr sz="2600" spc="1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form</a:t>
            </a:r>
            <a:r>
              <a:rPr sz="2600" spc="2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multiple,</a:t>
            </a:r>
            <a:r>
              <a:rPr sz="2600" spc="3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independent</a:t>
            </a:r>
            <a:r>
              <a:rPr sz="2600" spc="7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VLANs.</a:t>
            </a:r>
            <a:endParaRPr sz="2600" dirty="0" smtClean="0">
              <a:solidFill>
                <a:srgbClr val="002060"/>
              </a:solidFill>
              <a:latin typeface="Times New Roman" panose="02020603050405020304" pitchFamily="18" charset="0"/>
              <a:cs typeface="Times New Roman" panose="02020603050405020304" pitchFamily="18" charset="0"/>
            </a:endParaRPr>
          </a:p>
          <a:p>
            <a:pPr marL="241300" marR="6985" indent="-228600">
              <a:spcBef>
                <a:spcPts val="1800"/>
              </a:spcBef>
              <a:buSzPct val="78947"/>
              <a:buChar char="•"/>
              <a:tabLst>
                <a:tab pos="240665" algn="l"/>
                <a:tab pos="241300" algn="l"/>
              </a:tabLst>
            </a:pPr>
            <a:r>
              <a:rPr sz="2600" spc="-5" dirty="0" smtClean="0">
                <a:solidFill>
                  <a:srgbClr val="002060"/>
                </a:solidFill>
                <a:latin typeface="Times New Roman" panose="02020603050405020304" pitchFamily="18" charset="0"/>
                <a:cs typeface="Times New Roman" panose="02020603050405020304" pitchFamily="18" charset="0"/>
              </a:rPr>
              <a:t>Using</a:t>
            </a:r>
            <a:r>
              <a:rPr sz="2600" spc="13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VLANs,</a:t>
            </a:r>
            <a:r>
              <a:rPr sz="2600" spc="13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network</a:t>
            </a:r>
            <a:r>
              <a:rPr sz="2600" spc="135"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administrators</a:t>
            </a:r>
            <a:r>
              <a:rPr sz="2600" spc="130"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can</a:t>
            </a:r>
            <a:r>
              <a:rPr sz="2600" spc="14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easily</a:t>
            </a:r>
            <a:r>
              <a:rPr sz="2600" spc="125" dirty="0" smtClean="0">
                <a:solidFill>
                  <a:schemeClr val="accent2">
                    <a:lumMod val="75000"/>
                  </a:schemeClr>
                </a:solidFill>
                <a:latin typeface="Times New Roman" panose="02020603050405020304" pitchFamily="18" charset="0"/>
                <a:cs typeface="Times New Roman" panose="02020603050405020304" pitchFamily="18" charset="0"/>
              </a:rPr>
              <a:t> </a:t>
            </a:r>
            <a:r>
              <a:rPr sz="2600" dirty="0" smtClean="0">
                <a:solidFill>
                  <a:schemeClr val="accent2">
                    <a:lumMod val="75000"/>
                  </a:schemeClr>
                </a:solidFill>
                <a:latin typeface="Times New Roman" panose="02020603050405020304" pitchFamily="18" charset="0"/>
                <a:cs typeface="Times New Roman" panose="02020603050405020304" pitchFamily="18" charset="0"/>
              </a:rPr>
              <a:t>partition</a:t>
            </a:r>
            <a:r>
              <a:rPr sz="2600" spc="135" dirty="0" smtClean="0">
                <a:solidFill>
                  <a:schemeClr val="accent2">
                    <a:lumMod val="75000"/>
                  </a:schemeClr>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a</a:t>
            </a:r>
            <a:r>
              <a:rPr sz="2600" spc="125" dirty="0" smtClean="0">
                <a:solidFill>
                  <a:schemeClr val="accent2">
                    <a:lumMod val="75000"/>
                  </a:schemeClr>
                </a:solidFill>
                <a:latin typeface="Times New Roman" panose="02020603050405020304" pitchFamily="18" charset="0"/>
                <a:cs typeface="Times New Roman" panose="02020603050405020304" pitchFamily="18" charset="0"/>
              </a:rPr>
              <a:t> </a:t>
            </a:r>
            <a:r>
              <a:rPr sz="2600" dirty="0" smtClean="0">
                <a:solidFill>
                  <a:schemeClr val="accent2">
                    <a:lumMod val="75000"/>
                  </a:schemeClr>
                </a:solidFill>
                <a:latin typeface="Times New Roman" panose="02020603050405020304" pitchFamily="18" charset="0"/>
                <a:cs typeface="Times New Roman" panose="02020603050405020304" pitchFamily="18" charset="0"/>
              </a:rPr>
              <a:t>single</a:t>
            </a:r>
            <a:r>
              <a:rPr sz="2600" spc="130" dirty="0" smtClean="0">
                <a:solidFill>
                  <a:schemeClr val="accent2">
                    <a:lumMod val="75000"/>
                  </a:schemeClr>
                </a:solidFill>
                <a:latin typeface="Times New Roman" panose="02020603050405020304" pitchFamily="18" charset="0"/>
                <a:cs typeface="Times New Roman" panose="02020603050405020304" pitchFamily="18" charset="0"/>
              </a:rPr>
              <a:t> </a:t>
            </a:r>
            <a:r>
              <a:rPr sz="2600" dirty="0" smtClean="0">
                <a:solidFill>
                  <a:schemeClr val="accent2">
                    <a:lumMod val="75000"/>
                  </a:schemeClr>
                </a:solidFill>
                <a:latin typeface="Times New Roman" panose="02020603050405020304" pitchFamily="18" charset="0"/>
                <a:cs typeface="Times New Roman" panose="02020603050405020304" pitchFamily="18" charset="0"/>
              </a:rPr>
              <a:t>switched</a:t>
            </a:r>
            <a:r>
              <a:rPr sz="2600" spc="130" dirty="0" smtClean="0">
                <a:solidFill>
                  <a:schemeClr val="accent2">
                    <a:lumMod val="75000"/>
                  </a:schemeClr>
                </a:solidFill>
                <a:latin typeface="Times New Roman" panose="02020603050405020304" pitchFamily="18" charset="0"/>
                <a:cs typeface="Times New Roman" panose="02020603050405020304" pitchFamily="18" charset="0"/>
              </a:rPr>
              <a:t> </a:t>
            </a:r>
            <a:r>
              <a:rPr sz="2600" dirty="0" smtClean="0">
                <a:solidFill>
                  <a:schemeClr val="accent2">
                    <a:lumMod val="75000"/>
                  </a:schemeClr>
                </a:solidFill>
                <a:latin typeface="Times New Roman" panose="02020603050405020304" pitchFamily="18" charset="0"/>
                <a:cs typeface="Times New Roman" panose="02020603050405020304" pitchFamily="18" charset="0"/>
              </a:rPr>
              <a:t>network</a:t>
            </a:r>
            <a:r>
              <a:rPr sz="2600" spc="145" dirty="0" smtClean="0">
                <a:solidFill>
                  <a:schemeClr val="accent2">
                    <a:lumMod val="75000"/>
                  </a:schemeClr>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into</a:t>
            </a:r>
            <a:r>
              <a:rPr sz="2600" spc="130" dirty="0" smtClean="0">
                <a:solidFill>
                  <a:schemeClr val="accent2">
                    <a:lumMod val="75000"/>
                  </a:schemeClr>
                </a:solidFill>
                <a:latin typeface="Times New Roman" panose="02020603050405020304" pitchFamily="18" charset="0"/>
                <a:cs typeface="Times New Roman" panose="02020603050405020304" pitchFamily="18" charset="0"/>
              </a:rPr>
              <a:t> </a:t>
            </a:r>
            <a:r>
              <a:rPr sz="2600" dirty="0" smtClean="0">
                <a:solidFill>
                  <a:schemeClr val="accent2">
                    <a:lumMod val="75000"/>
                  </a:schemeClr>
                </a:solidFill>
                <a:latin typeface="Times New Roman" panose="02020603050405020304" pitchFamily="18" charset="0"/>
                <a:cs typeface="Times New Roman" panose="02020603050405020304" pitchFamily="18" charset="0"/>
              </a:rPr>
              <a:t>multiple </a:t>
            </a:r>
            <a:r>
              <a:rPr sz="2600" spc="-515" dirty="0" smtClean="0">
                <a:solidFill>
                  <a:schemeClr val="accent2">
                    <a:lumMod val="75000"/>
                  </a:schemeClr>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networks</a:t>
            </a:r>
            <a:r>
              <a:rPr sz="2600" spc="3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depending</a:t>
            </a:r>
            <a:r>
              <a:rPr sz="2600" spc="7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upon</a:t>
            </a:r>
            <a:r>
              <a:rPr sz="2600" spc="3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the</a:t>
            </a:r>
            <a:r>
              <a:rPr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functional</a:t>
            </a:r>
            <a:r>
              <a:rPr sz="2600" spc="4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and</a:t>
            </a:r>
            <a:r>
              <a:rPr sz="2600" spc="2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security</a:t>
            </a:r>
            <a:r>
              <a:rPr sz="2600" spc="1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requirements</a:t>
            </a:r>
            <a:r>
              <a:rPr sz="2600" spc="6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of</a:t>
            </a:r>
            <a:r>
              <a:rPr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their</a:t>
            </a:r>
            <a:r>
              <a:rPr sz="2600" spc="2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systems.</a:t>
            </a:r>
            <a:endParaRPr sz="2600"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143000" y="838200"/>
            <a:ext cx="4073525" cy="504625"/>
          </a:xfrm>
          <a:prstGeom prst="rect">
            <a:avLst/>
          </a:prstGeom>
        </p:spPr>
        <p:txBody>
          <a:bodyPr vert="horz" wrap="square" lIns="0" tIns="12065" rIns="0" bIns="0" rtlCol="0">
            <a:spAutoFit/>
          </a:bodyPr>
          <a:lstStyle/>
          <a:p>
            <a:pPr marL="12700">
              <a:lnSpc>
                <a:spcPct val="100000"/>
              </a:lnSpc>
              <a:spcBef>
                <a:spcPts val="95"/>
              </a:spcBef>
            </a:pPr>
            <a:r>
              <a:rPr spc="-5" dirty="0"/>
              <a:t>Fea</a:t>
            </a:r>
            <a:r>
              <a:rPr spc="-20" dirty="0"/>
              <a:t>t</a:t>
            </a:r>
            <a:r>
              <a:rPr spc="-5" dirty="0"/>
              <a:t>u</a:t>
            </a:r>
            <a:r>
              <a:rPr spc="-20" dirty="0"/>
              <a:t>r</a:t>
            </a:r>
            <a:r>
              <a:rPr spc="-5" dirty="0"/>
              <a:t>es</a:t>
            </a:r>
            <a:r>
              <a:rPr spc="35" dirty="0"/>
              <a:t> </a:t>
            </a:r>
            <a:r>
              <a:rPr spc="-5" dirty="0"/>
              <a:t>of</a:t>
            </a:r>
            <a:r>
              <a:rPr spc="-270" dirty="0"/>
              <a:t> </a:t>
            </a:r>
            <a:r>
              <a:rPr lang="en-IN" spc="-270" dirty="0" smtClean="0"/>
              <a:t> </a:t>
            </a:r>
            <a:r>
              <a:rPr spc="-5" dirty="0" smtClean="0"/>
              <a:t>VLANs</a:t>
            </a:r>
            <a:endParaRPr spc="-5" dirty="0"/>
          </a:p>
        </p:txBody>
      </p:sp>
      <p:sp>
        <p:nvSpPr>
          <p:cNvPr id="4" name="object 4"/>
          <p:cNvSpPr txBox="1"/>
          <p:nvPr/>
        </p:nvSpPr>
        <p:spPr>
          <a:xfrm>
            <a:off x="1143000" y="1676400"/>
            <a:ext cx="10591800" cy="4728859"/>
          </a:xfrm>
          <a:prstGeom prst="rect">
            <a:avLst/>
          </a:prstGeom>
        </p:spPr>
        <p:txBody>
          <a:bodyPr vert="horz" wrap="square" lIns="0" tIns="154305" rIns="0" bIns="0" rtlCol="0">
            <a:spAutoFit/>
          </a:bodyPr>
          <a:lstStyle/>
          <a:p>
            <a:pPr marL="241300" indent="-228600">
              <a:lnSpc>
                <a:spcPct val="150000"/>
              </a:lnSpc>
              <a:spcBef>
                <a:spcPts val="1115"/>
              </a:spcBef>
              <a:buSzPct val="78947"/>
              <a:buChar char="•"/>
              <a:tabLst>
                <a:tab pos="240665" algn="l"/>
                <a:tab pos="241300" algn="l"/>
              </a:tabLst>
            </a:pPr>
            <a:r>
              <a:rPr sz="2600" spc="-5" dirty="0" smtClean="0">
                <a:solidFill>
                  <a:srgbClr val="002060"/>
                </a:solidFill>
                <a:latin typeface="Times New Roman" panose="02020603050405020304" pitchFamily="18" charset="0"/>
                <a:cs typeface="Times New Roman" panose="02020603050405020304" pitchFamily="18" charset="0"/>
              </a:rPr>
              <a:t>VLANs</a:t>
            </a:r>
            <a:r>
              <a:rPr sz="2600" spc="135" dirty="0" smtClean="0">
                <a:solidFill>
                  <a:srgbClr val="002060"/>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eliminate</a:t>
            </a:r>
            <a:r>
              <a:rPr sz="2600" spc="14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the</a:t>
            </a:r>
            <a:r>
              <a:rPr sz="2600" spc="135"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requirement</a:t>
            </a:r>
            <a:r>
              <a:rPr sz="2600" spc="15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to</a:t>
            </a:r>
            <a:r>
              <a:rPr sz="2600" spc="13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run</a:t>
            </a:r>
            <a:r>
              <a:rPr sz="2600" spc="150"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new</a:t>
            </a:r>
            <a:r>
              <a:rPr sz="2600" spc="120"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cables</a:t>
            </a:r>
            <a:r>
              <a:rPr sz="2600" spc="14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or</a:t>
            </a:r>
            <a:r>
              <a:rPr sz="2600" spc="145"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reconfiguring</a:t>
            </a:r>
            <a:r>
              <a:rPr sz="2600" spc="155"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physical</a:t>
            </a:r>
            <a:r>
              <a:rPr sz="2600" spc="135"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connections</a:t>
            </a:r>
            <a:r>
              <a:rPr sz="2600" spc="14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a:t>
            </a:r>
            <a:r>
              <a:rPr sz="2600" spc="130" dirty="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the</a:t>
            </a:r>
            <a:r>
              <a:rPr lang="en-IN" sz="260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present</a:t>
            </a:r>
            <a:r>
              <a:rPr sz="2600" spc="5" dirty="0" smtClean="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network</a:t>
            </a:r>
            <a:r>
              <a:rPr sz="2600" spc="1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infrastructure.</a:t>
            </a:r>
          </a:p>
          <a:p>
            <a:pPr marL="241300" indent="-228600">
              <a:lnSpc>
                <a:spcPct val="150000"/>
              </a:lnSpc>
              <a:spcBef>
                <a:spcPts val="1120"/>
              </a:spcBef>
              <a:buSzPct val="78947"/>
              <a:buChar char="•"/>
              <a:tabLst>
                <a:tab pos="240665" algn="l"/>
                <a:tab pos="241300" algn="l"/>
              </a:tabLst>
            </a:pPr>
            <a:r>
              <a:rPr sz="2600" spc="-5" dirty="0">
                <a:solidFill>
                  <a:srgbClr val="002060"/>
                </a:solidFill>
                <a:latin typeface="Times New Roman" panose="02020603050405020304" pitchFamily="18" charset="0"/>
                <a:cs typeface="Times New Roman" panose="02020603050405020304" pitchFamily="18" charset="0"/>
              </a:rPr>
              <a:t>VLANs</a:t>
            </a:r>
            <a:r>
              <a:rPr sz="2600" spc="20" dirty="0">
                <a:solidFill>
                  <a:srgbClr val="002060"/>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help</a:t>
            </a:r>
            <a:r>
              <a:rPr sz="2600" spc="4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large</a:t>
            </a:r>
            <a:r>
              <a:rPr sz="2600" spc="4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organizations</a:t>
            </a:r>
            <a:r>
              <a:rPr sz="2600" spc="8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to</a:t>
            </a:r>
            <a:r>
              <a:rPr sz="2600" spc="1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re-partition</a:t>
            </a:r>
            <a:r>
              <a:rPr sz="2600" spc="5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devices</a:t>
            </a:r>
            <a:r>
              <a:rPr sz="2600" spc="4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aiming</a:t>
            </a:r>
            <a:r>
              <a:rPr sz="2600" spc="50" dirty="0">
                <a:solidFill>
                  <a:srgbClr val="002060"/>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improved</a:t>
            </a:r>
            <a:r>
              <a:rPr sz="2600" spc="60" dirty="0">
                <a:solidFill>
                  <a:schemeClr val="accent2">
                    <a:lumMod val="75000"/>
                  </a:schemeClr>
                </a:solidFill>
                <a:latin typeface="Times New Roman" panose="02020603050405020304" pitchFamily="18" charset="0"/>
                <a:cs typeface="Times New Roman" panose="02020603050405020304" pitchFamily="18" charset="0"/>
              </a:rPr>
              <a:t> </a:t>
            </a:r>
            <a:r>
              <a:rPr sz="2600" spc="-10" dirty="0">
                <a:solidFill>
                  <a:schemeClr val="accent2">
                    <a:lumMod val="75000"/>
                  </a:schemeClr>
                </a:solidFill>
                <a:latin typeface="Times New Roman" panose="02020603050405020304" pitchFamily="18" charset="0"/>
                <a:cs typeface="Times New Roman" panose="02020603050405020304" pitchFamily="18" charset="0"/>
              </a:rPr>
              <a:t>traffic</a:t>
            </a:r>
            <a:r>
              <a:rPr sz="2600" spc="1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management</a:t>
            </a:r>
            <a:r>
              <a:rPr sz="2600" spc="-5" dirty="0">
                <a:solidFill>
                  <a:srgbClr val="002060"/>
                </a:solidFill>
                <a:latin typeface="Times New Roman" panose="02020603050405020304" pitchFamily="18" charset="0"/>
                <a:cs typeface="Times New Roman" panose="02020603050405020304" pitchFamily="18" charset="0"/>
              </a:rPr>
              <a:t>.</a:t>
            </a:r>
            <a:endParaRPr sz="2600" dirty="0">
              <a:solidFill>
                <a:srgbClr val="002060"/>
              </a:solidFill>
              <a:latin typeface="Times New Roman" panose="02020603050405020304" pitchFamily="18" charset="0"/>
              <a:cs typeface="Times New Roman" panose="02020603050405020304" pitchFamily="18" charset="0"/>
            </a:endParaRPr>
          </a:p>
          <a:p>
            <a:pPr marL="241300" marR="6350" indent="-228600">
              <a:lnSpc>
                <a:spcPct val="150000"/>
              </a:lnSpc>
              <a:spcBef>
                <a:spcPts val="1800"/>
              </a:spcBef>
              <a:buSzPct val="78947"/>
              <a:buChar char="•"/>
              <a:tabLst>
                <a:tab pos="240665" algn="l"/>
                <a:tab pos="241300" algn="l"/>
              </a:tabLst>
            </a:pPr>
            <a:r>
              <a:rPr sz="2600" spc="-5" dirty="0">
                <a:solidFill>
                  <a:srgbClr val="002060"/>
                </a:solidFill>
                <a:latin typeface="Times New Roman" panose="02020603050405020304" pitchFamily="18" charset="0"/>
                <a:cs typeface="Times New Roman" panose="02020603050405020304" pitchFamily="18" charset="0"/>
              </a:rPr>
              <a:t>VLANs</a:t>
            </a:r>
            <a:r>
              <a:rPr sz="2600" spc="36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also</a:t>
            </a:r>
            <a:r>
              <a:rPr sz="2600" spc="37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provide</a:t>
            </a:r>
            <a:r>
              <a:rPr sz="2600" spc="38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better</a:t>
            </a:r>
            <a:r>
              <a:rPr sz="2600" spc="39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security</a:t>
            </a:r>
            <a:r>
              <a:rPr sz="2600" spc="37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management</a:t>
            </a:r>
            <a:r>
              <a:rPr sz="2600" spc="385" dirty="0">
                <a:solidFill>
                  <a:srgbClr val="002060"/>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allowing</a:t>
            </a:r>
            <a:r>
              <a:rPr sz="2600" spc="385"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partitioning</a:t>
            </a:r>
            <a:r>
              <a:rPr sz="2600" spc="37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of</a:t>
            </a:r>
            <a:r>
              <a:rPr sz="2600" spc="375"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devices</a:t>
            </a:r>
            <a:r>
              <a:rPr sz="2600" spc="385"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according</a:t>
            </a:r>
            <a:r>
              <a:rPr sz="2600" spc="39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to </a:t>
            </a:r>
            <a:r>
              <a:rPr sz="2600" spc="-51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their</a:t>
            </a:r>
            <a:r>
              <a:rPr sz="2600" spc="2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security</a:t>
            </a:r>
            <a:r>
              <a:rPr sz="2600" spc="3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criteria</a:t>
            </a:r>
            <a:r>
              <a:rPr sz="2600" spc="4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and</a:t>
            </a:r>
            <a:r>
              <a:rPr sz="2600" spc="1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also</a:t>
            </a:r>
            <a:r>
              <a:rPr sz="2600" spc="1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by</a:t>
            </a:r>
            <a:r>
              <a:rPr sz="2600" spc="1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ensuring</a:t>
            </a:r>
            <a:r>
              <a:rPr sz="2600" spc="5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higher</a:t>
            </a:r>
            <a:r>
              <a:rPr sz="2600" spc="4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degree</a:t>
            </a:r>
            <a:r>
              <a:rPr sz="2600" spc="3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of</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control</a:t>
            </a:r>
            <a:r>
              <a:rPr sz="2600" spc="3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connected</a:t>
            </a:r>
            <a:r>
              <a:rPr sz="2600" spc="4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devices</a:t>
            </a:r>
            <a:r>
              <a:rPr sz="2600" spc="-5" dirty="0" smtClean="0">
                <a:solidFill>
                  <a:srgbClr val="002060"/>
                </a:solidFill>
                <a:latin typeface="Times New Roman" panose="02020603050405020304" pitchFamily="18" charset="0"/>
                <a:cs typeface="Times New Roman" panose="02020603050405020304" pitchFamily="18" charset="0"/>
              </a:rPr>
              <a:t>.</a:t>
            </a:r>
            <a:endParaRPr sz="2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63190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143000" y="838200"/>
            <a:ext cx="4073525" cy="504625"/>
          </a:xfrm>
          <a:prstGeom prst="rect">
            <a:avLst/>
          </a:prstGeom>
        </p:spPr>
        <p:txBody>
          <a:bodyPr vert="horz" wrap="square" lIns="0" tIns="12065" rIns="0" bIns="0" rtlCol="0">
            <a:spAutoFit/>
          </a:bodyPr>
          <a:lstStyle/>
          <a:p>
            <a:pPr marL="12700">
              <a:lnSpc>
                <a:spcPct val="100000"/>
              </a:lnSpc>
              <a:spcBef>
                <a:spcPts val="95"/>
              </a:spcBef>
            </a:pPr>
            <a:r>
              <a:rPr spc="-5" dirty="0"/>
              <a:t>Fea</a:t>
            </a:r>
            <a:r>
              <a:rPr spc="-20" dirty="0"/>
              <a:t>t</a:t>
            </a:r>
            <a:r>
              <a:rPr spc="-5" dirty="0"/>
              <a:t>u</a:t>
            </a:r>
            <a:r>
              <a:rPr spc="-20" dirty="0"/>
              <a:t>r</a:t>
            </a:r>
            <a:r>
              <a:rPr spc="-5" dirty="0"/>
              <a:t>es</a:t>
            </a:r>
            <a:r>
              <a:rPr spc="35" dirty="0"/>
              <a:t> </a:t>
            </a:r>
            <a:r>
              <a:rPr spc="-5" dirty="0"/>
              <a:t>of</a:t>
            </a:r>
            <a:r>
              <a:rPr spc="-270" dirty="0"/>
              <a:t> </a:t>
            </a:r>
            <a:r>
              <a:rPr lang="en-IN" spc="-270" dirty="0" smtClean="0"/>
              <a:t> </a:t>
            </a:r>
            <a:r>
              <a:rPr spc="-5" dirty="0" smtClean="0"/>
              <a:t>VLANs</a:t>
            </a:r>
            <a:endParaRPr spc="-5" dirty="0"/>
          </a:p>
        </p:txBody>
      </p:sp>
      <p:sp>
        <p:nvSpPr>
          <p:cNvPr id="4" name="object 4"/>
          <p:cNvSpPr txBox="1"/>
          <p:nvPr/>
        </p:nvSpPr>
        <p:spPr>
          <a:xfrm>
            <a:off x="1143000" y="1676400"/>
            <a:ext cx="10591800" cy="2625655"/>
          </a:xfrm>
          <a:prstGeom prst="rect">
            <a:avLst/>
          </a:prstGeom>
        </p:spPr>
        <p:txBody>
          <a:bodyPr vert="horz" wrap="square" lIns="0" tIns="154305" rIns="0" bIns="0" rtlCol="0">
            <a:spAutoFit/>
          </a:bodyPr>
          <a:lstStyle/>
          <a:p>
            <a:pPr marL="241300" indent="-228600">
              <a:lnSpc>
                <a:spcPct val="150000"/>
              </a:lnSpc>
              <a:spcBef>
                <a:spcPts val="1115"/>
              </a:spcBef>
              <a:buSzPct val="78947"/>
              <a:buChar char="•"/>
              <a:tabLst>
                <a:tab pos="240665" algn="l"/>
                <a:tab pos="241300" algn="l"/>
              </a:tabLst>
            </a:pPr>
            <a:r>
              <a:rPr sz="2600" spc="-5" dirty="0" smtClean="0">
                <a:solidFill>
                  <a:srgbClr val="002060"/>
                </a:solidFill>
                <a:latin typeface="Times New Roman" panose="02020603050405020304" pitchFamily="18" charset="0"/>
                <a:cs typeface="Times New Roman" panose="02020603050405020304" pitchFamily="18" charset="0"/>
              </a:rPr>
              <a:t>VLANs</a:t>
            </a:r>
            <a:r>
              <a:rPr sz="2600" spc="155" dirty="0" smtClean="0">
                <a:solidFill>
                  <a:srgbClr val="002060"/>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are</a:t>
            </a:r>
            <a:r>
              <a:rPr sz="2600" spc="16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more</a:t>
            </a:r>
            <a:r>
              <a:rPr sz="2600" spc="170"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flexible</a:t>
            </a:r>
            <a:r>
              <a:rPr sz="2600" spc="170"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than</a:t>
            </a:r>
            <a:r>
              <a:rPr sz="2600" spc="165"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physical</a:t>
            </a:r>
            <a:r>
              <a:rPr sz="2600" spc="16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LANs</a:t>
            </a:r>
            <a:r>
              <a:rPr sz="2600" spc="16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since</a:t>
            </a:r>
            <a:r>
              <a:rPr sz="2600" spc="16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they</a:t>
            </a:r>
            <a:r>
              <a:rPr sz="2600" spc="16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are</a:t>
            </a:r>
            <a:r>
              <a:rPr sz="2600" spc="16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formed</a:t>
            </a:r>
            <a:r>
              <a:rPr sz="2600" spc="18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by</a:t>
            </a:r>
            <a:r>
              <a:rPr sz="2600" spc="16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logical</a:t>
            </a:r>
            <a:r>
              <a:rPr sz="2600" spc="16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connections.</a:t>
            </a:r>
            <a:r>
              <a:rPr sz="2600" spc="160" dirty="0">
                <a:solidFill>
                  <a:srgbClr val="002060"/>
                </a:solidFill>
                <a:latin typeface="Times New Roman" panose="02020603050405020304" pitchFamily="18" charset="0"/>
                <a:cs typeface="Times New Roman" panose="02020603050405020304" pitchFamily="18" charset="0"/>
              </a:rPr>
              <a:t> </a:t>
            </a:r>
            <a:endParaRPr lang="en-IN" sz="2600" spc="160" dirty="0" smtClean="0">
              <a:solidFill>
                <a:srgbClr val="002060"/>
              </a:solidFill>
              <a:latin typeface="Times New Roman" panose="02020603050405020304" pitchFamily="18" charset="0"/>
              <a:cs typeface="Times New Roman" panose="02020603050405020304" pitchFamily="18" charset="0"/>
            </a:endParaRPr>
          </a:p>
          <a:p>
            <a:pPr marL="241300" indent="-228600">
              <a:lnSpc>
                <a:spcPct val="150000"/>
              </a:lnSpc>
              <a:spcBef>
                <a:spcPts val="1115"/>
              </a:spcBef>
              <a:buSzPct val="78947"/>
              <a:buChar char="•"/>
              <a:tabLst>
                <a:tab pos="240665" algn="l"/>
                <a:tab pos="241300" algn="l"/>
              </a:tabLst>
            </a:pPr>
            <a:r>
              <a:rPr sz="2600" spc="-5" dirty="0" smtClean="0">
                <a:solidFill>
                  <a:srgbClr val="002060"/>
                </a:solidFill>
                <a:latin typeface="Times New Roman" panose="02020603050405020304" pitchFamily="18" charset="0"/>
                <a:cs typeface="Times New Roman" panose="02020603050405020304" pitchFamily="18" charset="0"/>
              </a:rPr>
              <a:t>This</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aids</a:t>
            </a:r>
            <a:r>
              <a:rPr sz="2600" spc="155" dirty="0" smtClean="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spc="155" dirty="0">
                <a:solidFill>
                  <a:srgbClr val="002060"/>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quicker</a:t>
            </a:r>
            <a:r>
              <a:rPr sz="2600" spc="170"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and</a:t>
            </a:r>
            <a:r>
              <a:rPr sz="2600" spc="160"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cheaper</a:t>
            </a:r>
            <a:r>
              <a:rPr sz="2600" spc="180"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reconfiguration</a:t>
            </a:r>
            <a:r>
              <a:rPr sz="2600" spc="17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of</a:t>
            </a:r>
            <a:r>
              <a:rPr sz="2600" spc="15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devices</a:t>
            </a:r>
            <a:r>
              <a:rPr sz="2600" spc="17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when</a:t>
            </a:r>
            <a:r>
              <a:rPr sz="2600" spc="16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a:t>
            </a:r>
            <a:r>
              <a:rPr sz="2600" spc="16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logical</a:t>
            </a:r>
            <a:r>
              <a:rPr sz="2600" spc="16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partitioning</a:t>
            </a:r>
            <a:r>
              <a:rPr sz="2600" spc="17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needs</a:t>
            </a:r>
            <a:r>
              <a:rPr sz="2600" spc="15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a:t>
            </a:r>
            <a:r>
              <a:rPr sz="2600" spc="160" dirty="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be</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changed</a:t>
            </a:r>
            <a:r>
              <a:rPr sz="2600" spc="-5" dirty="0">
                <a:solidFill>
                  <a:srgbClr val="002060"/>
                </a:solidFill>
                <a:latin typeface="Times New Roman" panose="02020603050405020304" pitchFamily="18" charset="0"/>
                <a:cs typeface="Times New Roman" panose="02020603050405020304" pitchFamily="18" charset="0"/>
              </a:rPr>
              <a:t>.</a:t>
            </a:r>
            <a:endParaRPr sz="2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5519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5208778"/>
            <a:ext cx="12188825" cy="1441448"/>
          </a:xfrm>
          <a:prstGeom prst="rect">
            <a:avLst/>
          </a:prstGeom>
        </p:spPr>
      </p:pic>
      <p:sp>
        <p:nvSpPr>
          <p:cNvPr id="3" name="object 3"/>
          <p:cNvSpPr txBox="1"/>
          <p:nvPr/>
        </p:nvSpPr>
        <p:spPr>
          <a:xfrm>
            <a:off x="990600" y="762000"/>
            <a:ext cx="10896600" cy="4763484"/>
          </a:xfrm>
          <a:prstGeom prst="rect">
            <a:avLst/>
          </a:prstGeom>
        </p:spPr>
        <p:txBody>
          <a:bodyPr vert="horz" wrap="square" lIns="0" tIns="13335" rIns="0" bIns="0" rtlCol="0">
            <a:spAutoFit/>
          </a:bodyPr>
          <a:lstStyle/>
          <a:p>
            <a:pPr marL="241300" indent="-229235">
              <a:lnSpc>
                <a:spcPct val="150000"/>
              </a:lnSpc>
              <a:spcBef>
                <a:spcPts val="105"/>
              </a:spcBef>
              <a:buSzPct val="78846"/>
              <a:buFont typeface="Arial MT"/>
              <a:buChar char="•"/>
              <a:tabLst>
                <a:tab pos="241300" algn="l"/>
                <a:tab pos="241935" algn="l"/>
                <a:tab pos="1370330" algn="l"/>
                <a:tab pos="2211705" algn="l"/>
                <a:tab pos="3492500" algn="l"/>
                <a:tab pos="3929379" algn="l"/>
                <a:tab pos="4310380" algn="l"/>
                <a:tab pos="5668645" algn="l"/>
                <a:tab pos="6122670" algn="l"/>
                <a:tab pos="7165340" algn="l"/>
                <a:tab pos="7785734" algn="l"/>
                <a:tab pos="8519160" algn="l"/>
                <a:tab pos="9579610" algn="l"/>
              </a:tabLst>
            </a:pPr>
            <a:r>
              <a:rPr sz="2600" i="1" spc="-50" dirty="0">
                <a:solidFill>
                  <a:schemeClr val="accent2">
                    <a:lumMod val="75000"/>
                  </a:schemeClr>
                </a:solidFill>
                <a:latin typeface="Times New Roman" panose="02020603050405020304" pitchFamily="18" charset="0"/>
                <a:cs typeface="Times New Roman" panose="02020603050405020304" pitchFamily="18" charset="0"/>
              </a:rPr>
              <a:t>V</a:t>
            </a:r>
            <a:r>
              <a:rPr sz="2600" i="1" dirty="0">
                <a:solidFill>
                  <a:schemeClr val="accent2">
                    <a:lumMod val="75000"/>
                  </a:schemeClr>
                </a:solidFill>
                <a:latin typeface="Times New Roman" panose="02020603050405020304" pitchFamily="18" charset="0"/>
                <a:cs typeface="Times New Roman" panose="02020603050405020304" pitchFamily="18" charset="0"/>
              </a:rPr>
              <a:t>ir</a:t>
            </a:r>
            <a:r>
              <a:rPr sz="2600" i="1" spc="-15" dirty="0">
                <a:solidFill>
                  <a:schemeClr val="accent2">
                    <a:lumMod val="75000"/>
                  </a:schemeClr>
                </a:solidFill>
                <a:latin typeface="Times New Roman" panose="02020603050405020304" pitchFamily="18" charset="0"/>
                <a:cs typeface="Times New Roman" panose="02020603050405020304" pitchFamily="18" charset="0"/>
              </a:rPr>
              <a:t>t</a:t>
            </a:r>
            <a:r>
              <a:rPr sz="2600" i="1" dirty="0">
                <a:solidFill>
                  <a:schemeClr val="accent2">
                    <a:lumMod val="75000"/>
                  </a:schemeClr>
                </a:solidFill>
                <a:latin typeface="Times New Roman" panose="02020603050405020304" pitchFamily="18" charset="0"/>
                <a:cs typeface="Times New Roman" panose="02020603050405020304" pitchFamily="18" charset="0"/>
              </a:rPr>
              <a:t>ual	LAN	(VL</a:t>
            </a:r>
            <a:r>
              <a:rPr sz="2600" i="1" spc="-15" dirty="0">
                <a:solidFill>
                  <a:schemeClr val="accent2">
                    <a:lumMod val="75000"/>
                  </a:schemeClr>
                </a:solidFill>
                <a:latin typeface="Times New Roman" panose="02020603050405020304" pitchFamily="18" charset="0"/>
                <a:cs typeface="Times New Roman" panose="02020603050405020304" pitchFamily="18" charset="0"/>
              </a:rPr>
              <a:t>A</a:t>
            </a:r>
            <a:r>
              <a:rPr sz="2600" i="1" dirty="0">
                <a:solidFill>
                  <a:schemeClr val="accent2">
                    <a:lumMod val="75000"/>
                  </a:schemeClr>
                </a:solidFill>
                <a:latin typeface="Times New Roman" panose="02020603050405020304" pitchFamily="18" charset="0"/>
                <a:cs typeface="Times New Roman" panose="02020603050405020304" pitchFamily="18" charset="0"/>
              </a:rPr>
              <a:t>N)</a:t>
            </a:r>
            <a:r>
              <a:rPr sz="2600" i="1"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a:t>
            </a:r>
            <a:r>
              <a:rPr sz="2600" dirty="0">
                <a:solidFill>
                  <a:srgbClr val="002060"/>
                </a:solidFill>
                <a:latin typeface="Times New Roman" panose="02020603050405020304" pitchFamily="18" charset="0"/>
                <a:cs typeface="Times New Roman" panose="02020603050405020304" pitchFamily="18" charset="0"/>
              </a:rPr>
              <a:t>s	a	conce</a:t>
            </a:r>
            <a:r>
              <a:rPr sz="2600" spc="5" dirty="0">
                <a:solidFill>
                  <a:srgbClr val="002060"/>
                </a:solidFill>
                <a:latin typeface="Times New Roman" panose="02020603050405020304" pitchFamily="18" charset="0"/>
                <a:cs typeface="Times New Roman" panose="02020603050405020304" pitchFamily="18" charset="0"/>
              </a:rPr>
              <a:t>p</a:t>
            </a:r>
            <a:r>
              <a:rPr sz="2600" dirty="0">
                <a:solidFill>
                  <a:srgbClr val="002060"/>
                </a:solidFill>
                <a:latin typeface="Times New Roman" panose="02020603050405020304" pitchFamily="18" charset="0"/>
                <a:cs typeface="Times New Roman" panose="02020603050405020304" pitchFamily="18" charset="0"/>
              </a:rPr>
              <a:t>t	</a:t>
            </a:r>
            <a:r>
              <a:rPr sz="2600" spc="-5" dirty="0">
                <a:solidFill>
                  <a:srgbClr val="002060"/>
                </a:solidFill>
                <a:latin typeface="Times New Roman" panose="02020603050405020304" pitchFamily="18" charset="0"/>
                <a:cs typeface="Times New Roman" panose="02020603050405020304" pitchFamily="18" charset="0"/>
              </a:rPr>
              <a:t>i</a:t>
            </a:r>
            <a:r>
              <a:rPr sz="2600" dirty="0">
                <a:solidFill>
                  <a:srgbClr val="002060"/>
                </a:solidFill>
                <a:latin typeface="Times New Roman" panose="02020603050405020304" pitchFamily="18" charset="0"/>
                <a:cs typeface="Times New Roman" panose="02020603050405020304" pitchFamily="18" charset="0"/>
              </a:rPr>
              <a:t>n	</a:t>
            </a:r>
            <a:r>
              <a:rPr sz="2600" spc="-15" dirty="0">
                <a:solidFill>
                  <a:srgbClr val="002060"/>
                </a:solidFill>
                <a:latin typeface="Times New Roman" panose="02020603050405020304" pitchFamily="18" charset="0"/>
                <a:cs typeface="Times New Roman" panose="02020603050405020304" pitchFamily="18" charset="0"/>
              </a:rPr>
              <a:t>w</a:t>
            </a:r>
            <a:r>
              <a:rPr sz="2600" dirty="0">
                <a:solidFill>
                  <a:srgbClr val="002060"/>
                </a:solidFill>
                <a:latin typeface="Times New Roman" panose="02020603050405020304" pitchFamily="18" charset="0"/>
                <a:cs typeface="Times New Roman" panose="02020603050405020304" pitchFamily="18" charset="0"/>
              </a:rPr>
              <a:t>hich	we	can	d</a:t>
            </a:r>
            <a:r>
              <a:rPr sz="2600" spc="-15" dirty="0">
                <a:solidFill>
                  <a:srgbClr val="002060"/>
                </a:solidFill>
                <a:latin typeface="Times New Roman" panose="02020603050405020304" pitchFamily="18" charset="0"/>
                <a:cs typeface="Times New Roman" panose="02020603050405020304" pitchFamily="18" charset="0"/>
              </a:rPr>
              <a:t>i</a:t>
            </a:r>
            <a:r>
              <a:rPr sz="2600" dirty="0">
                <a:solidFill>
                  <a:srgbClr val="002060"/>
                </a:solidFill>
                <a:latin typeface="Times New Roman" panose="02020603050405020304" pitchFamily="18" charset="0"/>
                <a:cs typeface="Times New Roman" panose="02020603050405020304" pitchFamily="18" charset="0"/>
              </a:rPr>
              <a:t>vide	the</a:t>
            </a:r>
          </a:p>
          <a:p>
            <a:pPr marL="241300">
              <a:lnSpc>
                <a:spcPct val="150000"/>
              </a:lnSpc>
              <a:tabLst>
                <a:tab pos="1530350" algn="l"/>
                <a:tab pos="2875280" algn="l"/>
                <a:tab pos="3409950" algn="l"/>
                <a:tab pos="4295140" algn="l"/>
                <a:tab pos="4647565" algn="l"/>
                <a:tab pos="5569585" algn="l"/>
                <a:tab pos="6234430" algn="l"/>
                <a:tab pos="7320915" algn="l"/>
                <a:tab pos="8970010" algn="l"/>
                <a:tab pos="9855835" algn="l"/>
              </a:tabLst>
            </a:pPr>
            <a:r>
              <a:rPr sz="2600" dirty="0">
                <a:solidFill>
                  <a:srgbClr val="002060"/>
                </a:solidFill>
                <a:latin typeface="Times New Roman" panose="02020603050405020304" pitchFamily="18" charset="0"/>
                <a:cs typeface="Times New Roman" panose="02020603050405020304" pitchFamily="18" charset="0"/>
              </a:rPr>
              <a:t>d</a:t>
            </a:r>
            <a:r>
              <a:rPr sz="2600" spc="5" dirty="0">
                <a:solidFill>
                  <a:srgbClr val="002060"/>
                </a:solidFill>
                <a:latin typeface="Times New Roman" panose="02020603050405020304" pitchFamily="18" charset="0"/>
                <a:cs typeface="Times New Roman" panose="02020603050405020304" pitchFamily="18" charset="0"/>
              </a:rPr>
              <a:t>e</a:t>
            </a:r>
            <a:r>
              <a:rPr sz="2600" dirty="0">
                <a:solidFill>
                  <a:srgbClr val="002060"/>
                </a:solidFill>
                <a:latin typeface="Times New Roman" panose="02020603050405020304" pitchFamily="18" charset="0"/>
                <a:cs typeface="Times New Roman" panose="02020603050405020304" pitchFamily="18" charset="0"/>
              </a:rPr>
              <a:t>v</a:t>
            </a:r>
            <a:r>
              <a:rPr sz="2600" spc="-10" dirty="0">
                <a:solidFill>
                  <a:srgbClr val="002060"/>
                </a:solidFill>
                <a:latin typeface="Times New Roman" panose="02020603050405020304" pitchFamily="18" charset="0"/>
                <a:cs typeface="Times New Roman" panose="02020603050405020304" pitchFamily="18" charset="0"/>
              </a:rPr>
              <a:t>i</a:t>
            </a:r>
            <a:r>
              <a:rPr sz="2600" dirty="0">
                <a:solidFill>
                  <a:srgbClr val="002060"/>
                </a:solidFill>
                <a:latin typeface="Times New Roman" panose="02020603050405020304" pitchFamily="18" charset="0"/>
                <a:cs typeface="Times New Roman" panose="02020603050405020304" pitchFamily="18" charset="0"/>
              </a:rPr>
              <a:t>ces	logi</a:t>
            </a:r>
            <a:r>
              <a:rPr sz="2600" spc="5" dirty="0">
                <a:solidFill>
                  <a:srgbClr val="002060"/>
                </a:solidFill>
                <a:latin typeface="Times New Roman" panose="02020603050405020304" pitchFamily="18" charset="0"/>
                <a:cs typeface="Times New Roman" panose="02020603050405020304" pitchFamily="18" charset="0"/>
              </a:rPr>
              <a:t>c</a:t>
            </a:r>
            <a:r>
              <a:rPr sz="2600" dirty="0">
                <a:solidFill>
                  <a:srgbClr val="002060"/>
                </a:solidFill>
                <a:latin typeface="Times New Roman" panose="02020603050405020304" pitchFamily="18" charset="0"/>
                <a:cs typeface="Times New Roman" panose="02020603050405020304" pitchFamily="18" charset="0"/>
              </a:rPr>
              <a:t>al</a:t>
            </a:r>
            <a:r>
              <a:rPr sz="2600" spc="-15" dirty="0">
                <a:solidFill>
                  <a:srgbClr val="002060"/>
                </a:solidFill>
                <a:latin typeface="Times New Roman" panose="02020603050405020304" pitchFamily="18" charset="0"/>
                <a:cs typeface="Times New Roman" panose="02020603050405020304" pitchFamily="18" charset="0"/>
              </a:rPr>
              <a:t>l</a:t>
            </a:r>
            <a:r>
              <a:rPr sz="2600" dirty="0">
                <a:solidFill>
                  <a:srgbClr val="002060"/>
                </a:solidFill>
                <a:latin typeface="Times New Roman" panose="02020603050405020304" pitchFamily="18" charset="0"/>
                <a:cs typeface="Times New Roman" panose="02020603050405020304" pitchFamily="18" charset="0"/>
              </a:rPr>
              <a:t>y	on	la</a:t>
            </a:r>
            <a:r>
              <a:rPr sz="2600" spc="5" dirty="0">
                <a:solidFill>
                  <a:srgbClr val="002060"/>
                </a:solidFill>
                <a:latin typeface="Times New Roman" panose="02020603050405020304" pitchFamily="18" charset="0"/>
                <a:cs typeface="Times New Roman" panose="02020603050405020304" pitchFamily="18" charset="0"/>
              </a:rPr>
              <a:t>y</a:t>
            </a:r>
            <a:r>
              <a:rPr sz="2600" dirty="0">
                <a:solidFill>
                  <a:srgbClr val="002060"/>
                </a:solidFill>
                <a:latin typeface="Times New Roman" panose="02020603050405020304" pitchFamily="18" charset="0"/>
                <a:cs typeface="Times New Roman" panose="02020603050405020304" pitchFamily="18" charset="0"/>
              </a:rPr>
              <a:t>er	2	(data	link	la</a:t>
            </a:r>
            <a:r>
              <a:rPr sz="2600" spc="5" dirty="0">
                <a:solidFill>
                  <a:srgbClr val="002060"/>
                </a:solidFill>
                <a:latin typeface="Times New Roman" panose="02020603050405020304" pitchFamily="18" charset="0"/>
                <a:cs typeface="Times New Roman" panose="02020603050405020304" pitchFamily="18" charset="0"/>
              </a:rPr>
              <a:t>y</a:t>
            </a:r>
            <a:r>
              <a:rPr sz="2600" dirty="0">
                <a:solidFill>
                  <a:srgbClr val="002060"/>
                </a:solidFill>
                <a:latin typeface="Times New Roman" panose="02020603050405020304" pitchFamily="18" charset="0"/>
                <a:cs typeface="Times New Roman" panose="02020603050405020304" pitchFamily="18" charset="0"/>
              </a:rPr>
              <a:t>er).	</a:t>
            </a:r>
            <a:endParaRPr lang="en-IN" sz="2600" dirty="0" smtClean="0">
              <a:solidFill>
                <a:srgbClr val="002060"/>
              </a:solidFill>
              <a:latin typeface="Times New Roman" panose="02020603050405020304" pitchFamily="18" charset="0"/>
              <a:cs typeface="Times New Roman" panose="02020603050405020304" pitchFamily="18" charset="0"/>
            </a:endParaRPr>
          </a:p>
          <a:p>
            <a:pPr marL="241300">
              <a:lnSpc>
                <a:spcPct val="150000"/>
              </a:lnSpc>
              <a:tabLst>
                <a:tab pos="1530350" algn="l"/>
                <a:tab pos="2875280" algn="l"/>
                <a:tab pos="3409950" algn="l"/>
                <a:tab pos="4295140" algn="l"/>
                <a:tab pos="4647565" algn="l"/>
                <a:tab pos="5569585" algn="l"/>
                <a:tab pos="6234430" algn="l"/>
                <a:tab pos="7320915" algn="l"/>
                <a:tab pos="8970010" algn="l"/>
                <a:tab pos="9855835" algn="l"/>
              </a:tabLst>
            </a:pPr>
            <a:r>
              <a:rPr sz="2600" dirty="0" smtClean="0">
                <a:solidFill>
                  <a:srgbClr val="002060"/>
                </a:solidFill>
                <a:latin typeface="Times New Roman" panose="02020603050405020304" pitchFamily="18" charset="0"/>
                <a:cs typeface="Times New Roman" panose="02020603050405020304" pitchFamily="18" charset="0"/>
              </a:rPr>
              <a:t>General</a:t>
            </a:r>
            <a:r>
              <a:rPr sz="2600" spc="-15" dirty="0" smtClean="0">
                <a:solidFill>
                  <a:srgbClr val="002060"/>
                </a:solidFill>
                <a:latin typeface="Times New Roman" panose="02020603050405020304" pitchFamily="18" charset="0"/>
                <a:cs typeface="Times New Roman" panose="02020603050405020304" pitchFamily="18" charset="0"/>
              </a:rPr>
              <a:t>l</a:t>
            </a:r>
            <a:r>
              <a:rPr sz="2600" spc="-185" dirty="0" smtClean="0">
                <a:solidFill>
                  <a:srgbClr val="002060"/>
                </a:solidFill>
                <a:latin typeface="Times New Roman" panose="02020603050405020304" pitchFamily="18" charset="0"/>
                <a:cs typeface="Times New Roman" panose="02020603050405020304" pitchFamily="18" charset="0"/>
              </a:rPr>
              <a:t>y</a:t>
            </a:r>
            <a:r>
              <a:rPr sz="2600" dirty="0" smtClean="0">
                <a:solidFill>
                  <a:srgbClr val="002060"/>
                </a:solidFill>
                <a:latin typeface="Times New Roman" panose="02020603050405020304" pitchFamily="18" charset="0"/>
                <a:cs typeface="Times New Roman" panose="02020603050405020304" pitchFamily="18" charset="0"/>
              </a:rPr>
              <a:t>,</a:t>
            </a:r>
            <a:r>
              <a:rPr lang="en-IN" sz="2600"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la</a:t>
            </a:r>
            <a:r>
              <a:rPr sz="2600" spc="5" dirty="0" smtClean="0">
                <a:solidFill>
                  <a:srgbClr val="002060"/>
                </a:solidFill>
                <a:latin typeface="Times New Roman" panose="02020603050405020304" pitchFamily="18" charset="0"/>
                <a:cs typeface="Times New Roman" panose="02020603050405020304" pitchFamily="18" charset="0"/>
              </a:rPr>
              <a:t>y</a:t>
            </a:r>
            <a:r>
              <a:rPr sz="2600" dirty="0" smtClean="0">
                <a:solidFill>
                  <a:srgbClr val="002060"/>
                </a:solidFill>
                <a:latin typeface="Times New Roman" panose="02020603050405020304" pitchFamily="18" charset="0"/>
                <a:cs typeface="Times New Roman" panose="02020603050405020304" pitchFamily="18" charset="0"/>
              </a:rPr>
              <a:t>er</a:t>
            </a:r>
            <a:r>
              <a:rPr lang="en-IN" sz="2600" dirty="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3</a:t>
            </a:r>
            <a:r>
              <a:rPr lang="en-IN" sz="2600"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d</a:t>
            </a:r>
            <a:r>
              <a:rPr sz="2600" spc="5" dirty="0" smtClean="0">
                <a:solidFill>
                  <a:srgbClr val="002060"/>
                </a:solidFill>
                <a:latin typeface="Times New Roman" panose="02020603050405020304" pitchFamily="18" charset="0"/>
                <a:cs typeface="Times New Roman" panose="02020603050405020304" pitchFamily="18" charset="0"/>
              </a:rPr>
              <a:t>e</a:t>
            </a:r>
            <a:r>
              <a:rPr sz="2600" dirty="0" smtClean="0">
                <a:solidFill>
                  <a:srgbClr val="002060"/>
                </a:solidFill>
                <a:latin typeface="Times New Roman" panose="02020603050405020304" pitchFamily="18" charset="0"/>
                <a:cs typeface="Times New Roman" panose="02020603050405020304" pitchFamily="18" charset="0"/>
              </a:rPr>
              <a:t>v</a:t>
            </a:r>
            <a:r>
              <a:rPr sz="2600" spc="-10" dirty="0" smtClean="0">
                <a:solidFill>
                  <a:srgbClr val="002060"/>
                </a:solidFill>
                <a:latin typeface="Times New Roman" panose="02020603050405020304" pitchFamily="18" charset="0"/>
                <a:cs typeface="Times New Roman" panose="02020603050405020304" pitchFamily="18" charset="0"/>
              </a:rPr>
              <a:t>i</a:t>
            </a:r>
            <a:r>
              <a:rPr sz="2600" dirty="0" smtClean="0">
                <a:solidFill>
                  <a:srgbClr val="002060"/>
                </a:solidFill>
                <a:latin typeface="Times New Roman" panose="02020603050405020304" pitchFamily="18" charset="0"/>
                <a:cs typeface="Times New Roman" panose="02020603050405020304" pitchFamily="18" charset="0"/>
              </a:rPr>
              <a:t>ces</a:t>
            </a:r>
            <a:r>
              <a:rPr lang="en-IN" sz="2600"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di</a:t>
            </a:r>
            <a:r>
              <a:rPr sz="2600" spc="5" dirty="0" smtClean="0">
                <a:solidFill>
                  <a:srgbClr val="002060"/>
                </a:solidFill>
                <a:latin typeface="Times New Roman" panose="02020603050405020304" pitchFamily="18" charset="0"/>
                <a:cs typeface="Times New Roman" panose="02020603050405020304" pitchFamily="18" charset="0"/>
              </a:rPr>
              <a:t>v</a:t>
            </a:r>
            <a:r>
              <a:rPr sz="2600" dirty="0" smtClean="0">
                <a:solidFill>
                  <a:srgbClr val="002060"/>
                </a:solidFill>
                <a:latin typeface="Times New Roman" panose="02020603050405020304" pitchFamily="18" charset="0"/>
                <a:cs typeface="Times New Roman" panose="02020603050405020304" pitchFamily="18" charset="0"/>
              </a:rPr>
              <a:t>ides</a:t>
            </a:r>
            <a:r>
              <a:rPr lang="en-IN" sz="2600"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broadcast</a:t>
            </a:r>
            <a:r>
              <a:rPr lang="en-IN" sz="2600"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d</a:t>
            </a:r>
            <a:r>
              <a:rPr sz="2600" spc="5" dirty="0" smtClean="0">
                <a:solidFill>
                  <a:srgbClr val="002060"/>
                </a:solidFill>
                <a:latin typeface="Times New Roman" panose="02020603050405020304" pitchFamily="18" charset="0"/>
                <a:cs typeface="Times New Roman" panose="02020603050405020304" pitchFamily="18" charset="0"/>
              </a:rPr>
              <a:t>o</a:t>
            </a:r>
            <a:r>
              <a:rPr sz="2600" dirty="0" smtClean="0">
                <a:solidFill>
                  <a:srgbClr val="002060"/>
                </a:solidFill>
                <a:latin typeface="Times New Roman" panose="02020603050405020304" pitchFamily="18" charset="0"/>
                <a:cs typeface="Times New Roman" panose="02020603050405020304" pitchFamily="18" charset="0"/>
              </a:rPr>
              <a:t>main</a:t>
            </a:r>
            <a:r>
              <a:rPr lang="en-IN" sz="2600"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but</a:t>
            </a:r>
            <a:r>
              <a:rPr lang="en-IN" sz="2600"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bro</a:t>
            </a:r>
            <a:r>
              <a:rPr sz="2600" spc="5" dirty="0" smtClean="0">
                <a:solidFill>
                  <a:srgbClr val="002060"/>
                </a:solidFill>
                <a:latin typeface="Times New Roman" panose="02020603050405020304" pitchFamily="18" charset="0"/>
                <a:cs typeface="Times New Roman" panose="02020603050405020304" pitchFamily="18" charset="0"/>
              </a:rPr>
              <a:t>a</a:t>
            </a:r>
            <a:r>
              <a:rPr sz="2600" dirty="0" smtClean="0">
                <a:solidFill>
                  <a:srgbClr val="002060"/>
                </a:solidFill>
                <a:latin typeface="Times New Roman" panose="02020603050405020304" pitchFamily="18" charset="0"/>
                <a:cs typeface="Times New Roman" panose="02020603050405020304" pitchFamily="18" charset="0"/>
              </a:rPr>
              <a:t>dca</a:t>
            </a:r>
            <a:r>
              <a:rPr sz="2600" spc="5" dirty="0" smtClean="0">
                <a:solidFill>
                  <a:srgbClr val="002060"/>
                </a:solidFill>
                <a:latin typeface="Times New Roman" panose="02020603050405020304" pitchFamily="18" charset="0"/>
                <a:cs typeface="Times New Roman" panose="02020603050405020304" pitchFamily="18" charset="0"/>
              </a:rPr>
              <a:t>s</a:t>
            </a:r>
            <a:r>
              <a:rPr sz="2600" dirty="0" smtClean="0">
                <a:solidFill>
                  <a:srgbClr val="002060"/>
                </a:solidFill>
                <a:latin typeface="Times New Roman" panose="02020603050405020304" pitchFamily="18" charset="0"/>
                <a:cs typeface="Times New Roman" panose="02020603050405020304" pitchFamily="18" charset="0"/>
              </a:rPr>
              <a:t>t</a:t>
            </a:r>
            <a:r>
              <a:rPr lang="en-IN" sz="2600"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d</a:t>
            </a:r>
            <a:r>
              <a:rPr sz="2600" spc="5" dirty="0" smtClean="0">
                <a:solidFill>
                  <a:srgbClr val="002060"/>
                </a:solidFill>
                <a:latin typeface="Times New Roman" panose="02020603050405020304" pitchFamily="18" charset="0"/>
                <a:cs typeface="Times New Roman" panose="02020603050405020304" pitchFamily="18" charset="0"/>
              </a:rPr>
              <a:t>o</a:t>
            </a:r>
            <a:r>
              <a:rPr sz="2600" dirty="0" smtClean="0">
                <a:solidFill>
                  <a:srgbClr val="002060"/>
                </a:solidFill>
                <a:latin typeface="Times New Roman" panose="02020603050405020304" pitchFamily="18" charset="0"/>
                <a:cs typeface="Times New Roman" panose="02020603050405020304" pitchFamily="18" charset="0"/>
              </a:rPr>
              <a:t>main</a:t>
            </a:r>
            <a:r>
              <a:rPr lang="en-IN" sz="2600"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can</a:t>
            </a:r>
            <a:r>
              <a:rPr lang="en-IN" sz="260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be  </a:t>
            </a:r>
            <a:r>
              <a:rPr sz="2600" dirty="0">
                <a:solidFill>
                  <a:srgbClr val="002060"/>
                </a:solidFill>
                <a:latin typeface="Times New Roman" panose="02020603050405020304" pitchFamily="18" charset="0"/>
                <a:cs typeface="Times New Roman" panose="02020603050405020304" pitchFamily="18" charset="0"/>
              </a:rPr>
              <a:t>divided</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by switches</a:t>
            </a:r>
            <a:r>
              <a:rPr sz="2600" spc="-2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using</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concept</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of</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VLAN.</a:t>
            </a:r>
          </a:p>
          <a:p>
            <a:pPr marL="241300" indent="-229235">
              <a:lnSpc>
                <a:spcPct val="150000"/>
              </a:lnSpc>
              <a:spcBef>
                <a:spcPts val="860"/>
              </a:spcBef>
              <a:buSzPct val="78846"/>
              <a:buChar char="•"/>
              <a:tabLst>
                <a:tab pos="241300" algn="l"/>
                <a:tab pos="241935" algn="l"/>
                <a:tab pos="607060" algn="l"/>
                <a:tab pos="2223770" algn="l"/>
                <a:tab pos="3472179" algn="l"/>
                <a:tab pos="3874770" algn="l"/>
                <a:tab pos="4222115" algn="l"/>
                <a:tab pos="5545455" algn="l"/>
                <a:tab pos="6978015" algn="l"/>
                <a:tab pos="7399020" algn="l"/>
                <a:tab pos="8409305" algn="l"/>
                <a:tab pos="8736965" algn="l"/>
                <a:tab pos="9086215" algn="l"/>
              </a:tabLst>
            </a:pPr>
            <a:r>
              <a:rPr sz="2600" dirty="0">
                <a:solidFill>
                  <a:schemeClr val="accent2">
                    <a:lumMod val="75000"/>
                  </a:schemeClr>
                </a:solidFill>
                <a:latin typeface="Times New Roman" panose="02020603050405020304" pitchFamily="18" charset="0"/>
                <a:cs typeface="Times New Roman" panose="02020603050405020304" pitchFamily="18" charset="0"/>
              </a:rPr>
              <a:t>A	bro</a:t>
            </a:r>
            <a:r>
              <a:rPr sz="2600" spc="5" dirty="0">
                <a:solidFill>
                  <a:schemeClr val="accent2">
                    <a:lumMod val="75000"/>
                  </a:schemeClr>
                </a:solidFill>
                <a:latin typeface="Times New Roman" panose="02020603050405020304" pitchFamily="18" charset="0"/>
                <a:cs typeface="Times New Roman" panose="02020603050405020304" pitchFamily="18" charset="0"/>
              </a:rPr>
              <a:t>a</a:t>
            </a:r>
            <a:r>
              <a:rPr sz="2600" dirty="0">
                <a:solidFill>
                  <a:schemeClr val="accent2">
                    <a:lumMod val="75000"/>
                  </a:schemeClr>
                </a:solidFill>
                <a:latin typeface="Times New Roman" panose="02020603050405020304" pitchFamily="18" charset="0"/>
                <a:cs typeface="Times New Roman" panose="02020603050405020304" pitchFamily="18" charset="0"/>
              </a:rPr>
              <a:t>dca</a:t>
            </a:r>
            <a:r>
              <a:rPr sz="2600" spc="5" dirty="0">
                <a:solidFill>
                  <a:schemeClr val="accent2">
                    <a:lumMod val="75000"/>
                  </a:schemeClr>
                </a:solidFill>
                <a:latin typeface="Times New Roman" panose="02020603050405020304" pitchFamily="18" charset="0"/>
                <a:cs typeface="Times New Roman" panose="02020603050405020304" pitchFamily="18" charset="0"/>
              </a:rPr>
              <a:t>s</a:t>
            </a:r>
            <a:r>
              <a:rPr sz="2600" dirty="0">
                <a:solidFill>
                  <a:schemeClr val="accent2">
                    <a:lumMod val="75000"/>
                  </a:schemeClr>
                </a:solidFill>
                <a:latin typeface="Times New Roman" panose="02020603050405020304" pitchFamily="18" charset="0"/>
                <a:cs typeface="Times New Roman" panose="02020603050405020304" pitchFamily="18" charset="0"/>
              </a:rPr>
              <a:t>t	d</a:t>
            </a:r>
            <a:r>
              <a:rPr sz="2600" spc="5" dirty="0">
                <a:solidFill>
                  <a:schemeClr val="accent2">
                    <a:lumMod val="75000"/>
                  </a:schemeClr>
                </a:solidFill>
                <a:latin typeface="Times New Roman" panose="02020603050405020304" pitchFamily="18" charset="0"/>
                <a:cs typeface="Times New Roman" panose="02020603050405020304" pitchFamily="18" charset="0"/>
              </a:rPr>
              <a:t>o</a:t>
            </a:r>
            <a:r>
              <a:rPr sz="2600" dirty="0">
                <a:solidFill>
                  <a:schemeClr val="accent2">
                    <a:lumMod val="75000"/>
                  </a:schemeClr>
                </a:solidFill>
                <a:latin typeface="Times New Roman" panose="02020603050405020304" pitchFamily="18" charset="0"/>
                <a:cs typeface="Times New Roman" panose="02020603050405020304" pitchFamily="18" charset="0"/>
              </a:rPr>
              <a:t>main</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a:t>
            </a:r>
            <a:r>
              <a:rPr sz="2600" dirty="0">
                <a:solidFill>
                  <a:srgbClr val="002060"/>
                </a:solidFill>
                <a:latin typeface="Times New Roman" panose="02020603050405020304" pitchFamily="18" charset="0"/>
                <a:cs typeface="Times New Roman" panose="02020603050405020304" pitchFamily="18" charset="0"/>
              </a:rPr>
              <a:t>s	a	n</a:t>
            </a:r>
            <a:r>
              <a:rPr sz="2600" spc="5" dirty="0">
                <a:solidFill>
                  <a:srgbClr val="002060"/>
                </a:solidFill>
                <a:latin typeface="Times New Roman" panose="02020603050405020304" pitchFamily="18" charset="0"/>
                <a:cs typeface="Times New Roman" panose="02020603050405020304" pitchFamily="18" charset="0"/>
              </a:rPr>
              <a:t>et</a:t>
            </a:r>
            <a:r>
              <a:rPr sz="2600" dirty="0">
                <a:solidFill>
                  <a:srgbClr val="002060"/>
                </a:solidFill>
                <a:latin typeface="Times New Roman" panose="02020603050405020304" pitchFamily="18" charset="0"/>
                <a:cs typeface="Times New Roman" panose="02020603050405020304" pitchFamily="18" charset="0"/>
              </a:rPr>
              <a:t>w</a:t>
            </a:r>
            <a:r>
              <a:rPr sz="2600" spc="5" dirty="0">
                <a:solidFill>
                  <a:srgbClr val="002060"/>
                </a:solidFill>
                <a:latin typeface="Times New Roman" panose="02020603050405020304" pitchFamily="18" charset="0"/>
                <a:cs typeface="Times New Roman" panose="02020603050405020304" pitchFamily="18" charset="0"/>
              </a:rPr>
              <a:t>o</a:t>
            </a:r>
            <a:r>
              <a:rPr sz="2600" spc="-20" dirty="0">
                <a:solidFill>
                  <a:srgbClr val="002060"/>
                </a:solidFill>
                <a:latin typeface="Times New Roman" panose="02020603050405020304" pitchFamily="18" charset="0"/>
                <a:cs typeface="Times New Roman" panose="02020603050405020304" pitchFamily="18" charset="0"/>
              </a:rPr>
              <a:t>r</a:t>
            </a:r>
            <a:r>
              <a:rPr sz="2600" dirty="0">
                <a:solidFill>
                  <a:srgbClr val="002060"/>
                </a:solidFill>
                <a:latin typeface="Times New Roman" panose="02020603050405020304" pitchFamily="18" charset="0"/>
                <a:cs typeface="Times New Roman" panose="02020603050405020304" pitchFamily="18" charset="0"/>
              </a:rPr>
              <a:t>k	s</a:t>
            </a:r>
            <a:r>
              <a:rPr sz="2600" spc="5" dirty="0">
                <a:solidFill>
                  <a:srgbClr val="002060"/>
                </a:solidFill>
                <a:latin typeface="Times New Roman" panose="02020603050405020304" pitchFamily="18" charset="0"/>
                <a:cs typeface="Times New Roman" panose="02020603050405020304" pitchFamily="18" charset="0"/>
              </a:rPr>
              <a:t>e</a:t>
            </a:r>
            <a:r>
              <a:rPr sz="2600" spc="-10" dirty="0">
                <a:solidFill>
                  <a:srgbClr val="002060"/>
                </a:solidFill>
                <a:latin typeface="Times New Roman" panose="02020603050405020304" pitchFamily="18" charset="0"/>
                <a:cs typeface="Times New Roman" panose="02020603050405020304" pitchFamily="18" charset="0"/>
              </a:rPr>
              <a:t>g</a:t>
            </a:r>
            <a:r>
              <a:rPr sz="2600" dirty="0">
                <a:solidFill>
                  <a:srgbClr val="002060"/>
                </a:solidFill>
                <a:latin typeface="Times New Roman" panose="02020603050405020304" pitchFamily="18" charset="0"/>
                <a:cs typeface="Times New Roman" panose="02020603050405020304" pitchFamily="18" charset="0"/>
              </a:rPr>
              <a:t>me</a:t>
            </a:r>
            <a:r>
              <a:rPr sz="2600" spc="5" dirty="0">
                <a:solidFill>
                  <a:srgbClr val="002060"/>
                </a:solidFill>
                <a:latin typeface="Times New Roman" panose="02020603050405020304" pitchFamily="18" charset="0"/>
                <a:cs typeface="Times New Roman" panose="02020603050405020304" pitchFamily="18" charset="0"/>
              </a:rPr>
              <a:t>n</a:t>
            </a:r>
            <a:r>
              <a:rPr sz="2600" dirty="0">
                <a:solidFill>
                  <a:srgbClr val="002060"/>
                </a:solidFill>
                <a:latin typeface="Times New Roman" panose="02020603050405020304" pitchFamily="18" charset="0"/>
                <a:cs typeface="Times New Roman" panose="02020603050405020304" pitchFamily="18" charset="0"/>
              </a:rPr>
              <a:t>t	</a:t>
            </a:r>
            <a:r>
              <a:rPr sz="2600" spc="-5" dirty="0">
                <a:solidFill>
                  <a:srgbClr val="002060"/>
                </a:solidFill>
                <a:latin typeface="Times New Roman" panose="02020603050405020304" pitchFamily="18" charset="0"/>
                <a:cs typeface="Times New Roman" panose="02020603050405020304" pitchFamily="18" charset="0"/>
              </a:rPr>
              <a:t>i</a:t>
            </a:r>
            <a:r>
              <a:rPr sz="2600" dirty="0">
                <a:solidFill>
                  <a:srgbClr val="002060"/>
                </a:solidFill>
                <a:latin typeface="Times New Roman" panose="02020603050405020304" pitchFamily="18" charset="0"/>
                <a:cs typeface="Times New Roman" panose="02020603050405020304" pitchFamily="18" charset="0"/>
              </a:rPr>
              <a:t>n	w</a:t>
            </a:r>
            <a:r>
              <a:rPr sz="2600" spc="5" dirty="0">
                <a:solidFill>
                  <a:srgbClr val="002060"/>
                </a:solidFill>
                <a:latin typeface="Times New Roman" panose="02020603050405020304" pitchFamily="18" charset="0"/>
                <a:cs typeface="Times New Roman" panose="02020603050405020304" pitchFamily="18" charset="0"/>
              </a:rPr>
              <a:t>h</a:t>
            </a:r>
            <a:r>
              <a:rPr sz="2600" dirty="0">
                <a:solidFill>
                  <a:srgbClr val="002060"/>
                </a:solidFill>
                <a:latin typeface="Times New Roman" panose="02020603050405020304" pitchFamily="18" charset="0"/>
                <a:cs typeface="Times New Roman" panose="02020603050405020304" pitchFamily="18" charset="0"/>
              </a:rPr>
              <a:t>ich	</a:t>
            </a:r>
            <a:r>
              <a:rPr sz="2600" spc="-5" dirty="0">
                <a:solidFill>
                  <a:srgbClr val="002060"/>
                </a:solidFill>
                <a:latin typeface="Times New Roman" panose="02020603050405020304" pitchFamily="18" charset="0"/>
                <a:cs typeface="Times New Roman" panose="02020603050405020304" pitchFamily="18" charset="0"/>
              </a:rPr>
              <a:t>i</a:t>
            </a:r>
            <a:r>
              <a:rPr sz="2600" dirty="0">
                <a:solidFill>
                  <a:srgbClr val="002060"/>
                </a:solidFill>
                <a:latin typeface="Times New Roman" panose="02020603050405020304" pitchFamily="18" charset="0"/>
                <a:cs typeface="Times New Roman" panose="02020603050405020304" pitchFamily="18" charset="0"/>
              </a:rPr>
              <a:t>f	a	d</a:t>
            </a:r>
            <a:r>
              <a:rPr sz="2600" spc="5" dirty="0">
                <a:solidFill>
                  <a:srgbClr val="002060"/>
                </a:solidFill>
                <a:latin typeface="Times New Roman" panose="02020603050405020304" pitchFamily="18" charset="0"/>
                <a:cs typeface="Times New Roman" panose="02020603050405020304" pitchFamily="18" charset="0"/>
              </a:rPr>
              <a:t>e</a:t>
            </a:r>
            <a:r>
              <a:rPr sz="2600" dirty="0">
                <a:solidFill>
                  <a:srgbClr val="002060"/>
                </a:solidFill>
                <a:latin typeface="Times New Roman" panose="02020603050405020304" pitchFamily="18" charset="0"/>
                <a:cs typeface="Times New Roman" panose="02020603050405020304" pitchFamily="18" charset="0"/>
              </a:rPr>
              <a:t>v</a:t>
            </a:r>
            <a:r>
              <a:rPr sz="2600" spc="-10" dirty="0">
                <a:solidFill>
                  <a:srgbClr val="002060"/>
                </a:solidFill>
                <a:latin typeface="Times New Roman" panose="02020603050405020304" pitchFamily="18" charset="0"/>
                <a:cs typeface="Times New Roman" panose="02020603050405020304" pitchFamily="18" charset="0"/>
              </a:rPr>
              <a:t>i</a:t>
            </a:r>
            <a:r>
              <a:rPr sz="2600" dirty="0">
                <a:solidFill>
                  <a:srgbClr val="002060"/>
                </a:solidFill>
                <a:latin typeface="Times New Roman" panose="02020603050405020304" pitchFamily="18" charset="0"/>
                <a:cs typeface="Times New Roman" panose="02020603050405020304" pitchFamily="18" charset="0"/>
              </a:rPr>
              <a:t>ce</a:t>
            </a:r>
          </a:p>
          <a:p>
            <a:pPr marL="241300" marR="5715">
              <a:lnSpc>
                <a:spcPct val="150000"/>
              </a:lnSpc>
              <a:spcBef>
                <a:spcPts val="465"/>
              </a:spcBef>
              <a:tabLst>
                <a:tab pos="1858010" algn="l"/>
                <a:tab pos="2207260" algn="l"/>
                <a:tab pos="3347720" algn="l"/>
                <a:tab pos="4156710" algn="l"/>
                <a:tab pos="4653280" algn="l"/>
                <a:tab pos="5278755" algn="l"/>
                <a:tab pos="6566534" algn="l"/>
                <a:tab pos="6988809" algn="l"/>
                <a:tab pos="7613650" algn="l"/>
                <a:tab pos="8589010" algn="l"/>
              </a:tabLst>
            </a:pPr>
            <a:r>
              <a:rPr sz="2600" dirty="0">
                <a:solidFill>
                  <a:srgbClr val="002060"/>
                </a:solidFill>
                <a:latin typeface="Times New Roman" panose="02020603050405020304" pitchFamily="18" charset="0"/>
                <a:cs typeface="Times New Roman" panose="02020603050405020304" pitchFamily="18" charset="0"/>
              </a:rPr>
              <a:t>broadca</a:t>
            </a:r>
            <a:r>
              <a:rPr sz="2600" spc="5" dirty="0">
                <a:solidFill>
                  <a:srgbClr val="002060"/>
                </a:solidFill>
                <a:latin typeface="Times New Roman" panose="02020603050405020304" pitchFamily="18" charset="0"/>
                <a:cs typeface="Times New Roman" panose="02020603050405020304" pitchFamily="18" charset="0"/>
              </a:rPr>
              <a:t>s</a:t>
            </a:r>
            <a:r>
              <a:rPr sz="2600" dirty="0">
                <a:solidFill>
                  <a:srgbClr val="002060"/>
                </a:solidFill>
                <a:latin typeface="Times New Roman" panose="02020603050405020304" pitchFamily="18" charset="0"/>
                <a:cs typeface="Times New Roman" panose="02020603050405020304" pitchFamily="18" charset="0"/>
              </a:rPr>
              <a:t>t	a	pa</a:t>
            </a:r>
            <a:r>
              <a:rPr sz="2600" spc="5" dirty="0">
                <a:solidFill>
                  <a:srgbClr val="002060"/>
                </a:solidFill>
                <a:latin typeface="Times New Roman" panose="02020603050405020304" pitchFamily="18" charset="0"/>
                <a:cs typeface="Times New Roman" panose="02020603050405020304" pitchFamily="18" charset="0"/>
              </a:rPr>
              <a:t>c</a:t>
            </a:r>
            <a:r>
              <a:rPr sz="2600" dirty="0">
                <a:solidFill>
                  <a:srgbClr val="002060"/>
                </a:solidFill>
                <a:latin typeface="Times New Roman" panose="02020603050405020304" pitchFamily="18" charset="0"/>
                <a:cs typeface="Times New Roman" panose="02020603050405020304" pitchFamily="18" charset="0"/>
              </a:rPr>
              <a:t>ket	then	all	the	de</a:t>
            </a:r>
            <a:r>
              <a:rPr sz="2600" spc="5" dirty="0">
                <a:solidFill>
                  <a:srgbClr val="002060"/>
                </a:solidFill>
                <a:latin typeface="Times New Roman" panose="02020603050405020304" pitchFamily="18" charset="0"/>
                <a:cs typeface="Times New Roman" panose="02020603050405020304" pitchFamily="18" charset="0"/>
              </a:rPr>
              <a:t>v</a:t>
            </a:r>
            <a:r>
              <a:rPr sz="2600" dirty="0">
                <a:solidFill>
                  <a:srgbClr val="002060"/>
                </a:solidFill>
                <a:latin typeface="Times New Roman" panose="02020603050405020304" pitchFamily="18" charset="0"/>
                <a:cs typeface="Times New Roman" panose="02020603050405020304" pitchFamily="18" charset="0"/>
              </a:rPr>
              <a:t>i</a:t>
            </a:r>
            <a:r>
              <a:rPr sz="2600" spc="-15" dirty="0">
                <a:solidFill>
                  <a:srgbClr val="002060"/>
                </a:solidFill>
                <a:latin typeface="Times New Roman" panose="02020603050405020304" pitchFamily="18" charset="0"/>
                <a:cs typeface="Times New Roman" panose="02020603050405020304" pitchFamily="18" charset="0"/>
              </a:rPr>
              <a:t>c</a:t>
            </a:r>
            <a:r>
              <a:rPr sz="2600" dirty="0">
                <a:solidFill>
                  <a:srgbClr val="002060"/>
                </a:solidFill>
                <a:latin typeface="Times New Roman" panose="02020603050405020304" pitchFamily="18" charset="0"/>
                <a:cs typeface="Times New Roman" panose="02020603050405020304" pitchFamily="18" charset="0"/>
              </a:rPr>
              <a:t>es	</a:t>
            </a:r>
            <a:r>
              <a:rPr sz="2600" spc="-5" dirty="0">
                <a:solidFill>
                  <a:srgbClr val="002060"/>
                </a:solidFill>
                <a:latin typeface="Times New Roman" panose="02020603050405020304" pitchFamily="18" charset="0"/>
                <a:cs typeface="Times New Roman" panose="02020603050405020304" pitchFamily="18" charset="0"/>
              </a:rPr>
              <a:t>i</a:t>
            </a:r>
            <a:r>
              <a:rPr sz="2600" dirty="0">
                <a:solidFill>
                  <a:srgbClr val="002060"/>
                </a:solidFill>
                <a:latin typeface="Times New Roman" panose="02020603050405020304" pitchFamily="18" charset="0"/>
                <a:cs typeface="Times New Roman" panose="02020603050405020304" pitchFamily="18" charset="0"/>
              </a:rPr>
              <a:t>n	the	sa</a:t>
            </a:r>
            <a:r>
              <a:rPr sz="2600" spc="10" dirty="0">
                <a:solidFill>
                  <a:srgbClr val="002060"/>
                </a:solidFill>
                <a:latin typeface="Times New Roman" panose="02020603050405020304" pitchFamily="18" charset="0"/>
                <a:cs typeface="Times New Roman" panose="02020603050405020304" pitchFamily="18" charset="0"/>
              </a:rPr>
              <a:t>m</a:t>
            </a:r>
            <a:r>
              <a:rPr sz="2600" dirty="0">
                <a:solidFill>
                  <a:srgbClr val="002060"/>
                </a:solidFill>
                <a:latin typeface="Times New Roman" panose="02020603050405020304" pitchFamily="18" charset="0"/>
                <a:cs typeface="Times New Roman" panose="02020603050405020304" pitchFamily="18" charset="0"/>
              </a:rPr>
              <a:t>e	b</a:t>
            </a:r>
            <a:r>
              <a:rPr sz="2600" spc="-15" dirty="0">
                <a:solidFill>
                  <a:srgbClr val="002060"/>
                </a:solidFill>
                <a:latin typeface="Times New Roman" panose="02020603050405020304" pitchFamily="18" charset="0"/>
                <a:cs typeface="Times New Roman" panose="02020603050405020304" pitchFamily="18" charset="0"/>
              </a:rPr>
              <a:t>r</a:t>
            </a:r>
            <a:r>
              <a:rPr sz="2600" dirty="0">
                <a:solidFill>
                  <a:srgbClr val="002060"/>
                </a:solidFill>
                <a:latin typeface="Times New Roman" panose="02020603050405020304" pitchFamily="18" charset="0"/>
                <a:cs typeface="Times New Roman" panose="02020603050405020304" pitchFamily="18" charset="0"/>
              </a:rPr>
              <a:t>oa</a:t>
            </a:r>
            <a:r>
              <a:rPr sz="2600" spc="5" dirty="0">
                <a:solidFill>
                  <a:srgbClr val="002060"/>
                </a:solidFill>
                <a:latin typeface="Times New Roman" panose="02020603050405020304" pitchFamily="18" charset="0"/>
                <a:cs typeface="Times New Roman" panose="02020603050405020304" pitchFamily="18" charset="0"/>
              </a:rPr>
              <a:t>d</a:t>
            </a:r>
            <a:r>
              <a:rPr sz="2600" dirty="0">
                <a:solidFill>
                  <a:srgbClr val="002060"/>
                </a:solidFill>
                <a:latin typeface="Times New Roman" panose="02020603050405020304" pitchFamily="18" charset="0"/>
                <a:cs typeface="Times New Roman" panose="02020603050405020304" pitchFamily="18" charset="0"/>
              </a:rPr>
              <a:t>cast  domain</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will</a:t>
            </a:r>
            <a:r>
              <a:rPr sz="2600" spc="-2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receive </a:t>
            </a:r>
            <a:r>
              <a:rPr sz="2600" spc="-5" dirty="0">
                <a:solidFill>
                  <a:srgbClr val="002060"/>
                </a:solidFill>
                <a:latin typeface="Times New Roman" panose="02020603050405020304" pitchFamily="18" charset="0"/>
                <a:cs typeface="Times New Roman" panose="02020603050405020304" pitchFamily="18" charset="0"/>
              </a:rPr>
              <a:t>it.</a:t>
            </a:r>
            <a:endParaRPr sz="2600" dirty="0">
              <a:solidFill>
                <a:srgbClr val="002060"/>
              </a:solidFill>
              <a:latin typeface="Times New Roman" panose="02020603050405020304" pitchFamily="18" charset="0"/>
              <a:cs typeface="Times New Roman" panose="02020603050405020304" pitchFamily="18" charset="0"/>
            </a:endParaRPr>
          </a:p>
          <a:p>
            <a:pPr marR="381000" algn="ctr">
              <a:lnSpc>
                <a:spcPct val="100000"/>
              </a:lnSpc>
              <a:spcBef>
                <a:spcPts val="1150"/>
              </a:spcBef>
            </a:pPr>
            <a:endParaRPr sz="1400" dirty="0">
              <a:latin typeface="Corbel"/>
              <a:cs typeface="Corbe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5208778"/>
            <a:ext cx="12188825" cy="1441448"/>
          </a:xfrm>
          <a:prstGeom prst="rect">
            <a:avLst/>
          </a:prstGeom>
        </p:spPr>
      </p:pic>
      <p:sp>
        <p:nvSpPr>
          <p:cNvPr id="3" name="object 3"/>
          <p:cNvSpPr txBox="1"/>
          <p:nvPr/>
        </p:nvSpPr>
        <p:spPr>
          <a:xfrm>
            <a:off x="990600" y="762000"/>
            <a:ext cx="10896600" cy="4827604"/>
          </a:xfrm>
          <a:prstGeom prst="rect">
            <a:avLst/>
          </a:prstGeom>
        </p:spPr>
        <p:txBody>
          <a:bodyPr vert="horz" wrap="square" lIns="0" tIns="13335" rIns="0" bIns="0" rtlCol="0">
            <a:spAutoFit/>
          </a:bodyPr>
          <a:lstStyle/>
          <a:p>
            <a:pPr marL="241300" indent="-229235">
              <a:lnSpc>
                <a:spcPct val="150000"/>
              </a:lnSpc>
              <a:spcBef>
                <a:spcPts val="865"/>
              </a:spcBef>
              <a:buSzPct val="78846"/>
              <a:buChar char="•"/>
              <a:tabLst>
                <a:tab pos="241300" algn="l"/>
                <a:tab pos="241935" algn="l"/>
                <a:tab pos="984885" algn="l"/>
                <a:tab pos="2279015" algn="l"/>
                <a:tab pos="2708910" algn="l"/>
                <a:tab pos="3341370" algn="l"/>
                <a:tab pos="4324350" algn="l"/>
                <a:tab pos="5949315" algn="l"/>
                <a:tab pos="7207884" algn="l"/>
                <a:tab pos="7836534" algn="l"/>
                <a:tab pos="9075420" algn="l"/>
                <a:tab pos="9578340" algn="l"/>
              </a:tabLst>
            </a:pPr>
            <a:r>
              <a:rPr sz="2600" spc="5" dirty="0" smtClean="0">
                <a:solidFill>
                  <a:srgbClr val="002060"/>
                </a:solidFill>
                <a:latin typeface="Times New Roman" panose="02020603050405020304" pitchFamily="18" charset="0"/>
                <a:cs typeface="Times New Roman" panose="02020603050405020304" pitchFamily="18" charset="0"/>
              </a:rPr>
              <a:t>Th</a:t>
            </a:r>
            <a:r>
              <a:rPr sz="2600" dirty="0" smtClean="0">
                <a:solidFill>
                  <a:srgbClr val="002060"/>
                </a:solidFill>
                <a:latin typeface="Times New Roman" panose="02020603050405020304" pitchFamily="18" charset="0"/>
                <a:cs typeface="Times New Roman" panose="02020603050405020304" pitchFamily="18" charset="0"/>
              </a:rPr>
              <a:t>e</a:t>
            </a:r>
            <a:r>
              <a:rPr sz="2600" dirty="0">
                <a:solidFill>
                  <a:srgbClr val="002060"/>
                </a:solidFill>
                <a:latin typeface="Times New Roman" panose="02020603050405020304" pitchFamily="18" charset="0"/>
                <a:cs typeface="Times New Roman" panose="02020603050405020304" pitchFamily="18" charset="0"/>
              </a:rPr>
              <a:t>	d</a:t>
            </a:r>
            <a:r>
              <a:rPr sz="2600" spc="5" dirty="0">
                <a:solidFill>
                  <a:srgbClr val="002060"/>
                </a:solidFill>
                <a:latin typeface="Times New Roman" panose="02020603050405020304" pitchFamily="18" charset="0"/>
                <a:cs typeface="Times New Roman" panose="02020603050405020304" pitchFamily="18" charset="0"/>
              </a:rPr>
              <a:t>e</a:t>
            </a:r>
            <a:r>
              <a:rPr sz="2600" dirty="0">
                <a:solidFill>
                  <a:srgbClr val="002060"/>
                </a:solidFill>
                <a:latin typeface="Times New Roman" panose="02020603050405020304" pitchFamily="18" charset="0"/>
                <a:cs typeface="Times New Roman" panose="02020603050405020304" pitchFamily="18" charset="0"/>
              </a:rPr>
              <a:t>v</a:t>
            </a:r>
            <a:r>
              <a:rPr sz="2600" spc="-10" dirty="0">
                <a:solidFill>
                  <a:srgbClr val="002060"/>
                </a:solidFill>
                <a:latin typeface="Times New Roman" panose="02020603050405020304" pitchFamily="18" charset="0"/>
                <a:cs typeface="Times New Roman" panose="02020603050405020304" pitchFamily="18" charset="0"/>
              </a:rPr>
              <a:t>i</a:t>
            </a:r>
            <a:r>
              <a:rPr sz="2600" dirty="0">
                <a:solidFill>
                  <a:srgbClr val="002060"/>
                </a:solidFill>
                <a:latin typeface="Times New Roman" panose="02020603050405020304" pitchFamily="18" charset="0"/>
                <a:cs typeface="Times New Roman" panose="02020603050405020304" pitchFamily="18" charset="0"/>
              </a:rPr>
              <a:t>ces	</a:t>
            </a:r>
            <a:r>
              <a:rPr sz="2600" spc="-5" dirty="0">
                <a:solidFill>
                  <a:srgbClr val="002060"/>
                </a:solidFill>
                <a:latin typeface="Times New Roman" panose="02020603050405020304" pitchFamily="18" charset="0"/>
                <a:cs typeface="Times New Roman" panose="02020603050405020304" pitchFamily="18" charset="0"/>
              </a:rPr>
              <a:t>i</a:t>
            </a:r>
            <a:r>
              <a:rPr sz="2600" dirty="0">
                <a:solidFill>
                  <a:srgbClr val="002060"/>
                </a:solidFill>
                <a:latin typeface="Times New Roman" panose="02020603050405020304" pitchFamily="18" charset="0"/>
                <a:cs typeface="Times New Roman" panose="02020603050405020304" pitchFamily="18" charset="0"/>
              </a:rPr>
              <a:t>n	the	s</a:t>
            </a:r>
            <a:r>
              <a:rPr sz="2600" spc="5" dirty="0">
                <a:solidFill>
                  <a:srgbClr val="002060"/>
                </a:solidFill>
                <a:latin typeface="Times New Roman" panose="02020603050405020304" pitchFamily="18" charset="0"/>
                <a:cs typeface="Times New Roman" panose="02020603050405020304" pitchFamily="18" charset="0"/>
              </a:rPr>
              <a:t>a</a:t>
            </a:r>
            <a:r>
              <a:rPr sz="2600" dirty="0">
                <a:solidFill>
                  <a:srgbClr val="002060"/>
                </a:solidFill>
                <a:latin typeface="Times New Roman" panose="02020603050405020304" pitchFamily="18" charset="0"/>
                <a:cs typeface="Times New Roman" panose="02020603050405020304" pitchFamily="18" charset="0"/>
              </a:rPr>
              <a:t>me	b</a:t>
            </a:r>
            <a:r>
              <a:rPr sz="2600" spc="-15" dirty="0">
                <a:solidFill>
                  <a:srgbClr val="002060"/>
                </a:solidFill>
                <a:latin typeface="Times New Roman" panose="02020603050405020304" pitchFamily="18" charset="0"/>
                <a:cs typeface="Times New Roman" panose="02020603050405020304" pitchFamily="18" charset="0"/>
              </a:rPr>
              <a:t>r</a:t>
            </a:r>
            <a:r>
              <a:rPr sz="2600" dirty="0">
                <a:solidFill>
                  <a:srgbClr val="002060"/>
                </a:solidFill>
                <a:latin typeface="Times New Roman" panose="02020603050405020304" pitchFamily="18" charset="0"/>
                <a:cs typeface="Times New Roman" panose="02020603050405020304" pitchFamily="18" charset="0"/>
              </a:rPr>
              <a:t>o</a:t>
            </a:r>
            <a:r>
              <a:rPr sz="2600" spc="5" dirty="0">
                <a:solidFill>
                  <a:srgbClr val="002060"/>
                </a:solidFill>
                <a:latin typeface="Times New Roman" panose="02020603050405020304" pitchFamily="18" charset="0"/>
                <a:cs typeface="Times New Roman" panose="02020603050405020304" pitchFamily="18" charset="0"/>
              </a:rPr>
              <a:t>a</a:t>
            </a:r>
            <a:r>
              <a:rPr sz="2600" dirty="0">
                <a:solidFill>
                  <a:srgbClr val="002060"/>
                </a:solidFill>
                <a:latin typeface="Times New Roman" panose="02020603050405020304" pitchFamily="18" charset="0"/>
                <a:cs typeface="Times New Roman" panose="02020603050405020304" pitchFamily="18" charset="0"/>
              </a:rPr>
              <a:t>d</a:t>
            </a:r>
            <a:r>
              <a:rPr sz="2600" spc="5" dirty="0">
                <a:solidFill>
                  <a:srgbClr val="002060"/>
                </a:solidFill>
                <a:latin typeface="Times New Roman" panose="02020603050405020304" pitchFamily="18" charset="0"/>
                <a:cs typeface="Times New Roman" panose="02020603050405020304" pitchFamily="18" charset="0"/>
              </a:rPr>
              <a:t>c</a:t>
            </a:r>
            <a:r>
              <a:rPr sz="2600" spc="-10" dirty="0">
                <a:solidFill>
                  <a:srgbClr val="002060"/>
                </a:solidFill>
                <a:latin typeface="Times New Roman" panose="02020603050405020304" pitchFamily="18" charset="0"/>
                <a:cs typeface="Times New Roman" panose="02020603050405020304" pitchFamily="18" charset="0"/>
              </a:rPr>
              <a:t>a</a:t>
            </a:r>
            <a:r>
              <a:rPr sz="2600" dirty="0">
                <a:solidFill>
                  <a:srgbClr val="002060"/>
                </a:solidFill>
                <a:latin typeface="Times New Roman" panose="02020603050405020304" pitchFamily="18" charset="0"/>
                <a:cs typeface="Times New Roman" panose="02020603050405020304" pitchFamily="18" charset="0"/>
              </a:rPr>
              <a:t>st	d</a:t>
            </a:r>
            <a:r>
              <a:rPr sz="2600" spc="5" dirty="0">
                <a:solidFill>
                  <a:srgbClr val="002060"/>
                </a:solidFill>
                <a:latin typeface="Times New Roman" panose="02020603050405020304" pitchFamily="18" charset="0"/>
                <a:cs typeface="Times New Roman" panose="02020603050405020304" pitchFamily="18" charset="0"/>
              </a:rPr>
              <a:t>o</a:t>
            </a:r>
            <a:r>
              <a:rPr sz="2600" dirty="0">
                <a:solidFill>
                  <a:srgbClr val="002060"/>
                </a:solidFill>
                <a:latin typeface="Times New Roman" panose="02020603050405020304" pitchFamily="18" charset="0"/>
                <a:cs typeface="Times New Roman" panose="02020603050405020304" pitchFamily="18" charset="0"/>
              </a:rPr>
              <a:t>main	wi</a:t>
            </a:r>
            <a:r>
              <a:rPr sz="2600" spc="-15" dirty="0">
                <a:solidFill>
                  <a:srgbClr val="002060"/>
                </a:solidFill>
                <a:latin typeface="Times New Roman" panose="02020603050405020304" pitchFamily="18" charset="0"/>
                <a:cs typeface="Times New Roman" panose="02020603050405020304" pitchFamily="18" charset="0"/>
              </a:rPr>
              <a:t>l</a:t>
            </a:r>
            <a:r>
              <a:rPr sz="2600" dirty="0">
                <a:solidFill>
                  <a:srgbClr val="002060"/>
                </a:solidFill>
                <a:latin typeface="Times New Roman" panose="02020603050405020304" pitchFamily="18" charset="0"/>
                <a:cs typeface="Times New Roman" panose="02020603050405020304" pitchFamily="18" charset="0"/>
              </a:rPr>
              <a:t>l	rec</a:t>
            </a:r>
            <a:r>
              <a:rPr sz="2600" spc="5" dirty="0">
                <a:solidFill>
                  <a:srgbClr val="002060"/>
                </a:solidFill>
                <a:latin typeface="Times New Roman" panose="02020603050405020304" pitchFamily="18" charset="0"/>
                <a:cs typeface="Times New Roman" panose="02020603050405020304" pitchFamily="18" charset="0"/>
              </a:rPr>
              <a:t>e</a:t>
            </a:r>
            <a:r>
              <a:rPr sz="2600" dirty="0">
                <a:solidFill>
                  <a:srgbClr val="002060"/>
                </a:solidFill>
                <a:latin typeface="Times New Roman" panose="02020603050405020304" pitchFamily="18" charset="0"/>
                <a:cs typeface="Times New Roman" panose="02020603050405020304" pitchFamily="18" charset="0"/>
              </a:rPr>
              <a:t>ive	all	the</a:t>
            </a:r>
          </a:p>
          <a:p>
            <a:pPr marL="241300" marR="8890">
              <a:lnSpc>
                <a:spcPct val="150000"/>
              </a:lnSpc>
              <a:spcBef>
                <a:spcPts val="470"/>
              </a:spcBef>
            </a:pPr>
            <a:r>
              <a:rPr sz="2600" dirty="0">
                <a:solidFill>
                  <a:srgbClr val="002060"/>
                </a:solidFill>
                <a:latin typeface="Times New Roman" panose="02020603050405020304" pitchFamily="18" charset="0"/>
                <a:cs typeface="Times New Roman" panose="02020603050405020304" pitchFamily="18" charset="0"/>
              </a:rPr>
              <a:t>broadcast</a:t>
            </a:r>
            <a:r>
              <a:rPr sz="2600" spc="204"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packet</a:t>
            </a:r>
            <a:r>
              <a:rPr sz="2600" spc="229" dirty="0">
                <a:solidFill>
                  <a:srgbClr val="002060"/>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but</a:t>
            </a:r>
            <a:r>
              <a:rPr sz="2600" spc="22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it</a:t>
            </a:r>
            <a:r>
              <a:rPr sz="2600" spc="21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is</a:t>
            </a:r>
            <a:r>
              <a:rPr sz="2600" spc="22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limited</a:t>
            </a:r>
            <a:r>
              <a:rPr sz="2600" spc="229"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to</a:t>
            </a:r>
            <a:r>
              <a:rPr sz="2600" spc="22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switches</a:t>
            </a:r>
            <a:r>
              <a:rPr sz="2600" spc="229"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only</a:t>
            </a:r>
            <a:r>
              <a:rPr sz="2600" spc="220"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as</a:t>
            </a:r>
            <a:r>
              <a:rPr sz="2600" spc="2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routers</a:t>
            </a:r>
            <a:r>
              <a:rPr sz="2600" spc="21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don’t </a:t>
            </a:r>
            <a:r>
              <a:rPr sz="2600" spc="-70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forward</a:t>
            </a:r>
            <a:r>
              <a:rPr sz="2600" spc="-1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out</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 </a:t>
            </a:r>
            <a:r>
              <a:rPr sz="2600" spc="5" dirty="0">
                <a:solidFill>
                  <a:srgbClr val="002060"/>
                </a:solidFill>
                <a:latin typeface="Times New Roman" panose="02020603050405020304" pitchFamily="18" charset="0"/>
                <a:cs typeface="Times New Roman" panose="02020603050405020304" pitchFamily="18" charset="0"/>
              </a:rPr>
              <a:t>broadcast</a:t>
            </a:r>
            <a:r>
              <a:rPr sz="2600" spc="-2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packet.</a:t>
            </a:r>
          </a:p>
          <a:p>
            <a:pPr marL="241300" indent="-229235">
              <a:lnSpc>
                <a:spcPct val="150000"/>
              </a:lnSpc>
              <a:spcBef>
                <a:spcPts val="865"/>
              </a:spcBef>
              <a:buSzPct val="78846"/>
              <a:buChar char="•"/>
              <a:tabLst>
                <a:tab pos="241300" algn="l"/>
                <a:tab pos="241935" algn="l"/>
                <a:tab pos="3157220" algn="l"/>
              </a:tabLst>
            </a:pPr>
            <a:r>
              <a:rPr sz="2600" spc="-145" dirty="0">
                <a:solidFill>
                  <a:srgbClr val="002060"/>
                </a:solidFill>
                <a:latin typeface="Times New Roman" panose="02020603050405020304" pitchFamily="18" charset="0"/>
                <a:cs typeface="Times New Roman" panose="02020603050405020304" pitchFamily="18" charset="0"/>
              </a:rPr>
              <a:t>To</a:t>
            </a:r>
            <a:r>
              <a:rPr sz="2600" spc="35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forward</a:t>
            </a:r>
            <a:r>
              <a:rPr sz="2600" spc="35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out</a:t>
            </a:r>
            <a:r>
              <a:rPr sz="2600" spc="35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	packets</a:t>
            </a:r>
            <a:r>
              <a:rPr sz="2600" spc="35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a:t>
            </a:r>
            <a:r>
              <a:rPr sz="2600" spc="33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different</a:t>
            </a:r>
            <a:r>
              <a:rPr sz="2600" spc="34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VLAN</a:t>
            </a:r>
            <a:r>
              <a:rPr sz="2600" spc="35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(from</a:t>
            </a:r>
            <a:r>
              <a:rPr sz="2600" spc="34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one</a:t>
            </a:r>
            <a:r>
              <a:rPr sz="2600" spc="34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VLAN</a:t>
            </a:r>
            <a:r>
              <a:rPr sz="2600" spc="35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a:t>
            </a:r>
            <a:endParaRPr sz="2600" dirty="0">
              <a:solidFill>
                <a:srgbClr val="002060"/>
              </a:solidFill>
              <a:latin typeface="Times New Roman" panose="02020603050405020304" pitchFamily="18" charset="0"/>
              <a:cs typeface="Times New Roman" panose="02020603050405020304" pitchFamily="18" charset="0"/>
            </a:endParaRPr>
          </a:p>
          <a:p>
            <a:pPr marL="241300">
              <a:lnSpc>
                <a:spcPct val="150000"/>
              </a:lnSpc>
              <a:tabLst>
                <a:tab pos="1710055" algn="l"/>
                <a:tab pos="2240915" algn="l"/>
                <a:tab pos="3929379" algn="l"/>
                <a:tab pos="5342890" algn="l"/>
                <a:tab pos="6223635" algn="l"/>
                <a:tab pos="7122795" algn="l"/>
                <a:tab pos="8369934" algn="l"/>
                <a:tab pos="8844915" algn="l"/>
              </a:tabLst>
            </a:pPr>
            <a:r>
              <a:rPr sz="2600" dirty="0">
                <a:solidFill>
                  <a:srgbClr val="002060"/>
                </a:solidFill>
                <a:latin typeface="Times New Roman" panose="02020603050405020304" pitchFamily="18" charset="0"/>
                <a:cs typeface="Times New Roman" panose="02020603050405020304" pitchFamily="18" charset="0"/>
              </a:rPr>
              <a:t>a</a:t>
            </a:r>
            <a:r>
              <a:rPr sz="2600" spc="5" dirty="0">
                <a:solidFill>
                  <a:srgbClr val="002060"/>
                </a:solidFill>
                <a:latin typeface="Times New Roman" panose="02020603050405020304" pitchFamily="18" charset="0"/>
                <a:cs typeface="Times New Roman" panose="02020603050405020304" pitchFamily="18" charset="0"/>
              </a:rPr>
              <a:t>n</a:t>
            </a:r>
            <a:r>
              <a:rPr sz="2600" dirty="0">
                <a:solidFill>
                  <a:srgbClr val="002060"/>
                </a:solidFill>
                <a:latin typeface="Times New Roman" panose="02020603050405020304" pitchFamily="18" charset="0"/>
                <a:cs typeface="Times New Roman" panose="02020603050405020304" pitchFamily="18" charset="0"/>
              </a:rPr>
              <a:t>oth</a:t>
            </a:r>
            <a:r>
              <a:rPr sz="2600" spc="5" dirty="0">
                <a:solidFill>
                  <a:srgbClr val="002060"/>
                </a:solidFill>
                <a:latin typeface="Times New Roman" panose="02020603050405020304" pitchFamily="18" charset="0"/>
                <a:cs typeface="Times New Roman" panose="02020603050405020304" pitchFamily="18" charset="0"/>
              </a:rPr>
              <a:t>e</a:t>
            </a:r>
            <a:r>
              <a:rPr sz="2600" dirty="0">
                <a:solidFill>
                  <a:srgbClr val="002060"/>
                </a:solidFill>
                <a:latin typeface="Times New Roman" panose="02020603050405020304" pitchFamily="18" charset="0"/>
                <a:cs typeface="Times New Roman" panose="02020603050405020304" pitchFamily="18" charset="0"/>
              </a:rPr>
              <a:t>r)	or	bro</a:t>
            </a:r>
            <a:r>
              <a:rPr sz="2600" spc="5" dirty="0">
                <a:solidFill>
                  <a:srgbClr val="002060"/>
                </a:solidFill>
                <a:latin typeface="Times New Roman" panose="02020603050405020304" pitchFamily="18" charset="0"/>
                <a:cs typeface="Times New Roman" panose="02020603050405020304" pitchFamily="18" charset="0"/>
              </a:rPr>
              <a:t>a</a:t>
            </a:r>
            <a:r>
              <a:rPr sz="2600" spc="-10" dirty="0">
                <a:solidFill>
                  <a:srgbClr val="002060"/>
                </a:solidFill>
                <a:latin typeface="Times New Roman" panose="02020603050405020304" pitchFamily="18" charset="0"/>
                <a:cs typeface="Times New Roman" panose="02020603050405020304" pitchFamily="18" charset="0"/>
              </a:rPr>
              <a:t>d</a:t>
            </a:r>
            <a:r>
              <a:rPr sz="2600" dirty="0">
                <a:solidFill>
                  <a:srgbClr val="002060"/>
                </a:solidFill>
                <a:latin typeface="Times New Roman" panose="02020603050405020304" pitchFamily="18" charset="0"/>
                <a:cs typeface="Times New Roman" panose="02020603050405020304" pitchFamily="18" charset="0"/>
              </a:rPr>
              <a:t>cast	d</a:t>
            </a:r>
            <a:r>
              <a:rPr sz="2600" spc="5" dirty="0">
                <a:solidFill>
                  <a:srgbClr val="002060"/>
                </a:solidFill>
                <a:latin typeface="Times New Roman" panose="02020603050405020304" pitchFamily="18" charset="0"/>
                <a:cs typeface="Times New Roman" panose="02020603050405020304" pitchFamily="18" charset="0"/>
              </a:rPr>
              <a:t>o</a:t>
            </a:r>
            <a:r>
              <a:rPr sz="2600" dirty="0">
                <a:solidFill>
                  <a:srgbClr val="002060"/>
                </a:solidFill>
                <a:latin typeface="Times New Roman" panose="02020603050405020304" pitchFamily="18" charset="0"/>
                <a:cs typeface="Times New Roman" panose="02020603050405020304" pitchFamily="18" charset="0"/>
              </a:rPr>
              <a:t>main,	</a:t>
            </a:r>
            <a:r>
              <a:rPr sz="2600" b="1" dirty="0" smtClean="0">
                <a:solidFill>
                  <a:schemeClr val="accent2">
                    <a:lumMod val="75000"/>
                  </a:schemeClr>
                </a:solidFill>
                <a:latin typeface="Times New Roman" panose="02020603050405020304" pitchFamily="18" charset="0"/>
                <a:cs typeface="Times New Roman" panose="02020603050405020304" pitchFamily="18" charset="0"/>
              </a:rPr>
              <a:t>inter</a:t>
            </a:r>
            <a:r>
              <a:rPr lang="en-IN" sz="2600" b="1" dirty="0" smtClean="0">
                <a:solidFill>
                  <a:schemeClr val="accent2">
                    <a:lumMod val="75000"/>
                  </a:schemeClr>
                </a:solidFill>
                <a:latin typeface="Times New Roman" panose="02020603050405020304" pitchFamily="18" charset="0"/>
                <a:cs typeface="Times New Roman" panose="02020603050405020304" pitchFamily="18" charset="0"/>
              </a:rPr>
              <a:t>-</a:t>
            </a:r>
            <a:r>
              <a:rPr sz="2600" b="1" dirty="0" err="1" smtClean="0">
                <a:solidFill>
                  <a:schemeClr val="accent2">
                    <a:lumMod val="75000"/>
                  </a:schemeClr>
                </a:solidFill>
                <a:latin typeface="Times New Roman" panose="02020603050405020304" pitchFamily="18" charset="0"/>
                <a:cs typeface="Times New Roman" panose="02020603050405020304" pitchFamily="18" charset="0"/>
              </a:rPr>
              <a:t>Vlan</a:t>
            </a:r>
            <a:r>
              <a:rPr sz="2600" dirty="0">
                <a:solidFill>
                  <a:srgbClr val="002060"/>
                </a:solidFill>
                <a:latin typeface="Times New Roman" panose="02020603050405020304" pitchFamily="18" charset="0"/>
                <a:cs typeface="Times New Roman" panose="02020603050405020304" pitchFamily="18" charset="0"/>
              </a:rPr>
              <a:t>	rout</a:t>
            </a:r>
            <a:r>
              <a:rPr sz="2600" spc="-15" dirty="0">
                <a:solidFill>
                  <a:srgbClr val="002060"/>
                </a:solidFill>
                <a:latin typeface="Times New Roman" panose="02020603050405020304" pitchFamily="18" charset="0"/>
                <a:cs typeface="Times New Roman" panose="02020603050405020304" pitchFamily="18" charset="0"/>
              </a:rPr>
              <a:t>i</a:t>
            </a:r>
            <a:r>
              <a:rPr sz="2600" dirty="0">
                <a:solidFill>
                  <a:srgbClr val="002060"/>
                </a:solidFill>
                <a:latin typeface="Times New Roman" panose="02020603050405020304" pitchFamily="18" charset="0"/>
                <a:cs typeface="Times New Roman" panose="02020603050405020304" pitchFamily="18" charset="0"/>
              </a:rPr>
              <a:t>ng	</a:t>
            </a:r>
            <a:r>
              <a:rPr sz="2600" spc="-5" dirty="0">
                <a:solidFill>
                  <a:srgbClr val="002060"/>
                </a:solidFill>
                <a:latin typeface="Times New Roman" panose="02020603050405020304" pitchFamily="18" charset="0"/>
                <a:cs typeface="Times New Roman" panose="02020603050405020304" pitchFamily="18" charset="0"/>
              </a:rPr>
              <a:t>i</a:t>
            </a:r>
            <a:r>
              <a:rPr sz="2600" dirty="0">
                <a:solidFill>
                  <a:srgbClr val="002060"/>
                </a:solidFill>
                <a:latin typeface="Times New Roman" panose="02020603050405020304" pitchFamily="18" charset="0"/>
                <a:cs typeface="Times New Roman" panose="02020603050405020304" pitchFamily="18" charset="0"/>
              </a:rPr>
              <a:t>s	need</a:t>
            </a:r>
            <a:r>
              <a:rPr sz="2600" spc="5" dirty="0">
                <a:solidFill>
                  <a:srgbClr val="002060"/>
                </a:solidFill>
                <a:latin typeface="Times New Roman" panose="02020603050405020304" pitchFamily="18" charset="0"/>
                <a:cs typeface="Times New Roman" panose="02020603050405020304" pitchFamily="18" charset="0"/>
              </a:rPr>
              <a:t>ed</a:t>
            </a:r>
            <a:r>
              <a:rPr sz="2600" dirty="0">
                <a:solidFill>
                  <a:srgbClr val="002060"/>
                </a:solidFill>
                <a:latin typeface="Times New Roman" panose="02020603050405020304" pitchFamily="18" charset="0"/>
                <a:cs typeface="Times New Roman" panose="02020603050405020304" pitchFamily="18" charset="0"/>
              </a:rPr>
              <a:t>.</a:t>
            </a:r>
          </a:p>
          <a:p>
            <a:pPr marL="241300" marR="8255">
              <a:lnSpc>
                <a:spcPct val="150000"/>
              </a:lnSpc>
              <a:spcBef>
                <a:spcPts val="470"/>
              </a:spcBef>
              <a:tabLst>
                <a:tab pos="1677035" algn="l"/>
                <a:tab pos="2837180" algn="l"/>
                <a:tab pos="4228465" algn="l"/>
                <a:tab pos="5202555" algn="l"/>
                <a:tab pos="5993130" algn="l"/>
                <a:tab pos="6729730" algn="l"/>
                <a:tab pos="8256905" algn="l"/>
                <a:tab pos="8936355" algn="l"/>
              </a:tabLst>
            </a:pPr>
            <a:r>
              <a:rPr sz="2600" dirty="0">
                <a:solidFill>
                  <a:srgbClr val="002060"/>
                </a:solidFill>
                <a:latin typeface="Times New Roman" panose="02020603050405020304" pitchFamily="18" charset="0"/>
                <a:cs typeface="Times New Roman" panose="02020603050405020304" pitchFamily="18" charset="0"/>
              </a:rPr>
              <a:t>T</a:t>
            </a:r>
            <a:r>
              <a:rPr sz="2600" spc="5" dirty="0">
                <a:solidFill>
                  <a:srgbClr val="002060"/>
                </a:solidFill>
                <a:latin typeface="Times New Roman" panose="02020603050405020304" pitchFamily="18" charset="0"/>
                <a:cs typeface="Times New Roman" panose="02020603050405020304" pitchFamily="18" charset="0"/>
              </a:rPr>
              <a:t>h</a:t>
            </a:r>
            <a:r>
              <a:rPr sz="2600" dirty="0">
                <a:solidFill>
                  <a:srgbClr val="002060"/>
                </a:solidFill>
                <a:latin typeface="Times New Roman" panose="02020603050405020304" pitchFamily="18" charset="0"/>
                <a:cs typeface="Times New Roman" panose="02020603050405020304" pitchFamily="18" charset="0"/>
              </a:rPr>
              <a:t>rough	VL</a:t>
            </a:r>
            <a:r>
              <a:rPr sz="2600" spc="5" dirty="0">
                <a:solidFill>
                  <a:srgbClr val="002060"/>
                </a:solidFill>
                <a:latin typeface="Times New Roman" panose="02020603050405020304" pitchFamily="18" charset="0"/>
                <a:cs typeface="Times New Roman" panose="02020603050405020304" pitchFamily="18" charset="0"/>
              </a:rPr>
              <a:t>A</a:t>
            </a:r>
            <a:r>
              <a:rPr sz="2600" dirty="0">
                <a:solidFill>
                  <a:srgbClr val="002060"/>
                </a:solidFill>
                <a:latin typeface="Times New Roman" panose="02020603050405020304" pitchFamily="18" charset="0"/>
                <a:cs typeface="Times New Roman" panose="02020603050405020304" pitchFamily="18" charset="0"/>
              </a:rPr>
              <a:t>N,	di</a:t>
            </a:r>
            <a:r>
              <a:rPr sz="2600" spc="-50" dirty="0">
                <a:solidFill>
                  <a:srgbClr val="002060"/>
                </a:solidFill>
                <a:latin typeface="Times New Roman" panose="02020603050405020304" pitchFamily="18" charset="0"/>
                <a:cs typeface="Times New Roman" panose="02020603050405020304" pitchFamily="18" charset="0"/>
              </a:rPr>
              <a:t>f</a:t>
            </a:r>
            <a:r>
              <a:rPr sz="2600" dirty="0">
                <a:solidFill>
                  <a:srgbClr val="002060"/>
                </a:solidFill>
                <a:latin typeface="Times New Roman" panose="02020603050405020304" pitchFamily="18" charset="0"/>
                <a:cs typeface="Times New Roman" panose="02020603050405020304" pitchFamily="18" charset="0"/>
              </a:rPr>
              <a:t>ferent	small	si</a:t>
            </a:r>
            <a:r>
              <a:rPr sz="2600" spc="5" dirty="0">
                <a:solidFill>
                  <a:srgbClr val="002060"/>
                </a:solidFill>
                <a:latin typeface="Times New Roman" panose="02020603050405020304" pitchFamily="18" charset="0"/>
                <a:cs typeface="Times New Roman" panose="02020603050405020304" pitchFamily="18" charset="0"/>
              </a:rPr>
              <a:t>z</a:t>
            </a:r>
            <a:r>
              <a:rPr sz="2600" dirty="0">
                <a:solidFill>
                  <a:srgbClr val="002060"/>
                </a:solidFill>
                <a:latin typeface="Times New Roman" panose="02020603050405020304" pitchFamily="18" charset="0"/>
                <a:cs typeface="Times New Roman" panose="02020603050405020304" pitchFamily="18" charset="0"/>
              </a:rPr>
              <a:t>e	sub	n</a:t>
            </a:r>
            <a:r>
              <a:rPr sz="2600" spc="5" dirty="0">
                <a:solidFill>
                  <a:srgbClr val="002060"/>
                </a:solidFill>
                <a:latin typeface="Times New Roman" panose="02020603050405020304" pitchFamily="18" charset="0"/>
                <a:cs typeface="Times New Roman" panose="02020603050405020304" pitchFamily="18" charset="0"/>
              </a:rPr>
              <a:t>e</a:t>
            </a:r>
            <a:r>
              <a:rPr sz="2600" dirty="0">
                <a:solidFill>
                  <a:srgbClr val="002060"/>
                </a:solidFill>
                <a:latin typeface="Times New Roman" panose="02020603050405020304" pitchFamily="18" charset="0"/>
                <a:cs typeface="Times New Roman" panose="02020603050405020304" pitchFamily="18" charset="0"/>
              </a:rPr>
              <a:t>tw</a:t>
            </a:r>
            <a:r>
              <a:rPr sz="2600" spc="-10" dirty="0">
                <a:solidFill>
                  <a:srgbClr val="002060"/>
                </a:solidFill>
                <a:latin typeface="Times New Roman" panose="02020603050405020304" pitchFamily="18" charset="0"/>
                <a:cs typeface="Times New Roman" panose="02020603050405020304" pitchFamily="18" charset="0"/>
              </a:rPr>
              <a:t>o</a:t>
            </a:r>
            <a:r>
              <a:rPr sz="2600" dirty="0">
                <a:solidFill>
                  <a:srgbClr val="002060"/>
                </a:solidFill>
                <a:latin typeface="Times New Roman" panose="02020603050405020304" pitchFamily="18" charset="0"/>
                <a:cs typeface="Times New Roman" panose="02020603050405020304" pitchFamily="18" charset="0"/>
              </a:rPr>
              <a:t>rks	are	c</a:t>
            </a:r>
            <a:r>
              <a:rPr sz="2600" spc="-15" dirty="0">
                <a:solidFill>
                  <a:srgbClr val="002060"/>
                </a:solidFill>
                <a:latin typeface="Times New Roman" panose="02020603050405020304" pitchFamily="18" charset="0"/>
                <a:cs typeface="Times New Roman" panose="02020603050405020304" pitchFamily="18" charset="0"/>
              </a:rPr>
              <a:t>r</a:t>
            </a:r>
            <a:r>
              <a:rPr sz="2600" dirty="0">
                <a:solidFill>
                  <a:srgbClr val="002060"/>
                </a:solidFill>
                <a:latin typeface="Times New Roman" panose="02020603050405020304" pitchFamily="18" charset="0"/>
                <a:cs typeface="Times New Roman" panose="02020603050405020304" pitchFamily="18" charset="0"/>
              </a:rPr>
              <a:t>e</a:t>
            </a:r>
            <a:r>
              <a:rPr sz="2600" spc="5" dirty="0">
                <a:solidFill>
                  <a:srgbClr val="002060"/>
                </a:solidFill>
                <a:latin typeface="Times New Roman" panose="02020603050405020304" pitchFamily="18" charset="0"/>
                <a:cs typeface="Times New Roman" panose="02020603050405020304" pitchFamily="18" charset="0"/>
              </a:rPr>
              <a:t>a</a:t>
            </a:r>
            <a:r>
              <a:rPr sz="2600" dirty="0">
                <a:solidFill>
                  <a:srgbClr val="002060"/>
                </a:solidFill>
                <a:latin typeface="Times New Roman" panose="02020603050405020304" pitchFamily="18" charset="0"/>
                <a:cs typeface="Times New Roman" panose="02020603050405020304" pitchFamily="18" charset="0"/>
              </a:rPr>
              <a:t>ted  which</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are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comparatively</a:t>
            </a:r>
            <a:r>
              <a:rPr sz="2600" spc="-3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easy </a:t>
            </a:r>
            <a:r>
              <a:rPr sz="2600" spc="-5" dirty="0">
                <a:solidFill>
                  <a:srgbClr val="002060"/>
                </a:solidFill>
                <a:latin typeface="Times New Roman" panose="02020603050405020304" pitchFamily="18" charset="0"/>
                <a:cs typeface="Times New Roman" panose="02020603050405020304" pitchFamily="18" charset="0"/>
              </a:rPr>
              <a:t>to</a:t>
            </a:r>
            <a:r>
              <a:rPr sz="2600" spc="1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handle.</a:t>
            </a:r>
          </a:p>
          <a:p>
            <a:pPr marR="381000" algn="ctr">
              <a:lnSpc>
                <a:spcPct val="100000"/>
              </a:lnSpc>
              <a:spcBef>
                <a:spcPts val="1150"/>
              </a:spcBef>
            </a:pPr>
            <a:endParaRPr sz="1400" dirty="0">
              <a:latin typeface="Corbel"/>
              <a:cs typeface="Corbel"/>
            </a:endParaRPr>
          </a:p>
        </p:txBody>
      </p:sp>
    </p:spTree>
    <p:extLst>
      <p:ext uri="{BB962C8B-B14F-4D97-AF65-F5344CB8AC3E}">
        <p14:creationId xmlns:p14="http://schemas.microsoft.com/office/powerpoint/2010/main" val="275163740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175" y="3306354"/>
            <a:ext cx="12188825" cy="3343909"/>
            <a:chOff x="-25400" y="3569208"/>
            <a:chExt cx="12188825" cy="3343909"/>
          </a:xfrm>
        </p:grpSpPr>
        <p:pic>
          <p:nvPicPr>
            <p:cNvPr id="3" name="object 3"/>
            <p:cNvPicPr/>
            <p:nvPr/>
          </p:nvPicPr>
          <p:blipFill>
            <a:blip r:embed="rId2" cstate="print"/>
            <a:stretch>
              <a:fillRect/>
            </a:stretch>
          </p:blipFill>
          <p:spPr>
            <a:xfrm>
              <a:off x="-25400" y="5471669"/>
              <a:ext cx="12188825" cy="1441448"/>
            </a:xfrm>
            <a:prstGeom prst="rect">
              <a:avLst/>
            </a:prstGeom>
          </p:spPr>
        </p:pic>
        <p:pic>
          <p:nvPicPr>
            <p:cNvPr id="4" name="object 4"/>
            <p:cNvPicPr/>
            <p:nvPr/>
          </p:nvPicPr>
          <p:blipFill>
            <a:blip r:embed="rId3" cstate="print"/>
            <a:stretch>
              <a:fillRect/>
            </a:stretch>
          </p:blipFill>
          <p:spPr>
            <a:xfrm>
              <a:off x="5184647" y="3569208"/>
              <a:ext cx="6510528" cy="2996184"/>
            </a:xfrm>
            <a:prstGeom prst="rect">
              <a:avLst/>
            </a:prstGeom>
          </p:spPr>
        </p:pic>
      </p:grpSp>
      <p:sp>
        <p:nvSpPr>
          <p:cNvPr id="5" name="object 5"/>
          <p:cNvSpPr txBox="1">
            <a:spLocks noGrp="1"/>
          </p:cNvSpPr>
          <p:nvPr>
            <p:ph type="title" idx="4294967295"/>
          </p:nvPr>
        </p:nvSpPr>
        <p:spPr>
          <a:xfrm>
            <a:off x="609600" y="336526"/>
            <a:ext cx="4191000" cy="750847"/>
          </a:xfrm>
          <a:prstGeom prst="rect">
            <a:avLst/>
          </a:prstGeom>
        </p:spPr>
        <p:txBody>
          <a:bodyPr vert="horz" wrap="square" lIns="0" tIns="12065" rIns="0" bIns="0" rtlCol="0">
            <a:spAutoFit/>
          </a:bodyPr>
          <a:lstStyle/>
          <a:p>
            <a:pPr marL="12700">
              <a:lnSpc>
                <a:spcPct val="100000"/>
              </a:lnSpc>
              <a:spcBef>
                <a:spcPts val="95"/>
              </a:spcBef>
            </a:pPr>
            <a:r>
              <a:rPr spc="-55" dirty="0">
                <a:solidFill>
                  <a:srgbClr val="C00000"/>
                </a:solidFill>
              </a:rPr>
              <a:t>Trunk</a:t>
            </a:r>
            <a:r>
              <a:rPr spc="-60" dirty="0">
                <a:solidFill>
                  <a:srgbClr val="C00000"/>
                </a:solidFill>
              </a:rPr>
              <a:t> </a:t>
            </a:r>
            <a:r>
              <a:rPr spc="-55" dirty="0">
                <a:solidFill>
                  <a:srgbClr val="C00000"/>
                </a:solidFill>
              </a:rPr>
              <a:t>Port</a:t>
            </a:r>
          </a:p>
        </p:txBody>
      </p:sp>
      <p:pic>
        <p:nvPicPr>
          <p:cNvPr id="6" name="object 6"/>
          <p:cNvPicPr/>
          <p:nvPr/>
        </p:nvPicPr>
        <p:blipFill>
          <a:blip r:embed="rId4" cstate="print"/>
          <a:stretch>
            <a:fillRect/>
          </a:stretch>
        </p:blipFill>
        <p:spPr>
          <a:xfrm>
            <a:off x="152400" y="1516379"/>
            <a:ext cx="4807458" cy="3692435"/>
          </a:xfrm>
          <a:prstGeom prst="rect">
            <a:avLst/>
          </a:prstGeom>
        </p:spPr>
      </p:pic>
      <p:sp>
        <p:nvSpPr>
          <p:cNvPr id="7" name="object 7"/>
          <p:cNvSpPr txBox="1"/>
          <p:nvPr/>
        </p:nvSpPr>
        <p:spPr>
          <a:xfrm>
            <a:off x="5213223" y="588645"/>
            <a:ext cx="6510528" cy="2229456"/>
          </a:xfrm>
          <a:prstGeom prst="rect">
            <a:avLst/>
          </a:prstGeom>
        </p:spPr>
        <p:txBody>
          <a:bodyPr vert="horz" wrap="square" lIns="0" tIns="13335" rIns="0" bIns="0" rtlCol="0">
            <a:spAutoFit/>
          </a:bodyPr>
          <a:lstStyle/>
          <a:p>
            <a:pPr marL="12700" marR="5080" algn="just">
              <a:lnSpc>
                <a:spcPct val="100000"/>
              </a:lnSpc>
              <a:spcBef>
                <a:spcPts val="105"/>
              </a:spcBef>
            </a:pPr>
            <a:r>
              <a:rPr sz="2400" dirty="0">
                <a:solidFill>
                  <a:srgbClr val="002060"/>
                </a:solidFill>
                <a:latin typeface="Times New Roman" panose="02020603050405020304" pitchFamily="18" charset="0"/>
                <a:cs typeface="Times New Roman" panose="02020603050405020304" pitchFamily="18" charset="0"/>
              </a:rPr>
              <a:t>Unlike an </a:t>
            </a:r>
            <a:r>
              <a:rPr sz="2400" spc="-5" dirty="0">
                <a:solidFill>
                  <a:srgbClr val="002060"/>
                </a:solidFill>
                <a:latin typeface="Times New Roman" panose="02020603050405020304" pitchFamily="18" charset="0"/>
                <a:cs typeface="Times New Roman" panose="02020603050405020304" pitchFamily="18" charset="0"/>
              </a:rPr>
              <a:t>access port, </a:t>
            </a:r>
            <a:r>
              <a:rPr sz="2400" dirty="0">
                <a:solidFill>
                  <a:srgbClr val="002060"/>
                </a:solidFill>
                <a:latin typeface="Times New Roman" panose="02020603050405020304" pitchFamily="18" charset="0"/>
                <a:cs typeface="Times New Roman" panose="02020603050405020304" pitchFamily="18" charset="0"/>
              </a:rPr>
              <a:t>a </a:t>
            </a:r>
            <a:r>
              <a:rPr sz="2400" spc="-5" dirty="0">
                <a:solidFill>
                  <a:srgbClr val="002060"/>
                </a:solidFill>
                <a:latin typeface="Times New Roman" panose="02020603050405020304" pitchFamily="18" charset="0"/>
                <a:cs typeface="Times New Roman" panose="02020603050405020304" pitchFamily="18" charset="0"/>
              </a:rPr>
              <a:t>trunk port </a:t>
            </a:r>
            <a:r>
              <a:rPr sz="2400" dirty="0">
                <a:solidFill>
                  <a:srgbClr val="002060"/>
                </a:solidFill>
                <a:latin typeface="Times New Roman" panose="02020603050405020304" pitchFamily="18" charset="0"/>
                <a:cs typeface="Times New Roman" panose="02020603050405020304" pitchFamily="18" charset="0"/>
              </a:rPr>
              <a:t>can </a:t>
            </a:r>
            <a:r>
              <a:rPr sz="2400" spc="-5" dirty="0">
                <a:solidFill>
                  <a:srgbClr val="002060"/>
                </a:solidFill>
                <a:latin typeface="Times New Roman" panose="02020603050405020304" pitchFamily="18" charset="0"/>
                <a:cs typeface="Times New Roman" panose="02020603050405020304" pitchFamily="18" charset="0"/>
              </a:rPr>
              <a:t>transmit </a:t>
            </a:r>
            <a:r>
              <a:rPr sz="2400" dirty="0">
                <a:solidFill>
                  <a:srgbClr val="002060"/>
                </a:solidFill>
                <a:latin typeface="Times New Roman" panose="02020603050405020304" pitchFamily="18" charset="0"/>
                <a:cs typeface="Times New Roman" panose="02020603050405020304" pitchFamily="18" charset="0"/>
              </a:rPr>
              <a:t>data </a:t>
            </a:r>
            <a:r>
              <a:rPr sz="2400" spc="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from </a:t>
            </a:r>
            <a:r>
              <a:rPr sz="2400" dirty="0">
                <a:solidFill>
                  <a:srgbClr val="002060"/>
                </a:solidFill>
                <a:latin typeface="Times New Roman" panose="02020603050405020304" pitchFamily="18" charset="0"/>
                <a:cs typeface="Times New Roman" panose="02020603050405020304" pitchFamily="18" charset="0"/>
              </a:rPr>
              <a:t>multiple </a:t>
            </a:r>
            <a:r>
              <a:rPr sz="2400" dirty="0" smtClean="0">
                <a:solidFill>
                  <a:srgbClr val="002060"/>
                </a:solidFill>
                <a:latin typeface="Times New Roman" panose="02020603050405020304" pitchFamily="18" charset="0"/>
                <a:cs typeface="Times New Roman" panose="02020603050405020304" pitchFamily="18" charset="0"/>
              </a:rPr>
              <a:t>VLANs.</a:t>
            </a:r>
            <a:r>
              <a:rPr lang="en-IN" sz="2400" dirty="0" smtClean="0">
                <a:solidFill>
                  <a:srgbClr val="002060"/>
                </a:solidFill>
                <a:latin typeface="Times New Roman" panose="02020603050405020304" pitchFamily="18" charset="0"/>
                <a:cs typeface="Times New Roman" panose="02020603050405020304" pitchFamily="18" charset="0"/>
              </a:rPr>
              <a:t> </a:t>
            </a:r>
            <a:r>
              <a:rPr sz="2400" dirty="0" smtClean="0">
                <a:solidFill>
                  <a:srgbClr val="002060"/>
                </a:solidFill>
                <a:latin typeface="Times New Roman" panose="02020603050405020304" pitchFamily="18" charset="0"/>
                <a:cs typeface="Times New Roman" panose="02020603050405020304" pitchFamily="18" charset="0"/>
              </a:rPr>
              <a:t>A </a:t>
            </a:r>
            <a:r>
              <a:rPr sz="2400" spc="-5" dirty="0">
                <a:solidFill>
                  <a:srgbClr val="002060"/>
                </a:solidFill>
                <a:latin typeface="Times New Roman" panose="02020603050405020304" pitchFamily="18" charset="0"/>
                <a:cs typeface="Times New Roman" panose="02020603050405020304" pitchFamily="18" charset="0"/>
              </a:rPr>
              <a:t>trunk port </a:t>
            </a:r>
            <a:r>
              <a:rPr sz="2400" dirty="0">
                <a:solidFill>
                  <a:srgbClr val="002060"/>
                </a:solidFill>
                <a:latin typeface="Times New Roman" panose="02020603050405020304" pitchFamily="18" charset="0"/>
                <a:cs typeface="Times New Roman" panose="02020603050405020304" pitchFamily="18" charset="0"/>
              </a:rPr>
              <a:t>allows you </a:t>
            </a:r>
            <a:r>
              <a:rPr sz="2400" spc="-10" dirty="0">
                <a:solidFill>
                  <a:srgbClr val="002060"/>
                </a:solidFill>
                <a:latin typeface="Times New Roman" panose="02020603050405020304" pitchFamily="18" charset="0"/>
                <a:cs typeface="Times New Roman" panose="02020603050405020304" pitchFamily="18" charset="0"/>
              </a:rPr>
              <a:t>to </a:t>
            </a:r>
            <a:r>
              <a:rPr sz="2400" spc="-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send</a:t>
            </a:r>
            <a:r>
              <a:rPr sz="2400" spc="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all</a:t>
            </a:r>
            <a:r>
              <a:rPr sz="2400" spc="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those</a:t>
            </a:r>
            <a:r>
              <a:rPr sz="2400" dirty="0">
                <a:solidFill>
                  <a:srgbClr val="002060"/>
                </a:solidFill>
                <a:latin typeface="Times New Roman" panose="02020603050405020304" pitchFamily="18" charset="0"/>
                <a:cs typeface="Times New Roman" panose="02020603050405020304" pitchFamily="18" charset="0"/>
              </a:rPr>
              <a:t> signals</a:t>
            </a:r>
            <a:r>
              <a:rPr sz="2400" spc="5" dirty="0">
                <a:solidFill>
                  <a:srgbClr val="002060"/>
                </a:solidFill>
                <a:latin typeface="Times New Roman" panose="02020603050405020304" pitchFamily="18" charset="0"/>
                <a:cs typeface="Times New Roman" panose="02020603050405020304" pitchFamily="18" charset="0"/>
              </a:rPr>
              <a:t> </a:t>
            </a:r>
            <a:r>
              <a:rPr sz="2400" spc="-10" dirty="0">
                <a:solidFill>
                  <a:srgbClr val="002060"/>
                </a:solidFill>
                <a:latin typeface="Times New Roman" panose="02020603050405020304" pitchFamily="18" charset="0"/>
                <a:cs typeface="Times New Roman" panose="02020603050405020304" pitchFamily="18" charset="0"/>
              </a:rPr>
              <a:t>for</a:t>
            </a:r>
            <a:r>
              <a:rPr sz="2400" spc="-5" dirty="0">
                <a:solidFill>
                  <a:srgbClr val="002060"/>
                </a:solidFill>
                <a:latin typeface="Times New Roman" panose="02020603050405020304" pitchFamily="18" charset="0"/>
                <a:cs typeface="Times New Roman" panose="02020603050405020304" pitchFamily="18" charset="0"/>
              </a:rPr>
              <a:t> each</a:t>
            </a:r>
            <a:r>
              <a:rPr sz="2400" dirty="0">
                <a:solidFill>
                  <a:srgbClr val="002060"/>
                </a:solidFill>
                <a:latin typeface="Times New Roman" panose="02020603050405020304" pitchFamily="18" charset="0"/>
                <a:cs typeface="Times New Roman" panose="02020603050405020304" pitchFamily="18" charset="0"/>
              </a:rPr>
              <a:t> switch</a:t>
            </a:r>
            <a:r>
              <a:rPr sz="2400" spc="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or</a:t>
            </a:r>
            <a:r>
              <a:rPr sz="2400" spc="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router </a:t>
            </a:r>
            <a:r>
              <a:rPr sz="2400" dirty="0">
                <a:solidFill>
                  <a:srgbClr val="002060"/>
                </a:solidFill>
                <a:latin typeface="Times New Roman" panose="02020603050405020304" pitchFamily="18" charset="0"/>
                <a:cs typeface="Times New Roman" panose="02020603050405020304" pitchFamily="18" charset="0"/>
              </a:rPr>
              <a:t> across a single </a:t>
            </a:r>
            <a:r>
              <a:rPr sz="2400" spc="-5" dirty="0">
                <a:solidFill>
                  <a:srgbClr val="002060"/>
                </a:solidFill>
                <a:latin typeface="Times New Roman" panose="02020603050405020304" pitchFamily="18" charset="0"/>
                <a:cs typeface="Times New Roman" panose="02020603050405020304" pitchFamily="18" charset="0"/>
              </a:rPr>
              <a:t>trunk link. In contrast to </a:t>
            </a:r>
            <a:r>
              <a:rPr sz="2400" spc="-10" dirty="0">
                <a:solidFill>
                  <a:srgbClr val="002060"/>
                </a:solidFill>
                <a:latin typeface="Times New Roman" panose="02020603050405020304" pitchFamily="18" charset="0"/>
                <a:cs typeface="Times New Roman" panose="02020603050405020304" pitchFamily="18" charset="0"/>
              </a:rPr>
              <a:t>an </a:t>
            </a:r>
            <a:r>
              <a:rPr sz="2400" dirty="0">
                <a:solidFill>
                  <a:srgbClr val="002060"/>
                </a:solidFill>
                <a:latin typeface="Times New Roman" panose="02020603050405020304" pitchFamily="18" charset="0"/>
                <a:cs typeface="Times New Roman" panose="02020603050405020304" pitchFamily="18" charset="0"/>
              </a:rPr>
              <a:t>access </a:t>
            </a:r>
            <a:r>
              <a:rPr sz="2400" spc="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port, a </a:t>
            </a:r>
            <a:r>
              <a:rPr sz="2400" spc="-5" dirty="0">
                <a:solidFill>
                  <a:srgbClr val="002060"/>
                </a:solidFill>
                <a:latin typeface="Times New Roman" panose="02020603050405020304" pitchFamily="18" charset="0"/>
                <a:cs typeface="Times New Roman" panose="02020603050405020304" pitchFamily="18" charset="0"/>
              </a:rPr>
              <a:t>trunk </a:t>
            </a:r>
            <a:r>
              <a:rPr sz="2400" dirty="0">
                <a:solidFill>
                  <a:srgbClr val="002060"/>
                </a:solidFill>
                <a:latin typeface="Times New Roman" panose="02020603050405020304" pitchFamily="18" charset="0"/>
                <a:cs typeface="Times New Roman" panose="02020603050405020304" pitchFamily="18" charset="0"/>
              </a:rPr>
              <a:t>port </a:t>
            </a:r>
            <a:r>
              <a:rPr sz="2400" spc="-5" dirty="0">
                <a:solidFill>
                  <a:srgbClr val="002060"/>
                </a:solidFill>
                <a:latin typeface="Times New Roman" panose="02020603050405020304" pitchFamily="18" charset="0"/>
                <a:cs typeface="Times New Roman" panose="02020603050405020304" pitchFamily="18" charset="0"/>
              </a:rPr>
              <a:t>must </a:t>
            </a:r>
            <a:r>
              <a:rPr sz="2400" spc="-10" dirty="0">
                <a:solidFill>
                  <a:srgbClr val="002060"/>
                </a:solidFill>
                <a:latin typeface="Times New Roman" panose="02020603050405020304" pitchFamily="18" charset="0"/>
                <a:cs typeface="Times New Roman" panose="02020603050405020304" pitchFamily="18" charset="0"/>
              </a:rPr>
              <a:t>use </a:t>
            </a:r>
            <a:r>
              <a:rPr sz="2400" spc="-5" dirty="0">
                <a:solidFill>
                  <a:srgbClr val="002060"/>
                </a:solidFill>
                <a:latin typeface="Times New Roman" panose="02020603050405020304" pitchFamily="18" charset="0"/>
                <a:cs typeface="Times New Roman" panose="02020603050405020304" pitchFamily="18" charset="0"/>
              </a:rPr>
              <a:t>tagging in </a:t>
            </a:r>
            <a:r>
              <a:rPr sz="2400" dirty="0">
                <a:solidFill>
                  <a:srgbClr val="002060"/>
                </a:solidFill>
                <a:latin typeface="Times New Roman" panose="02020603050405020304" pitchFamily="18" charset="0"/>
                <a:cs typeface="Times New Roman" panose="02020603050405020304" pitchFamily="18" charset="0"/>
              </a:rPr>
              <a:t>order </a:t>
            </a:r>
            <a:r>
              <a:rPr sz="2400" spc="-5" dirty="0">
                <a:solidFill>
                  <a:srgbClr val="002060"/>
                </a:solidFill>
                <a:latin typeface="Times New Roman" panose="02020603050405020304" pitchFamily="18" charset="0"/>
                <a:cs typeface="Times New Roman" panose="02020603050405020304" pitchFamily="18" charset="0"/>
              </a:rPr>
              <a:t>to </a:t>
            </a:r>
            <a:r>
              <a:rPr sz="2400" dirty="0">
                <a:solidFill>
                  <a:srgbClr val="002060"/>
                </a:solidFill>
                <a:latin typeface="Times New Roman" panose="02020603050405020304" pitchFamily="18" charset="0"/>
                <a:cs typeface="Times New Roman" panose="02020603050405020304" pitchFamily="18" charset="0"/>
              </a:rPr>
              <a:t>allow </a:t>
            </a:r>
            <a:r>
              <a:rPr sz="2400" spc="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signals</a:t>
            </a:r>
            <a:r>
              <a:rPr sz="2400" spc="-1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to</a:t>
            </a:r>
            <a:r>
              <a:rPr sz="2400" spc="-1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get</a:t>
            </a:r>
            <a:r>
              <a:rPr sz="2400" spc="-2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to</a:t>
            </a:r>
            <a:r>
              <a:rPr sz="2400" spc="-1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the</a:t>
            </a:r>
            <a:r>
              <a:rPr sz="2400" spc="-1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correct</a:t>
            </a:r>
            <a:r>
              <a:rPr sz="2400" spc="-4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endpoint</a:t>
            </a:r>
            <a:r>
              <a:rPr dirty="0">
                <a:solidFill>
                  <a:srgbClr val="00206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024277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105400"/>
            <a:ext cx="12188825" cy="1441448"/>
          </a:xfrm>
          <a:prstGeom prst="rect">
            <a:avLst/>
          </a:prstGeom>
        </p:spPr>
      </p:pic>
      <p:sp>
        <p:nvSpPr>
          <p:cNvPr id="3" name="object 3"/>
          <p:cNvSpPr txBox="1">
            <a:spLocks noGrp="1"/>
          </p:cNvSpPr>
          <p:nvPr>
            <p:ph type="title"/>
          </p:nvPr>
        </p:nvSpPr>
        <p:spPr>
          <a:xfrm>
            <a:off x="1372616" y="828802"/>
            <a:ext cx="3503929" cy="635000"/>
          </a:xfrm>
          <a:prstGeom prst="rect">
            <a:avLst/>
          </a:prstGeom>
        </p:spPr>
        <p:txBody>
          <a:bodyPr vert="horz" wrap="square" lIns="0" tIns="12065" rIns="0" bIns="0" rtlCol="0">
            <a:spAutoFit/>
          </a:bodyPr>
          <a:lstStyle/>
          <a:p>
            <a:pPr marL="12700">
              <a:lnSpc>
                <a:spcPct val="100000"/>
              </a:lnSpc>
              <a:spcBef>
                <a:spcPts val="95"/>
              </a:spcBef>
            </a:pPr>
            <a:r>
              <a:rPr i="1" spc="-5" dirty="0">
                <a:latin typeface="Arial"/>
                <a:cs typeface="Arial"/>
              </a:rPr>
              <a:t>VLAN</a:t>
            </a:r>
            <a:r>
              <a:rPr i="1" spc="-70" dirty="0">
                <a:latin typeface="Arial"/>
                <a:cs typeface="Arial"/>
              </a:rPr>
              <a:t> </a:t>
            </a:r>
            <a:r>
              <a:rPr i="1" spc="-25" dirty="0">
                <a:latin typeface="Arial"/>
                <a:cs typeface="Arial"/>
              </a:rPr>
              <a:t>Tagging</a:t>
            </a:r>
          </a:p>
        </p:txBody>
      </p:sp>
      <p:sp>
        <p:nvSpPr>
          <p:cNvPr id="6" name="object 6"/>
          <p:cNvSpPr txBox="1">
            <a:spLocks noGrp="1"/>
          </p:cNvSpPr>
          <p:nvPr>
            <p:ph idx="1"/>
          </p:nvPr>
        </p:nvSpPr>
        <p:spPr>
          <a:xfrm>
            <a:off x="1066800" y="1676400"/>
            <a:ext cx="10744200" cy="5319405"/>
          </a:xfrm>
          <a:prstGeom prst="rect">
            <a:avLst/>
          </a:prstGeom>
        </p:spPr>
        <p:txBody>
          <a:bodyPr vert="horz" wrap="square" lIns="0" tIns="93980" rIns="0" bIns="0" rtlCol="0">
            <a:spAutoFit/>
          </a:bodyPr>
          <a:lstStyle/>
          <a:p>
            <a:pPr marL="241300" marR="6985" algn="just">
              <a:lnSpc>
                <a:spcPct val="150000"/>
              </a:lnSpc>
              <a:spcBef>
                <a:spcPts val="740"/>
              </a:spcBef>
            </a:pPr>
            <a:r>
              <a:rPr lang="en-IN" sz="2600" b="1" i="0" spc="-5" dirty="0" smtClean="0"/>
              <a:t>VLAN tagging</a:t>
            </a:r>
            <a:r>
              <a:rPr lang="en-IN" sz="2600" i="0" spc="-5" dirty="0" smtClean="0"/>
              <a:t>, </a:t>
            </a:r>
            <a:r>
              <a:rPr lang="en-IN" sz="2600" i="1" spc="-5" dirty="0" smtClean="0">
                <a:solidFill>
                  <a:schemeClr val="accent2">
                    <a:lumMod val="75000"/>
                  </a:schemeClr>
                </a:solidFill>
              </a:rPr>
              <a:t>also known as Frame Tagging</a:t>
            </a:r>
            <a:r>
              <a:rPr lang="en-IN" sz="2600" i="0" spc="-5" dirty="0" smtClean="0"/>
              <a:t> is a </a:t>
            </a:r>
            <a:r>
              <a:rPr sz="2600" i="0" spc="-5" dirty="0" smtClean="0"/>
              <a:t>method</a:t>
            </a:r>
            <a:r>
              <a:rPr sz="2600" i="0" dirty="0" smtClean="0"/>
              <a:t> </a:t>
            </a:r>
            <a:r>
              <a:rPr sz="2600" i="0" dirty="0"/>
              <a:t>developed</a:t>
            </a:r>
            <a:r>
              <a:rPr sz="2600" i="0" spc="5" dirty="0"/>
              <a:t> </a:t>
            </a:r>
            <a:r>
              <a:rPr sz="2600" i="0" dirty="0"/>
              <a:t>by</a:t>
            </a:r>
            <a:r>
              <a:rPr sz="2600" i="0" spc="5" dirty="0"/>
              <a:t> </a:t>
            </a:r>
            <a:r>
              <a:rPr sz="2600" i="0" spc="-5" dirty="0"/>
              <a:t>Cisco</a:t>
            </a:r>
            <a:r>
              <a:rPr sz="2600" i="0" dirty="0"/>
              <a:t> </a:t>
            </a:r>
            <a:r>
              <a:rPr sz="2600" i="0" spc="-5" dirty="0"/>
              <a:t>to</a:t>
            </a:r>
            <a:r>
              <a:rPr sz="2600" i="0" dirty="0"/>
              <a:t> </a:t>
            </a:r>
            <a:r>
              <a:rPr sz="2600" i="0" spc="-5" dirty="0"/>
              <a:t>help</a:t>
            </a:r>
            <a:r>
              <a:rPr sz="2600" i="0" spc="770" dirty="0"/>
              <a:t> </a:t>
            </a:r>
            <a:r>
              <a:rPr sz="2600" dirty="0">
                <a:uFill>
                  <a:solidFill>
                    <a:srgbClr val="624722"/>
                  </a:solidFill>
                </a:uFill>
              </a:rPr>
              <a:t>identify</a:t>
            </a:r>
            <a:r>
              <a:rPr sz="2600" spc="780" dirty="0">
                <a:uFill>
                  <a:solidFill>
                    <a:srgbClr val="624722"/>
                  </a:solidFill>
                </a:uFill>
              </a:rPr>
              <a:t> </a:t>
            </a:r>
            <a:r>
              <a:rPr sz="2600" spc="-5" dirty="0">
                <a:uFill>
                  <a:solidFill>
                    <a:srgbClr val="624722"/>
                  </a:solidFill>
                </a:uFill>
              </a:rPr>
              <a:t>packets </a:t>
            </a:r>
            <a:r>
              <a:rPr sz="2600" dirty="0" smtClean="0">
                <a:uFill>
                  <a:solidFill>
                    <a:srgbClr val="624722"/>
                  </a:solidFill>
                </a:uFill>
              </a:rPr>
              <a:t>travelling</a:t>
            </a:r>
            <a:r>
              <a:rPr sz="2600" spc="5" dirty="0" smtClean="0">
                <a:uFill>
                  <a:solidFill>
                    <a:srgbClr val="624722"/>
                  </a:solidFill>
                </a:uFill>
              </a:rPr>
              <a:t> </a:t>
            </a:r>
            <a:r>
              <a:rPr sz="2600" dirty="0">
                <a:uFill>
                  <a:solidFill>
                    <a:srgbClr val="624722"/>
                  </a:solidFill>
                </a:uFill>
              </a:rPr>
              <a:t>through</a:t>
            </a:r>
            <a:r>
              <a:rPr sz="2600" spc="5" dirty="0">
                <a:uFill>
                  <a:solidFill>
                    <a:srgbClr val="624722"/>
                  </a:solidFill>
                </a:uFill>
              </a:rPr>
              <a:t> </a:t>
            </a:r>
            <a:r>
              <a:rPr sz="2600" dirty="0">
                <a:uFill>
                  <a:solidFill>
                    <a:srgbClr val="624722"/>
                  </a:solidFill>
                </a:uFill>
              </a:rPr>
              <a:t>trunk</a:t>
            </a:r>
            <a:r>
              <a:rPr sz="2600" spc="5" dirty="0">
                <a:uFill>
                  <a:solidFill>
                    <a:srgbClr val="624722"/>
                  </a:solidFill>
                </a:uFill>
              </a:rPr>
              <a:t> </a:t>
            </a:r>
            <a:r>
              <a:rPr sz="2600" dirty="0">
                <a:uFill>
                  <a:solidFill>
                    <a:srgbClr val="624722"/>
                  </a:solidFill>
                </a:uFill>
              </a:rPr>
              <a:t>links</a:t>
            </a:r>
            <a:r>
              <a:rPr sz="2600" i="0" dirty="0"/>
              <a:t>.</a:t>
            </a:r>
            <a:r>
              <a:rPr sz="2600" i="0" spc="5" dirty="0"/>
              <a:t> </a:t>
            </a:r>
            <a:r>
              <a:rPr sz="2600" i="0" spc="-5" dirty="0"/>
              <a:t>When</a:t>
            </a:r>
            <a:r>
              <a:rPr sz="2600" i="0" dirty="0"/>
              <a:t> </a:t>
            </a:r>
            <a:r>
              <a:rPr sz="2600" i="0" spc="-5" dirty="0"/>
              <a:t>an</a:t>
            </a:r>
            <a:r>
              <a:rPr sz="2600" i="0" dirty="0"/>
              <a:t> </a:t>
            </a:r>
            <a:r>
              <a:rPr sz="2600" i="0" spc="-5" dirty="0"/>
              <a:t>Ethernet</a:t>
            </a:r>
            <a:r>
              <a:rPr sz="2600" i="0" dirty="0"/>
              <a:t> </a:t>
            </a:r>
            <a:r>
              <a:rPr sz="2600" i="0" spc="-5" dirty="0"/>
              <a:t>frame </a:t>
            </a:r>
            <a:r>
              <a:rPr sz="2600" i="0" dirty="0"/>
              <a:t> traverses </a:t>
            </a:r>
            <a:r>
              <a:rPr sz="2600" i="0" spc="-5" dirty="0"/>
              <a:t>a </a:t>
            </a:r>
            <a:r>
              <a:rPr sz="2600" i="0" dirty="0"/>
              <a:t>trunk </a:t>
            </a:r>
            <a:r>
              <a:rPr sz="2600" i="0" spc="-5" dirty="0"/>
              <a:t>link, </a:t>
            </a:r>
            <a:r>
              <a:rPr sz="2600" spc="-5" dirty="0"/>
              <a:t>a special VLAN tag </a:t>
            </a:r>
            <a:r>
              <a:rPr sz="2600" spc="5" dirty="0"/>
              <a:t>is </a:t>
            </a:r>
            <a:r>
              <a:rPr sz="2600" dirty="0"/>
              <a:t>added </a:t>
            </a:r>
            <a:r>
              <a:rPr sz="2600" spc="-5" dirty="0"/>
              <a:t>to the </a:t>
            </a:r>
            <a:r>
              <a:rPr sz="2600" dirty="0"/>
              <a:t> </a:t>
            </a:r>
            <a:r>
              <a:rPr sz="2600" spc="-5" dirty="0"/>
              <a:t>frame</a:t>
            </a:r>
            <a:r>
              <a:rPr sz="2600" dirty="0"/>
              <a:t> and</a:t>
            </a:r>
            <a:r>
              <a:rPr sz="2600" spc="15" dirty="0"/>
              <a:t> </a:t>
            </a:r>
            <a:r>
              <a:rPr sz="2600" dirty="0"/>
              <a:t>sent</a:t>
            </a:r>
            <a:r>
              <a:rPr sz="2600" spc="-10" dirty="0"/>
              <a:t> </a:t>
            </a:r>
            <a:r>
              <a:rPr sz="2600" dirty="0"/>
              <a:t>across</a:t>
            </a:r>
            <a:r>
              <a:rPr sz="2600" spc="-5" dirty="0"/>
              <a:t> the</a:t>
            </a:r>
            <a:r>
              <a:rPr sz="2600" spc="15" dirty="0"/>
              <a:t> </a:t>
            </a:r>
            <a:r>
              <a:rPr sz="2600" dirty="0"/>
              <a:t>trunk link</a:t>
            </a:r>
            <a:r>
              <a:rPr sz="2600" i="0" dirty="0"/>
              <a:t>.</a:t>
            </a:r>
          </a:p>
          <a:p>
            <a:pPr marL="241300" marR="5080" indent="-229235" algn="just">
              <a:lnSpc>
                <a:spcPct val="150000"/>
              </a:lnSpc>
              <a:spcBef>
                <a:spcPts val="1820"/>
              </a:spcBef>
              <a:buSzPct val="80357"/>
              <a:buChar char="•"/>
              <a:tabLst>
                <a:tab pos="241935" algn="l"/>
              </a:tabLst>
            </a:pPr>
            <a:r>
              <a:rPr sz="2600" i="0" spc="-5" dirty="0"/>
              <a:t>As</a:t>
            </a:r>
            <a:r>
              <a:rPr sz="2600" i="0" spc="340" dirty="0"/>
              <a:t> </a:t>
            </a:r>
            <a:r>
              <a:rPr sz="2600" i="0" spc="-5" dirty="0"/>
              <a:t>it</a:t>
            </a:r>
            <a:r>
              <a:rPr sz="2600" i="0" spc="340" dirty="0"/>
              <a:t> </a:t>
            </a:r>
            <a:r>
              <a:rPr sz="2600" i="0" spc="-5" dirty="0"/>
              <a:t>arrives</a:t>
            </a:r>
            <a:r>
              <a:rPr sz="2600" i="0" spc="350" dirty="0"/>
              <a:t> </a:t>
            </a:r>
            <a:r>
              <a:rPr sz="2600" i="0" dirty="0"/>
              <a:t>at</a:t>
            </a:r>
            <a:r>
              <a:rPr sz="2600" i="0" spc="330" dirty="0"/>
              <a:t> </a:t>
            </a:r>
            <a:r>
              <a:rPr sz="2600" i="0" spc="-5" dirty="0"/>
              <a:t>the</a:t>
            </a:r>
            <a:r>
              <a:rPr sz="2600" i="0" spc="335" dirty="0"/>
              <a:t> </a:t>
            </a:r>
            <a:r>
              <a:rPr sz="2600" i="0" dirty="0"/>
              <a:t>end</a:t>
            </a:r>
            <a:r>
              <a:rPr sz="2600" i="0" spc="340" dirty="0"/>
              <a:t> </a:t>
            </a:r>
            <a:r>
              <a:rPr sz="2600" i="0" dirty="0"/>
              <a:t>of</a:t>
            </a:r>
            <a:r>
              <a:rPr sz="2600" i="0" spc="325" dirty="0"/>
              <a:t> </a:t>
            </a:r>
            <a:r>
              <a:rPr sz="2600" i="0" spc="-5" dirty="0"/>
              <a:t>the</a:t>
            </a:r>
            <a:r>
              <a:rPr sz="2600" i="0" spc="355" dirty="0"/>
              <a:t> </a:t>
            </a:r>
            <a:r>
              <a:rPr sz="2600" i="0" dirty="0"/>
              <a:t>trunk</a:t>
            </a:r>
            <a:r>
              <a:rPr sz="2600" i="0" spc="335" dirty="0"/>
              <a:t> </a:t>
            </a:r>
            <a:r>
              <a:rPr sz="2600" i="0" spc="-5" dirty="0"/>
              <a:t>link</a:t>
            </a:r>
            <a:r>
              <a:rPr sz="2600" i="0" spc="345" dirty="0"/>
              <a:t> </a:t>
            </a:r>
            <a:r>
              <a:rPr sz="2600" i="0" spc="-5" dirty="0"/>
              <a:t>the</a:t>
            </a:r>
            <a:r>
              <a:rPr sz="2600" i="0" spc="340" dirty="0"/>
              <a:t> </a:t>
            </a:r>
            <a:r>
              <a:rPr sz="2600" i="0" spc="-10" dirty="0"/>
              <a:t>tag</a:t>
            </a:r>
            <a:r>
              <a:rPr sz="2600" i="0" spc="345" dirty="0"/>
              <a:t> </a:t>
            </a:r>
            <a:r>
              <a:rPr sz="2600" i="0" spc="-5" dirty="0"/>
              <a:t>is</a:t>
            </a:r>
            <a:r>
              <a:rPr sz="2600" i="0" spc="340" dirty="0"/>
              <a:t> </a:t>
            </a:r>
            <a:r>
              <a:rPr sz="2600" i="0" dirty="0"/>
              <a:t>removed </a:t>
            </a:r>
            <a:r>
              <a:rPr sz="2600" i="0" spc="-765" dirty="0"/>
              <a:t> </a:t>
            </a:r>
            <a:r>
              <a:rPr sz="2600" i="0" dirty="0"/>
              <a:t>and</a:t>
            </a:r>
            <a:r>
              <a:rPr sz="2600" i="0" spc="5" dirty="0"/>
              <a:t> </a:t>
            </a:r>
            <a:r>
              <a:rPr sz="2600" i="0" spc="-5" dirty="0"/>
              <a:t>the</a:t>
            </a:r>
            <a:r>
              <a:rPr sz="2600" i="0" dirty="0"/>
              <a:t> </a:t>
            </a:r>
            <a:r>
              <a:rPr sz="2600" i="0" spc="-5" dirty="0"/>
              <a:t>frame</a:t>
            </a:r>
            <a:r>
              <a:rPr sz="2600" i="0" dirty="0"/>
              <a:t> </a:t>
            </a:r>
            <a:r>
              <a:rPr sz="2600" i="0" spc="-5" dirty="0"/>
              <a:t>is</a:t>
            </a:r>
            <a:r>
              <a:rPr sz="2600" i="0" dirty="0"/>
              <a:t> sent</a:t>
            </a:r>
            <a:r>
              <a:rPr sz="2600" i="0" spc="5" dirty="0"/>
              <a:t> </a:t>
            </a:r>
            <a:r>
              <a:rPr sz="2600" i="0" spc="-10" dirty="0"/>
              <a:t>to</a:t>
            </a:r>
            <a:r>
              <a:rPr sz="2600" i="0" spc="-5" dirty="0"/>
              <a:t> the</a:t>
            </a:r>
            <a:r>
              <a:rPr sz="2600" i="0" dirty="0"/>
              <a:t> </a:t>
            </a:r>
            <a:r>
              <a:rPr sz="2600" i="0" spc="-5" dirty="0"/>
              <a:t>correct</a:t>
            </a:r>
            <a:r>
              <a:rPr sz="2600" i="0" dirty="0"/>
              <a:t> </a:t>
            </a:r>
            <a:r>
              <a:rPr sz="2600" i="0" spc="-5" dirty="0"/>
              <a:t>access</a:t>
            </a:r>
            <a:r>
              <a:rPr sz="2600" i="0" dirty="0"/>
              <a:t> </a:t>
            </a:r>
            <a:r>
              <a:rPr sz="2600" i="0" spc="-5" dirty="0"/>
              <a:t>link</a:t>
            </a:r>
            <a:r>
              <a:rPr sz="2600" i="0" spc="765" dirty="0"/>
              <a:t> </a:t>
            </a:r>
            <a:r>
              <a:rPr sz="2600" i="0" dirty="0"/>
              <a:t>port </a:t>
            </a:r>
            <a:r>
              <a:rPr sz="2600" i="0" spc="5" dirty="0"/>
              <a:t> </a:t>
            </a:r>
            <a:r>
              <a:rPr sz="2600" i="0" dirty="0"/>
              <a:t>according </a:t>
            </a:r>
            <a:r>
              <a:rPr sz="2600" i="0" spc="-5" dirty="0"/>
              <a:t>to the switch's </a:t>
            </a:r>
            <a:r>
              <a:rPr sz="2600" i="0" dirty="0"/>
              <a:t>table, so that </a:t>
            </a:r>
            <a:r>
              <a:rPr sz="2600" i="0" spc="-5" dirty="0"/>
              <a:t>the </a:t>
            </a:r>
            <a:r>
              <a:rPr sz="2600" i="0" dirty="0"/>
              <a:t>receiving end </a:t>
            </a:r>
            <a:r>
              <a:rPr sz="2600" i="0" spc="-5" dirty="0"/>
              <a:t>is </a:t>
            </a:r>
            <a:r>
              <a:rPr sz="2600" i="0" dirty="0"/>
              <a:t> </a:t>
            </a:r>
            <a:r>
              <a:rPr sz="2600" i="0" spc="-5" dirty="0"/>
              <a:t>unaware</a:t>
            </a:r>
            <a:r>
              <a:rPr sz="2600" i="0" spc="15" dirty="0"/>
              <a:t> </a:t>
            </a:r>
            <a:r>
              <a:rPr sz="2600" i="0" dirty="0"/>
              <a:t>of any</a:t>
            </a:r>
            <a:r>
              <a:rPr sz="2600" i="0" spc="10" dirty="0"/>
              <a:t> </a:t>
            </a:r>
            <a:r>
              <a:rPr sz="2600" i="0" spc="-5" dirty="0"/>
              <a:t>VLAN</a:t>
            </a:r>
            <a:r>
              <a:rPr sz="2600" i="0" spc="5" dirty="0"/>
              <a:t> </a:t>
            </a:r>
            <a:r>
              <a:rPr sz="2600" i="0" dirty="0"/>
              <a:t>information.</a:t>
            </a:r>
          </a:p>
          <a:p>
            <a:pPr marL="241300" indent="-229235" algn="just">
              <a:lnSpc>
                <a:spcPct val="150000"/>
              </a:lnSpc>
              <a:spcBef>
                <a:spcPts val="1130"/>
              </a:spcBef>
              <a:buClr>
                <a:srgbClr val="624722"/>
              </a:buClr>
              <a:buSzPct val="80357"/>
              <a:buFont typeface="Arial MT"/>
              <a:buChar char="•"/>
              <a:tabLst>
                <a:tab pos="241935" algn="l"/>
              </a:tabLst>
            </a:pPr>
            <a:r>
              <a:rPr sz="2600" b="1" i="0" spc="-5" dirty="0">
                <a:solidFill>
                  <a:srgbClr val="FFFF00"/>
                </a:solidFill>
                <a:uFill>
                  <a:solidFill>
                    <a:srgbClr val="5A94A3"/>
                  </a:solidFill>
                </a:uFill>
                <a:hlinkClick r:id="rId3"/>
              </a:rPr>
              <a:t>IEEE</a:t>
            </a:r>
            <a:r>
              <a:rPr sz="2600" b="1" i="0" spc="-15" dirty="0">
                <a:solidFill>
                  <a:srgbClr val="FFFF00"/>
                </a:solidFill>
                <a:uFill>
                  <a:solidFill>
                    <a:srgbClr val="5A94A3"/>
                  </a:solidFill>
                </a:uFill>
                <a:hlinkClick r:id="rId3"/>
              </a:rPr>
              <a:t> </a:t>
            </a:r>
            <a:r>
              <a:rPr sz="2600" b="1" i="0" dirty="0">
                <a:solidFill>
                  <a:srgbClr val="FFFF00"/>
                </a:solidFill>
                <a:uFill>
                  <a:solidFill>
                    <a:srgbClr val="5A94A3"/>
                  </a:solidFill>
                </a:uFill>
                <a:hlinkClick r:id="rId3"/>
              </a:rPr>
              <a:t>802.1Q</a:t>
            </a:r>
            <a:r>
              <a:rPr sz="2600" b="1" i="0" dirty="0">
                <a:solidFill>
                  <a:srgbClr val="FFFF00"/>
                </a:solidFill>
              </a:rPr>
              <a:t>:</a:t>
            </a:r>
            <a:r>
              <a:rPr sz="2600" b="1" i="0" spc="5" dirty="0">
                <a:solidFill>
                  <a:srgbClr val="FFFF00"/>
                </a:solidFill>
              </a:rPr>
              <a:t> </a:t>
            </a:r>
            <a:r>
              <a:rPr sz="2600" i="0" spc="-5" dirty="0">
                <a:solidFill>
                  <a:srgbClr val="FFFF00"/>
                </a:solidFill>
              </a:rPr>
              <a:t>IEEE</a:t>
            </a:r>
            <a:r>
              <a:rPr sz="2600" i="0" spc="-15" dirty="0">
                <a:solidFill>
                  <a:srgbClr val="FFFF00"/>
                </a:solidFill>
              </a:rPr>
              <a:t> </a:t>
            </a:r>
            <a:r>
              <a:rPr sz="2600" i="0" dirty="0">
                <a:solidFill>
                  <a:srgbClr val="FFFF00"/>
                </a:solidFill>
              </a:rPr>
              <a:t>industry</a:t>
            </a:r>
            <a:r>
              <a:rPr sz="2600" i="0" spc="5" dirty="0">
                <a:solidFill>
                  <a:srgbClr val="FFFF00"/>
                </a:solidFill>
              </a:rPr>
              <a:t> </a:t>
            </a:r>
            <a:r>
              <a:rPr sz="2600" i="0" dirty="0">
                <a:solidFill>
                  <a:srgbClr val="FFFF00"/>
                </a:solidFill>
              </a:rPr>
              <a:t>standard </a:t>
            </a:r>
            <a:r>
              <a:rPr sz="2600" i="0" spc="-5" dirty="0">
                <a:solidFill>
                  <a:srgbClr val="FFFF00"/>
                </a:solidFill>
              </a:rPr>
              <a:t>VLAN</a:t>
            </a:r>
            <a:r>
              <a:rPr sz="2600" i="0" spc="5" dirty="0">
                <a:solidFill>
                  <a:srgbClr val="FFFF00"/>
                </a:solidFill>
              </a:rPr>
              <a:t> </a:t>
            </a:r>
            <a:r>
              <a:rPr sz="2600" i="0" spc="-5" dirty="0">
                <a:solidFill>
                  <a:srgbClr val="FFFF00"/>
                </a:solidFill>
              </a:rPr>
              <a:t>frame</a:t>
            </a:r>
            <a:r>
              <a:rPr sz="2600" i="0" spc="15" dirty="0">
                <a:solidFill>
                  <a:srgbClr val="FFFF00"/>
                </a:solidFill>
              </a:rPr>
              <a:t> </a:t>
            </a:r>
            <a:r>
              <a:rPr sz="2600" i="0" dirty="0">
                <a:solidFill>
                  <a:srgbClr val="FFFF00"/>
                </a:solidFill>
              </a:rPr>
              <a:t>tagging.</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7" name="object 7"/>
          <p:cNvSpPr txBox="1">
            <a:spLocks noGrp="1"/>
          </p:cNvSpPr>
          <p:nvPr>
            <p:ph type="title" idx="4294967295"/>
          </p:nvPr>
        </p:nvSpPr>
        <p:spPr>
          <a:xfrm>
            <a:off x="451484" y="486406"/>
            <a:ext cx="5841366" cy="566181"/>
          </a:xfrm>
          <a:prstGeom prst="rect">
            <a:avLst/>
          </a:prstGeom>
        </p:spPr>
        <p:txBody>
          <a:bodyPr vert="horz" wrap="square" lIns="0" tIns="12065" rIns="0" bIns="0" rtlCol="0">
            <a:spAutoFit/>
          </a:bodyPr>
          <a:lstStyle/>
          <a:p>
            <a:pPr marL="12700">
              <a:lnSpc>
                <a:spcPct val="100000"/>
              </a:lnSpc>
              <a:spcBef>
                <a:spcPts val="95"/>
              </a:spcBef>
            </a:pPr>
            <a:r>
              <a:rPr lang="en-IN" sz="3600" spc="-5" dirty="0" smtClean="0">
                <a:solidFill>
                  <a:srgbClr val="C00000"/>
                </a:solidFill>
                <a:latin typeface="Times New Roman" panose="02020603050405020304" pitchFamily="18" charset="0"/>
                <a:cs typeface="Times New Roman" panose="02020603050405020304" pitchFamily="18" charset="0"/>
              </a:rPr>
              <a:t>VLAN</a:t>
            </a:r>
            <a:r>
              <a:rPr sz="3600" spc="-25" dirty="0" smtClean="0">
                <a:solidFill>
                  <a:srgbClr val="C00000"/>
                </a:solidFill>
                <a:latin typeface="Times New Roman" panose="02020603050405020304" pitchFamily="18" charset="0"/>
                <a:cs typeface="Times New Roman" panose="02020603050405020304" pitchFamily="18" charset="0"/>
              </a:rPr>
              <a:t> </a:t>
            </a:r>
            <a:r>
              <a:rPr lang="en-IN" sz="3600" spc="-10" dirty="0" smtClean="0">
                <a:solidFill>
                  <a:srgbClr val="C00000"/>
                </a:solidFill>
                <a:latin typeface="Times New Roman" panose="02020603050405020304" pitchFamily="18" charset="0"/>
                <a:cs typeface="Times New Roman" panose="02020603050405020304" pitchFamily="18" charset="0"/>
              </a:rPr>
              <a:t>Frame</a:t>
            </a:r>
            <a:r>
              <a:rPr lang="en-IN" sz="3600" spc="-20" dirty="0" smtClean="0">
                <a:solidFill>
                  <a:srgbClr val="C00000"/>
                </a:solidFill>
                <a:latin typeface="Times New Roman" panose="02020603050405020304" pitchFamily="18" charset="0"/>
                <a:cs typeface="Times New Roman" panose="02020603050405020304" pitchFamily="18" charset="0"/>
              </a:rPr>
              <a:t> </a:t>
            </a:r>
            <a:r>
              <a:rPr lang="en-IN" sz="3600" spc="-5" dirty="0" smtClean="0">
                <a:solidFill>
                  <a:srgbClr val="C00000"/>
                </a:solidFill>
                <a:latin typeface="Times New Roman" panose="02020603050405020304" pitchFamily="18" charset="0"/>
                <a:cs typeface="Times New Roman" panose="02020603050405020304" pitchFamily="18" charset="0"/>
              </a:rPr>
              <a:t>Tagging</a:t>
            </a:r>
            <a:endParaRPr lang="en-IN" sz="3600" spc="-5" dirty="0">
              <a:solidFill>
                <a:srgbClr val="C00000"/>
              </a:solidFill>
              <a:latin typeface="Times New Roman" panose="02020603050405020304" pitchFamily="18" charset="0"/>
              <a:cs typeface="Times New Roman" panose="02020603050405020304" pitchFamily="18" charset="0"/>
            </a:endParaRPr>
          </a:p>
        </p:txBody>
      </p:sp>
      <p:pic>
        <p:nvPicPr>
          <p:cNvPr id="8" name="object 8"/>
          <p:cNvPicPr/>
          <p:nvPr/>
        </p:nvPicPr>
        <p:blipFill>
          <a:blip r:embed="rId3" cstate="print"/>
          <a:stretch>
            <a:fillRect/>
          </a:stretch>
        </p:blipFill>
        <p:spPr>
          <a:xfrm>
            <a:off x="451484" y="1976247"/>
            <a:ext cx="5303520" cy="3953255"/>
          </a:xfrm>
          <a:prstGeom prst="rect">
            <a:avLst/>
          </a:prstGeom>
        </p:spPr>
      </p:pic>
      <p:pic>
        <p:nvPicPr>
          <p:cNvPr id="9" name="object 9"/>
          <p:cNvPicPr/>
          <p:nvPr/>
        </p:nvPicPr>
        <p:blipFill>
          <a:blip r:embed="rId4" cstate="print"/>
          <a:stretch>
            <a:fillRect/>
          </a:stretch>
        </p:blipFill>
        <p:spPr>
          <a:xfrm>
            <a:off x="6380571" y="1976247"/>
            <a:ext cx="5844540" cy="4247386"/>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372616" y="954604"/>
            <a:ext cx="6209665" cy="504625"/>
          </a:xfrm>
          <a:prstGeom prst="rect">
            <a:avLst/>
          </a:prstGeom>
        </p:spPr>
        <p:txBody>
          <a:bodyPr vert="horz" wrap="square" lIns="0" tIns="12065" rIns="0" bIns="0" rtlCol="0">
            <a:spAutoFit/>
          </a:bodyPr>
          <a:lstStyle/>
          <a:p>
            <a:pPr marL="12700">
              <a:lnSpc>
                <a:spcPct val="100000"/>
              </a:lnSpc>
              <a:spcBef>
                <a:spcPts val="95"/>
              </a:spcBef>
            </a:pPr>
            <a:r>
              <a:rPr spc="-254" dirty="0"/>
              <a:t>T</a:t>
            </a:r>
            <a:r>
              <a:rPr spc="-5" dirty="0"/>
              <a:t>ypes</a:t>
            </a:r>
            <a:r>
              <a:rPr spc="5" dirty="0"/>
              <a:t> </a:t>
            </a:r>
            <a:r>
              <a:rPr spc="-5" dirty="0"/>
              <a:t>of</a:t>
            </a:r>
            <a:r>
              <a:rPr spc="-270" dirty="0"/>
              <a:t> </a:t>
            </a:r>
            <a:r>
              <a:rPr lang="en-IN" spc="-270" dirty="0" smtClean="0"/>
              <a:t> </a:t>
            </a:r>
            <a:r>
              <a:rPr spc="-5" dirty="0" smtClean="0"/>
              <a:t>Virt</a:t>
            </a:r>
            <a:r>
              <a:rPr spc="-20" dirty="0" smtClean="0"/>
              <a:t>u</a:t>
            </a:r>
            <a:r>
              <a:rPr spc="-5" dirty="0" smtClean="0"/>
              <a:t>al</a:t>
            </a:r>
            <a:r>
              <a:rPr spc="20" dirty="0" smtClean="0"/>
              <a:t> </a:t>
            </a:r>
            <a:r>
              <a:rPr spc="-5" dirty="0"/>
              <a:t>LAN</a:t>
            </a:r>
            <a:r>
              <a:rPr spc="10" dirty="0"/>
              <a:t> </a:t>
            </a:r>
            <a:r>
              <a:rPr spc="-5" dirty="0"/>
              <a:t>(VLAN)</a:t>
            </a:r>
          </a:p>
        </p:txBody>
      </p:sp>
      <p:sp>
        <p:nvSpPr>
          <p:cNvPr id="4" name="object 4"/>
          <p:cNvSpPr txBox="1"/>
          <p:nvPr/>
        </p:nvSpPr>
        <p:spPr>
          <a:xfrm>
            <a:off x="1569466" y="1987955"/>
            <a:ext cx="3399790" cy="4124334"/>
          </a:xfrm>
          <a:prstGeom prst="rect">
            <a:avLst/>
          </a:prstGeom>
        </p:spPr>
        <p:txBody>
          <a:bodyPr vert="horz" wrap="square" lIns="0" tIns="198755" rIns="0" bIns="0" rtlCol="0">
            <a:spAutoFit/>
          </a:bodyPr>
          <a:lstStyle/>
          <a:p>
            <a:pPr marL="241300" indent="-228600">
              <a:lnSpc>
                <a:spcPct val="150000"/>
              </a:lnSpc>
              <a:spcBef>
                <a:spcPts val="1565"/>
              </a:spcBef>
              <a:buSzPct val="80357"/>
              <a:buChar char="•"/>
              <a:tabLst>
                <a:tab pos="240665" algn="l"/>
                <a:tab pos="241300" algn="l"/>
              </a:tabLst>
            </a:pPr>
            <a:r>
              <a:rPr sz="2800" spc="-5" dirty="0">
                <a:solidFill>
                  <a:srgbClr val="624722"/>
                </a:solidFill>
                <a:latin typeface="Times New Roman" panose="02020603050405020304" pitchFamily="18" charset="0"/>
                <a:cs typeface="Times New Roman" panose="02020603050405020304" pitchFamily="18" charset="0"/>
              </a:rPr>
              <a:t>Default</a:t>
            </a:r>
            <a:r>
              <a:rPr sz="2800" spc="-15" dirty="0">
                <a:solidFill>
                  <a:srgbClr val="624722"/>
                </a:solidFill>
                <a:latin typeface="Times New Roman" panose="02020603050405020304" pitchFamily="18" charset="0"/>
                <a:cs typeface="Times New Roman" panose="02020603050405020304" pitchFamily="18" charset="0"/>
              </a:rPr>
              <a:t> </a:t>
            </a:r>
            <a:r>
              <a:rPr sz="2800" b="1" spc="-10" dirty="0">
                <a:solidFill>
                  <a:srgbClr val="624722"/>
                </a:solidFill>
                <a:latin typeface="Times New Roman" panose="02020603050405020304" pitchFamily="18" charset="0"/>
                <a:cs typeface="Times New Roman" panose="02020603050405020304" pitchFamily="18" charset="0"/>
              </a:rPr>
              <a:t>VLAN</a:t>
            </a:r>
            <a:endParaRPr sz="2800" dirty="0">
              <a:latin typeface="Times New Roman" panose="02020603050405020304" pitchFamily="18" charset="0"/>
              <a:cs typeface="Times New Roman" panose="02020603050405020304" pitchFamily="18" charset="0"/>
            </a:endParaRPr>
          </a:p>
          <a:p>
            <a:pPr marL="241300" indent="-228600">
              <a:lnSpc>
                <a:spcPct val="150000"/>
              </a:lnSpc>
              <a:spcBef>
                <a:spcPts val="1460"/>
              </a:spcBef>
              <a:buSzPct val="80357"/>
              <a:buChar char="•"/>
              <a:tabLst>
                <a:tab pos="240665" algn="l"/>
                <a:tab pos="241300" algn="l"/>
              </a:tabLst>
            </a:pPr>
            <a:r>
              <a:rPr sz="2800" spc="-5" dirty="0">
                <a:solidFill>
                  <a:srgbClr val="624722"/>
                </a:solidFill>
                <a:latin typeface="Times New Roman" panose="02020603050405020304" pitchFamily="18" charset="0"/>
                <a:cs typeface="Times New Roman" panose="02020603050405020304" pitchFamily="18" charset="0"/>
              </a:rPr>
              <a:t>Data</a:t>
            </a:r>
            <a:r>
              <a:rPr sz="2800" spc="-25" dirty="0">
                <a:solidFill>
                  <a:srgbClr val="624722"/>
                </a:solidFill>
                <a:latin typeface="Times New Roman" panose="02020603050405020304" pitchFamily="18" charset="0"/>
                <a:cs typeface="Times New Roman" panose="02020603050405020304" pitchFamily="18" charset="0"/>
              </a:rPr>
              <a:t> </a:t>
            </a:r>
            <a:r>
              <a:rPr sz="2800" b="1" spc="-10" dirty="0">
                <a:solidFill>
                  <a:srgbClr val="624722"/>
                </a:solidFill>
                <a:latin typeface="Times New Roman" panose="02020603050405020304" pitchFamily="18" charset="0"/>
                <a:cs typeface="Times New Roman" panose="02020603050405020304" pitchFamily="18" charset="0"/>
              </a:rPr>
              <a:t>VLAN</a:t>
            </a:r>
            <a:endParaRPr sz="2800" dirty="0">
              <a:latin typeface="Times New Roman" panose="02020603050405020304" pitchFamily="18" charset="0"/>
              <a:cs typeface="Times New Roman" panose="02020603050405020304" pitchFamily="18" charset="0"/>
            </a:endParaRPr>
          </a:p>
          <a:p>
            <a:pPr marL="241300" indent="-228600">
              <a:lnSpc>
                <a:spcPct val="150000"/>
              </a:lnSpc>
              <a:spcBef>
                <a:spcPts val="1470"/>
              </a:spcBef>
              <a:buSzPct val="80357"/>
              <a:buChar char="•"/>
              <a:tabLst>
                <a:tab pos="240665" algn="l"/>
                <a:tab pos="241300" algn="l"/>
              </a:tabLst>
            </a:pPr>
            <a:r>
              <a:rPr sz="2800" spc="-35" dirty="0">
                <a:solidFill>
                  <a:srgbClr val="624722"/>
                </a:solidFill>
                <a:latin typeface="Times New Roman" panose="02020603050405020304" pitchFamily="18" charset="0"/>
                <a:cs typeface="Times New Roman" panose="02020603050405020304" pitchFamily="18" charset="0"/>
              </a:rPr>
              <a:t>Voice</a:t>
            </a:r>
            <a:r>
              <a:rPr sz="2800" spc="-25" dirty="0">
                <a:solidFill>
                  <a:srgbClr val="624722"/>
                </a:solidFill>
                <a:latin typeface="Times New Roman" panose="02020603050405020304" pitchFamily="18" charset="0"/>
                <a:cs typeface="Times New Roman" panose="02020603050405020304" pitchFamily="18" charset="0"/>
              </a:rPr>
              <a:t> </a:t>
            </a:r>
            <a:r>
              <a:rPr sz="2800" b="1" spc="-10" dirty="0">
                <a:solidFill>
                  <a:srgbClr val="624722"/>
                </a:solidFill>
                <a:latin typeface="Times New Roman" panose="02020603050405020304" pitchFamily="18" charset="0"/>
                <a:cs typeface="Times New Roman" panose="02020603050405020304" pitchFamily="18" charset="0"/>
              </a:rPr>
              <a:t>VLAN</a:t>
            </a:r>
            <a:endParaRPr sz="2800" dirty="0">
              <a:latin typeface="Times New Roman" panose="02020603050405020304" pitchFamily="18" charset="0"/>
              <a:cs typeface="Times New Roman" panose="02020603050405020304" pitchFamily="18" charset="0"/>
            </a:endParaRPr>
          </a:p>
          <a:p>
            <a:pPr marL="241300" indent="-228600">
              <a:lnSpc>
                <a:spcPct val="150000"/>
              </a:lnSpc>
              <a:spcBef>
                <a:spcPts val="1465"/>
              </a:spcBef>
              <a:buSzPct val="80357"/>
              <a:buChar char="•"/>
              <a:tabLst>
                <a:tab pos="240665" algn="l"/>
                <a:tab pos="241300" algn="l"/>
              </a:tabLst>
            </a:pPr>
            <a:r>
              <a:rPr sz="2800" spc="-5" dirty="0">
                <a:solidFill>
                  <a:srgbClr val="624722"/>
                </a:solidFill>
                <a:latin typeface="Times New Roman" panose="02020603050405020304" pitchFamily="18" charset="0"/>
                <a:cs typeface="Times New Roman" panose="02020603050405020304" pitchFamily="18" charset="0"/>
              </a:rPr>
              <a:t>Management</a:t>
            </a:r>
            <a:r>
              <a:rPr sz="2800" spc="5" dirty="0">
                <a:solidFill>
                  <a:srgbClr val="624722"/>
                </a:solidFill>
                <a:latin typeface="Times New Roman" panose="02020603050405020304" pitchFamily="18" charset="0"/>
                <a:cs typeface="Times New Roman" panose="02020603050405020304" pitchFamily="18" charset="0"/>
              </a:rPr>
              <a:t> </a:t>
            </a:r>
            <a:r>
              <a:rPr sz="2800" b="1" spc="-10" dirty="0">
                <a:solidFill>
                  <a:srgbClr val="624722"/>
                </a:solidFill>
                <a:latin typeface="Times New Roman" panose="02020603050405020304" pitchFamily="18" charset="0"/>
                <a:cs typeface="Times New Roman" panose="02020603050405020304" pitchFamily="18" charset="0"/>
              </a:rPr>
              <a:t>VLAN</a:t>
            </a:r>
            <a:endParaRPr sz="2800" dirty="0">
              <a:latin typeface="Times New Roman" panose="02020603050405020304" pitchFamily="18" charset="0"/>
              <a:cs typeface="Times New Roman" panose="02020603050405020304" pitchFamily="18" charset="0"/>
            </a:endParaRPr>
          </a:p>
          <a:p>
            <a:pPr marL="241300" indent="-228600">
              <a:lnSpc>
                <a:spcPct val="150000"/>
              </a:lnSpc>
              <a:spcBef>
                <a:spcPts val="1460"/>
              </a:spcBef>
              <a:buSzPct val="80357"/>
              <a:buChar char="•"/>
              <a:tabLst>
                <a:tab pos="240665" algn="l"/>
                <a:tab pos="241300" algn="l"/>
              </a:tabLst>
            </a:pPr>
            <a:r>
              <a:rPr sz="2800" spc="-5" dirty="0">
                <a:solidFill>
                  <a:srgbClr val="624722"/>
                </a:solidFill>
                <a:latin typeface="Times New Roman" panose="02020603050405020304" pitchFamily="18" charset="0"/>
                <a:cs typeface="Times New Roman" panose="02020603050405020304" pitchFamily="18" charset="0"/>
              </a:rPr>
              <a:t>Native</a:t>
            </a:r>
            <a:r>
              <a:rPr sz="2800" spc="-30" dirty="0">
                <a:solidFill>
                  <a:srgbClr val="624722"/>
                </a:solidFill>
                <a:latin typeface="Times New Roman" panose="02020603050405020304" pitchFamily="18" charset="0"/>
                <a:cs typeface="Times New Roman" panose="02020603050405020304" pitchFamily="18" charset="0"/>
              </a:rPr>
              <a:t> </a:t>
            </a:r>
            <a:r>
              <a:rPr sz="2800" b="1" spc="-5" dirty="0">
                <a:solidFill>
                  <a:srgbClr val="624722"/>
                </a:solidFill>
                <a:latin typeface="Times New Roman" panose="02020603050405020304" pitchFamily="18" charset="0"/>
                <a:cs typeface="Times New Roman" panose="02020603050405020304" pitchFamily="18" charset="0"/>
              </a:rPr>
              <a:t>VLAN</a:t>
            </a:r>
            <a:endParaRP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372616" y="954604"/>
            <a:ext cx="2999105" cy="504625"/>
          </a:xfrm>
          <a:prstGeom prst="rect">
            <a:avLst/>
          </a:prstGeom>
        </p:spPr>
        <p:txBody>
          <a:bodyPr vert="horz" wrap="square" lIns="0" tIns="12065" rIns="0" bIns="0" rtlCol="0">
            <a:spAutoFit/>
          </a:bodyPr>
          <a:lstStyle/>
          <a:p>
            <a:pPr marL="12700">
              <a:lnSpc>
                <a:spcPct val="100000"/>
              </a:lnSpc>
              <a:spcBef>
                <a:spcPts val="95"/>
              </a:spcBef>
            </a:pPr>
            <a:r>
              <a:rPr spc="-5" dirty="0" smtClean="0"/>
              <a:t>Advantages</a:t>
            </a:r>
            <a:endParaRPr spc="-5" dirty="0"/>
          </a:p>
        </p:txBody>
      </p:sp>
      <p:sp>
        <p:nvSpPr>
          <p:cNvPr id="4" name="object 4"/>
          <p:cNvSpPr txBox="1"/>
          <p:nvPr/>
        </p:nvSpPr>
        <p:spPr>
          <a:xfrm>
            <a:off x="1066800" y="1568148"/>
            <a:ext cx="10667999" cy="5392502"/>
          </a:xfrm>
          <a:prstGeom prst="rect">
            <a:avLst/>
          </a:prstGeom>
        </p:spPr>
        <p:txBody>
          <a:bodyPr vert="horz" wrap="square" lIns="0" tIns="97790" rIns="0" bIns="0" rtlCol="0">
            <a:spAutoFit/>
          </a:bodyPr>
          <a:lstStyle/>
          <a:p>
            <a:pPr marL="241300" marR="5715" indent="-229235" algn="just">
              <a:lnSpc>
                <a:spcPct val="150000"/>
              </a:lnSpc>
              <a:spcBef>
                <a:spcPts val="770"/>
              </a:spcBef>
              <a:buSzPct val="80357"/>
              <a:buFont typeface="Arial MT"/>
              <a:buChar char="•"/>
              <a:tabLst>
                <a:tab pos="241935" algn="l"/>
              </a:tabLst>
            </a:pPr>
            <a:r>
              <a:rPr lang="en-IN" sz="2400" b="1" spc="-5" dirty="0" smtClean="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P</a:t>
            </a:r>
            <a:r>
              <a:rPr sz="2400" b="1" spc="-5" dirty="0" err="1" smtClean="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erformance</a:t>
            </a:r>
            <a:r>
              <a:rPr sz="2400" b="1" spc="-5" dirty="0" smtClean="0">
                <a:solidFill>
                  <a:schemeClr val="accent2">
                    <a:lumMod val="75000"/>
                  </a:schemeClr>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–The network </a:t>
            </a:r>
            <a:r>
              <a:rPr sz="2400" spc="-10" dirty="0">
                <a:solidFill>
                  <a:srgbClr val="002060"/>
                </a:solidFill>
                <a:latin typeface="Times New Roman" panose="02020603050405020304" pitchFamily="18" charset="0"/>
                <a:cs typeface="Times New Roman" panose="02020603050405020304" pitchFamily="18" charset="0"/>
              </a:rPr>
              <a:t>traffic is </a:t>
            </a:r>
            <a:r>
              <a:rPr sz="2400" dirty="0">
                <a:solidFill>
                  <a:srgbClr val="002060"/>
                </a:solidFill>
                <a:latin typeface="Times New Roman" panose="02020603050405020304" pitchFamily="18" charset="0"/>
                <a:cs typeface="Times New Roman" panose="02020603050405020304" pitchFamily="18" charset="0"/>
              </a:rPr>
              <a:t>full </a:t>
            </a:r>
            <a:r>
              <a:rPr sz="2400" spc="-5" dirty="0">
                <a:solidFill>
                  <a:srgbClr val="002060"/>
                </a:solidFill>
                <a:latin typeface="Times New Roman" panose="02020603050405020304" pitchFamily="18" charset="0"/>
                <a:cs typeface="Times New Roman" panose="02020603050405020304" pitchFamily="18" charset="0"/>
              </a:rPr>
              <a:t>of broadcast and </a:t>
            </a:r>
            <a:r>
              <a:rPr sz="2400" dirty="0">
                <a:solidFill>
                  <a:srgbClr val="002060"/>
                </a:solidFill>
                <a:latin typeface="Times New Roman" panose="02020603050405020304" pitchFamily="18" charset="0"/>
                <a:cs typeface="Times New Roman" panose="02020603050405020304" pitchFamily="18" charset="0"/>
              </a:rPr>
              <a:t> multicast. </a:t>
            </a:r>
            <a:r>
              <a:rPr sz="2400" spc="-5" dirty="0">
                <a:solidFill>
                  <a:srgbClr val="002060"/>
                </a:solidFill>
                <a:latin typeface="Times New Roman" panose="02020603050405020304" pitchFamily="18" charset="0"/>
                <a:cs typeface="Times New Roman" panose="02020603050405020304" pitchFamily="18" charset="0"/>
              </a:rPr>
              <a:t>VLAN reduces </a:t>
            </a:r>
            <a:r>
              <a:rPr sz="2400" spc="-10" dirty="0">
                <a:solidFill>
                  <a:srgbClr val="002060"/>
                </a:solidFill>
                <a:latin typeface="Times New Roman" panose="02020603050405020304" pitchFamily="18" charset="0"/>
                <a:cs typeface="Times New Roman" panose="02020603050405020304" pitchFamily="18" charset="0"/>
              </a:rPr>
              <a:t>the </a:t>
            </a:r>
            <a:r>
              <a:rPr sz="2400" dirty="0">
                <a:solidFill>
                  <a:srgbClr val="002060"/>
                </a:solidFill>
                <a:latin typeface="Times New Roman" panose="02020603050405020304" pitchFamily="18" charset="0"/>
                <a:cs typeface="Times New Roman" panose="02020603050405020304" pitchFamily="18" charset="0"/>
              </a:rPr>
              <a:t>need </a:t>
            </a:r>
            <a:r>
              <a:rPr sz="2400" spc="-5" dirty="0">
                <a:solidFill>
                  <a:srgbClr val="002060"/>
                </a:solidFill>
                <a:latin typeface="Times New Roman" panose="02020603050405020304" pitchFamily="18" charset="0"/>
                <a:cs typeface="Times New Roman" panose="02020603050405020304" pitchFamily="18" charset="0"/>
              </a:rPr>
              <a:t>to </a:t>
            </a:r>
            <a:r>
              <a:rPr sz="2400" dirty="0">
                <a:solidFill>
                  <a:srgbClr val="002060"/>
                </a:solidFill>
                <a:latin typeface="Times New Roman" panose="02020603050405020304" pitchFamily="18" charset="0"/>
                <a:cs typeface="Times New Roman" panose="02020603050405020304" pitchFamily="18" charset="0"/>
              </a:rPr>
              <a:t>send such </a:t>
            </a:r>
            <a:r>
              <a:rPr sz="2400" spc="-10" dirty="0">
                <a:solidFill>
                  <a:srgbClr val="002060"/>
                </a:solidFill>
                <a:latin typeface="Times New Roman" panose="02020603050405020304" pitchFamily="18" charset="0"/>
                <a:cs typeface="Times New Roman" panose="02020603050405020304" pitchFamily="18" charset="0"/>
              </a:rPr>
              <a:t>traffic </a:t>
            </a:r>
            <a:r>
              <a:rPr sz="2400" spc="-5" dirty="0">
                <a:solidFill>
                  <a:srgbClr val="002060"/>
                </a:solidFill>
                <a:latin typeface="Times New Roman" panose="02020603050405020304" pitchFamily="18" charset="0"/>
                <a:cs typeface="Times New Roman" panose="02020603050405020304" pitchFamily="18" charset="0"/>
              </a:rPr>
              <a:t>to </a:t>
            </a:r>
            <a:r>
              <a:rPr sz="2400" dirty="0">
                <a:solidFill>
                  <a:srgbClr val="002060"/>
                </a:solidFill>
                <a:latin typeface="Times New Roman" panose="02020603050405020304" pitchFamily="18" charset="0"/>
                <a:cs typeface="Times New Roman" panose="02020603050405020304" pitchFamily="18" charset="0"/>
              </a:rPr>
              <a:t> unnecessary destination.</a:t>
            </a:r>
          </a:p>
          <a:p>
            <a:pPr marL="698500" marR="5715" lvl="1" indent="-228600" algn="just">
              <a:lnSpc>
                <a:spcPct val="150000"/>
              </a:lnSpc>
              <a:spcBef>
                <a:spcPts val="615"/>
              </a:spcBef>
              <a:buSzPct val="79166"/>
              <a:buChar char="•"/>
              <a:tabLst>
                <a:tab pos="699135" algn="l"/>
              </a:tabLst>
            </a:pPr>
            <a:r>
              <a:rPr sz="2400" spc="-5" dirty="0">
                <a:solidFill>
                  <a:srgbClr val="002060"/>
                </a:solidFill>
                <a:latin typeface="Times New Roman" panose="02020603050405020304" pitchFamily="18" charset="0"/>
                <a:cs typeface="Times New Roman" panose="02020603050405020304" pitchFamily="18" charset="0"/>
              </a:rPr>
              <a:t>e.g.-If </a:t>
            </a:r>
            <a:r>
              <a:rPr sz="2400" dirty="0">
                <a:solidFill>
                  <a:srgbClr val="002060"/>
                </a:solidFill>
                <a:latin typeface="Times New Roman" panose="02020603050405020304" pitchFamily="18" charset="0"/>
                <a:cs typeface="Times New Roman" panose="02020603050405020304" pitchFamily="18" charset="0"/>
              </a:rPr>
              <a:t>the </a:t>
            </a:r>
            <a:r>
              <a:rPr sz="2400" spc="-10" dirty="0">
                <a:solidFill>
                  <a:srgbClr val="002060"/>
                </a:solidFill>
                <a:latin typeface="Times New Roman" panose="02020603050405020304" pitchFamily="18" charset="0"/>
                <a:cs typeface="Times New Roman" panose="02020603050405020304" pitchFamily="18" charset="0"/>
              </a:rPr>
              <a:t>traffic </a:t>
            </a:r>
            <a:r>
              <a:rPr sz="2400" spc="-5" dirty="0">
                <a:solidFill>
                  <a:srgbClr val="002060"/>
                </a:solidFill>
                <a:latin typeface="Times New Roman" panose="02020603050405020304" pitchFamily="18" charset="0"/>
                <a:cs typeface="Times New Roman" panose="02020603050405020304" pitchFamily="18" charset="0"/>
              </a:rPr>
              <a:t>is intended </a:t>
            </a:r>
            <a:r>
              <a:rPr sz="2400" dirty="0">
                <a:solidFill>
                  <a:srgbClr val="002060"/>
                </a:solidFill>
                <a:latin typeface="Times New Roman" panose="02020603050405020304" pitchFamily="18" charset="0"/>
                <a:cs typeface="Times New Roman" panose="02020603050405020304" pitchFamily="18" charset="0"/>
              </a:rPr>
              <a:t>for </a:t>
            </a:r>
            <a:r>
              <a:rPr sz="2400" spc="-5" dirty="0">
                <a:solidFill>
                  <a:srgbClr val="002060"/>
                </a:solidFill>
                <a:latin typeface="Times New Roman" panose="02020603050405020304" pitchFamily="18" charset="0"/>
                <a:cs typeface="Times New Roman" panose="02020603050405020304" pitchFamily="18" charset="0"/>
              </a:rPr>
              <a:t>2 users </a:t>
            </a:r>
            <a:r>
              <a:rPr sz="2400" spc="-10" dirty="0">
                <a:solidFill>
                  <a:srgbClr val="002060"/>
                </a:solidFill>
                <a:latin typeface="Times New Roman" panose="02020603050405020304" pitchFamily="18" charset="0"/>
                <a:cs typeface="Times New Roman" panose="02020603050405020304" pitchFamily="18" charset="0"/>
              </a:rPr>
              <a:t>but </a:t>
            </a:r>
            <a:r>
              <a:rPr sz="2400" spc="-5" dirty="0">
                <a:solidFill>
                  <a:srgbClr val="002060"/>
                </a:solidFill>
                <a:latin typeface="Times New Roman" panose="02020603050405020304" pitchFamily="18" charset="0"/>
                <a:cs typeface="Times New Roman" panose="02020603050405020304" pitchFamily="18" charset="0"/>
              </a:rPr>
              <a:t>as 10 devices are </a:t>
            </a:r>
            <a:r>
              <a:rPr sz="240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present in the same broadcast domain therefore all </a:t>
            </a:r>
            <a:r>
              <a:rPr sz="2400" dirty="0">
                <a:solidFill>
                  <a:srgbClr val="002060"/>
                </a:solidFill>
                <a:latin typeface="Times New Roman" panose="02020603050405020304" pitchFamily="18" charset="0"/>
                <a:cs typeface="Times New Roman" panose="02020603050405020304" pitchFamily="18" charset="0"/>
              </a:rPr>
              <a:t>will receive the </a:t>
            </a:r>
            <a:r>
              <a:rPr sz="2400" spc="5" dirty="0">
                <a:solidFill>
                  <a:srgbClr val="002060"/>
                </a:solidFill>
                <a:latin typeface="Times New Roman" panose="02020603050405020304" pitchFamily="18" charset="0"/>
                <a:cs typeface="Times New Roman" panose="02020603050405020304" pitchFamily="18" charset="0"/>
              </a:rPr>
              <a:t> </a:t>
            </a:r>
            <a:r>
              <a:rPr sz="2400" spc="-10" dirty="0">
                <a:solidFill>
                  <a:srgbClr val="002060"/>
                </a:solidFill>
                <a:latin typeface="Times New Roman" panose="02020603050405020304" pitchFamily="18" charset="0"/>
                <a:cs typeface="Times New Roman" panose="02020603050405020304" pitchFamily="18" charset="0"/>
              </a:rPr>
              <a:t>traffic i.e. </a:t>
            </a:r>
            <a:r>
              <a:rPr sz="2400" spc="-5" dirty="0">
                <a:solidFill>
                  <a:srgbClr val="002060"/>
                </a:solidFill>
                <a:latin typeface="Times New Roman" panose="02020603050405020304" pitchFamily="18" charset="0"/>
                <a:cs typeface="Times New Roman" panose="02020603050405020304" pitchFamily="18" charset="0"/>
              </a:rPr>
              <a:t>wastage of bandwidth but if we </a:t>
            </a:r>
            <a:r>
              <a:rPr sz="2400" dirty="0">
                <a:solidFill>
                  <a:srgbClr val="002060"/>
                </a:solidFill>
                <a:latin typeface="Times New Roman" panose="02020603050405020304" pitchFamily="18" charset="0"/>
                <a:cs typeface="Times New Roman" panose="02020603050405020304" pitchFamily="18" charset="0"/>
              </a:rPr>
              <a:t>make </a:t>
            </a:r>
            <a:r>
              <a:rPr sz="2400" spc="-5" dirty="0">
                <a:solidFill>
                  <a:srgbClr val="002060"/>
                </a:solidFill>
                <a:latin typeface="Times New Roman" panose="02020603050405020304" pitchFamily="18" charset="0"/>
                <a:cs typeface="Times New Roman" panose="02020603050405020304" pitchFamily="18" charset="0"/>
              </a:rPr>
              <a:t>VLANs, </a:t>
            </a:r>
            <a:r>
              <a:rPr sz="2400" dirty="0">
                <a:solidFill>
                  <a:srgbClr val="002060"/>
                </a:solidFill>
                <a:latin typeface="Times New Roman" panose="02020603050405020304" pitchFamily="18" charset="0"/>
                <a:cs typeface="Times New Roman" panose="02020603050405020304" pitchFamily="18" charset="0"/>
              </a:rPr>
              <a:t>then the </a:t>
            </a:r>
            <a:r>
              <a:rPr sz="2400" spc="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broadcast</a:t>
            </a:r>
            <a:r>
              <a:rPr sz="240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or</a:t>
            </a:r>
            <a:r>
              <a:rPr sz="2400" spc="10"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multicast packet</a:t>
            </a:r>
            <a:r>
              <a:rPr sz="2400" spc="-1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will</a:t>
            </a:r>
            <a:r>
              <a:rPr sz="2400" spc="4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go</a:t>
            </a:r>
            <a:r>
              <a:rPr sz="2400" dirty="0">
                <a:solidFill>
                  <a:srgbClr val="002060"/>
                </a:solidFill>
                <a:latin typeface="Times New Roman" panose="02020603050405020304" pitchFamily="18" charset="0"/>
                <a:cs typeface="Times New Roman" panose="02020603050405020304" pitchFamily="18" charset="0"/>
              </a:rPr>
              <a:t> to</a:t>
            </a:r>
            <a:r>
              <a:rPr sz="2400" spc="-10"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the</a:t>
            </a:r>
            <a:r>
              <a:rPr sz="2400" spc="-1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intended</a:t>
            </a:r>
            <a:r>
              <a:rPr sz="2400" spc="2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users</a:t>
            </a:r>
            <a:r>
              <a:rPr sz="2400" spc="10" dirty="0">
                <a:solidFill>
                  <a:srgbClr val="002060"/>
                </a:solidFill>
                <a:latin typeface="Times New Roman" panose="02020603050405020304" pitchFamily="18" charset="0"/>
                <a:cs typeface="Times New Roman" panose="02020603050405020304" pitchFamily="18" charset="0"/>
              </a:rPr>
              <a:t> </a:t>
            </a:r>
            <a:r>
              <a:rPr sz="2400" spc="-40" dirty="0">
                <a:solidFill>
                  <a:srgbClr val="002060"/>
                </a:solidFill>
                <a:latin typeface="Times New Roman" panose="02020603050405020304" pitchFamily="18" charset="0"/>
                <a:cs typeface="Times New Roman" panose="02020603050405020304" pitchFamily="18" charset="0"/>
              </a:rPr>
              <a:t>only.</a:t>
            </a:r>
            <a:endParaRPr sz="2400" dirty="0">
              <a:solidFill>
                <a:srgbClr val="002060"/>
              </a:solidFill>
              <a:latin typeface="Times New Roman" panose="02020603050405020304" pitchFamily="18" charset="0"/>
              <a:cs typeface="Times New Roman" panose="02020603050405020304" pitchFamily="18" charset="0"/>
            </a:endParaRPr>
          </a:p>
          <a:p>
            <a:pPr marL="241300" marR="5080" indent="-229235" algn="just">
              <a:lnSpc>
                <a:spcPct val="150000"/>
              </a:lnSpc>
              <a:spcBef>
                <a:spcPts val="1785"/>
              </a:spcBef>
              <a:buSzPct val="80357"/>
              <a:buFont typeface="Arial MT"/>
              <a:buChar char="•"/>
              <a:tabLst>
                <a:tab pos="241935" algn="l"/>
              </a:tabLst>
            </a:pPr>
            <a:r>
              <a:rPr lang="en-IN" sz="2400" b="1" spc="-5" dirty="0" smtClean="0">
                <a:solidFill>
                  <a:schemeClr val="accent2">
                    <a:lumMod val="75000"/>
                  </a:schemeClr>
                </a:solidFill>
                <a:latin typeface="Times New Roman" panose="02020603050405020304" pitchFamily="18" charset="0"/>
                <a:cs typeface="Times New Roman" panose="02020603050405020304" pitchFamily="18" charset="0"/>
              </a:rPr>
              <a:t>F</a:t>
            </a:r>
            <a:r>
              <a:rPr sz="2400" b="1" spc="-5" dirty="0" err="1" smtClean="0">
                <a:solidFill>
                  <a:schemeClr val="accent2">
                    <a:lumMod val="75000"/>
                  </a:schemeClr>
                </a:solidFill>
                <a:latin typeface="Times New Roman" panose="02020603050405020304" pitchFamily="18" charset="0"/>
                <a:cs typeface="Times New Roman" panose="02020603050405020304" pitchFamily="18" charset="0"/>
              </a:rPr>
              <a:t>ormation</a:t>
            </a:r>
            <a:r>
              <a:rPr sz="2400" b="1" dirty="0" smtClean="0">
                <a:solidFill>
                  <a:schemeClr val="accent2">
                    <a:lumMod val="75000"/>
                  </a:schemeClr>
                </a:solidFill>
                <a:latin typeface="Times New Roman" panose="02020603050405020304" pitchFamily="18" charset="0"/>
                <a:cs typeface="Times New Roman" panose="02020603050405020304" pitchFamily="18" charset="0"/>
              </a:rPr>
              <a:t> </a:t>
            </a:r>
            <a:r>
              <a:rPr sz="2400" b="1" dirty="0">
                <a:solidFill>
                  <a:schemeClr val="accent2">
                    <a:lumMod val="75000"/>
                  </a:schemeClr>
                </a:solidFill>
                <a:latin typeface="Times New Roman" panose="02020603050405020304" pitchFamily="18" charset="0"/>
                <a:cs typeface="Times New Roman" panose="02020603050405020304" pitchFamily="18" charset="0"/>
              </a:rPr>
              <a:t>of</a:t>
            </a:r>
            <a:r>
              <a:rPr sz="2400" b="1" spc="5" dirty="0">
                <a:solidFill>
                  <a:schemeClr val="accent2">
                    <a:lumMod val="75000"/>
                  </a:schemeClr>
                </a:solidFill>
                <a:latin typeface="Times New Roman" panose="02020603050405020304" pitchFamily="18" charset="0"/>
                <a:cs typeface="Times New Roman" panose="02020603050405020304" pitchFamily="18" charset="0"/>
              </a:rPr>
              <a:t> </a:t>
            </a:r>
            <a:r>
              <a:rPr sz="2400" b="1" spc="-5" dirty="0">
                <a:solidFill>
                  <a:schemeClr val="accent2">
                    <a:lumMod val="75000"/>
                  </a:schemeClr>
                </a:solidFill>
                <a:latin typeface="Times New Roman" panose="02020603050405020304" pitchFamily="18" charset="0"/>
                <a:cs typeface="Times New Roman" panose="02020603050405020304" pitchFamily="18" charset="0"/>
              </a:rPr>
              <a:t>virtual</a:t>
            </a:r>
            <a:r>
              <a:rPr sz="2400" b="1" dirty="0">
                <a:solidFill>
                  <a:schemeClr val="accent2">
                    <a:lumMod val="75000"/>
                  </a:schemeClr>
                </a:solidFill>
                <a:latin typeface="Times New Roman" panose="02020603050405020304" pitchFamily="18" charset="0"/>
                <a:cs typeface="Times New Roman" panose="02020603050405020304" pitchFamily="18" charset="0"/>
              </a:rPr>
              <a:t> </a:t>
            </a:r>
            <a:r>
              <a:rPr sz="2400" b="1" spc="-5" dirty="0">
                <a:solidFill>
                  <a:schemeClr val="accent2">
                    <a:lumMod val="75000"/>
                  </a:schemeClr>
                </a:solidFill>
                <a:latin typeface="Times New Roman" panose="02020603050405020304" pitchFamily="18" charset="0"/>
                <a:cs typeface="Times New Roman" panose="02020603050405020304" pitchFamily="18" charset="0"/>
              </a:rPr>
              <a:t>groups</a:t>
            </a:r>
            <a:r>
              <a:rPr sz="2400" b="1" dirty="0">
                <a:solidFill>
                  <a:schemeClr val="accent2">
                    <a:lumMod val="75000"/>
                  </a:schemeClr>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a:t>
            </a:r>
            <a:r>
              <a:rPr sz="240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As</a:t>
            </a:r>
            <a:r>
              <a:rPr sz="2400" dirty="0">
                <a:solidFill>
                  <a:srgbClr val="002060"/>
                </a:solidFill>
                <a:latin typeface="Times New Roman" panose="02020603050405020304" pitchFamily="18" charset="0"/>
                <a:cs typeface="Times New Roman" panose="02020603050405020304" pitchFamily="18" charset="0"/>
              </a:rPr>
              <a:t> there</a:t>
            </a:r>
            <a:r>
              <a:rPr sz="2400" spc="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are</a:t>
            </a:r>
            <a:r>
              <a:rPr sz="2400" spc="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different </a:t>
            </a:r>
            <a:r>
              <a:rPr sz="2400" dirty="0">
                <a:solidFill>
                  <a:srgbClr val="002060"/>
                </a:solidFill>
                <a:latin typeface="Times New Roman" panose="02020603050405020304" pitchFamily="18" charset="0"/>
                <a:cs typeface="Times New Roman" panose="02020603050405020304" pitchFamily="18" charset="0"/>
              </a:rPr>
              <a:t> departments</a:t>
            </a:r>
            <a:r>
              <a:rPr sz="2400" spc="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in</a:t>
            </a:r>
            <a:r>
              <a:rPr sz="240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every</a:t>
            </a:r>
            <a:r>
              <a:rPr sz="2400" dirty="0">
                <a:solidFill>
                  <a:srgbClr val="002060"/>
                </a:solidFill>
                <a:latin typeface="Times New Roman" panose="02020603050405020304" pitchFamily="18" charset="0"/>
                <a:cs typeface="Times New Roman" panose="02020603050405020304" pitchFamily="18" charset="0"/>
              </a:rPr>
              <a:t> organization</a:t>
            </a:r>
            <a:r>
              <a:rPr sz="2400" spc="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namely</a:t>
            </a:r>
            <a:r>
              <a:rPr sz="240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sales,</a:t>
            </a:r>
            <a:r>
              <a:rPr sz="240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finance </a:t>
            </a:r>
            <a:r>
              <a:rPr sz="2400" spc="-76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etc., </a:t>
            </a:r>
            <a:r>
              <a:rPr sz="2400" spc="-10" dirty="0">
                <a:solidFill>
                  <a:srgbClr val="002060"/>
                </a:solidFill>
                <a:latin typeface="Times New Roman" panose="02020603050405020304" pitchFamily="18" charset="0"/>
                <a:cs typeface="Times New Roman" panose="02020603050405020304" pitchFamily="18" charset="0"/>
              </a:rPr>
              <a:t>VLANs </a:t>
            </a:r>
            <a:r>
              <a:rPr sz="2400" spc="-5" dirty="0">
                <a:solidFill>
                  <a:srgbClr val="002060"/>
                </a:solidFill>
                <a:latin typeface="Times New Roman" panose="02020603050405020304" pitchFamily="18" charset="0"/>
                <a:cs typeface="Times New Roman" panose="02020603050405020304" pitchFamily="18" charset="0"/>
              </a:rPr>
              <a:t>can </a:t>
            </a:r>
            <a:r>
              <a:rPr sz="2400" spc="5" dirty="0">
                <a:solidFill>
                  <a:srgbClr val="002060"/>
                </a:solidFill>
                <a:latin typeface="Times New Roman" panose="02020603050405020304" pitchFamily="18" charset="0"/>
                <a:cs typeface="Times New Roman" panose="02020603050405020304" pitchFamily="18" charset="0"/>
              </a:rPr>
              <a:t>be </a:t>
            </a:r>
            <a:r>
              <a:rPr sz="2400" spc="-5" dirty="0">
                <a:solidFill>
                  <a:srgbClr val="002060"/>
                </a:solidFill>
                <a:latin typeface="Times New Roman" panose="02020603050405020304" pitchFamily="18" charset="0"/>
                <a:cs typeface="Times New Roman" panose="02020603050405020304" pitchFamily="18" charset="0"/>
              </a:rPr>
              <a:t>very </a:t>
            </a:r>
            <a:r>
              <a:rPr sz="2400" dirty="0">
                <a:solidFill>
                  <a:srgbClr val="002060"/>
                </a:solidFill>
                <a:latin typeface="Times New Roman" panose="02020603050405020304" pitchFamily="18" charset="0"/>
                <a:cs typeface="Times New Roman" panose="02020603050405020304" pitchFamily="18" charset="0"/>
              </a:rPr>
              <a:t>useful </a:t>
            </a:r>
            <a:r>
              <a:rPr sz="2400" spc="-5" dirty="0">
                <a:solidFill>
                  <a:srgbClr val="002060"/>
                </a:solidFill>
                <a:latin typeface="Times New Roman" panose="02020603050405020304" pitchFamily="18" charset="0"/>
                <a:cs typeface="Times New Roman" panose="02020603050405020304" pitchFamily="18" charset="0"/>
              </a:rPr>
              <a:t>in </a:t>
            </a:r>
            <a:r>
              <a:rPr sz="2400" dirty="0">
                <a:solidFill>
                  <a:srgbClr val="002060"/>
                </a:solidFill>
                <a:latin typeface="Times New Roman" panose="02020603050405020304" pitchFamily="18" charset="0"/>
                <a:cs typeface="Times New Roman" panose="02020603050405020304" pitchFamily="18" charset="0"/>
              </a:rPr>
              <a:t>order </a:t>
            </a:r>
            <a:r>
              <a:rPr sz="2400" spc="-5" dirty="0">
                <a:solidFill>
                  <a:srgbClr val="002060"/>
                </a:solidFill>
                <a:latin typeface="Times New Roman" panose="02020603050405020304" pitchFamily="18" charset="0"/>
                <a:cs typeface="Times New Roman" panose="02020603050405020304" pitchFamily="18" charset="0"/>
              </a:rPr>
              <a:t>to </a:t>
            </a:r>
            <a:r>
              <a:rPr sz="2400" dirty="0">
                <a:solidFill>
                  <a:srgbClr val="002060"/>
                </a:solidFill>
                <a:latin typeface="Times New Roman" panose="02020603050405020304" pitchFamily="18" charset="0"/>
                <a:cs typeface="Times New Roman" panose="02020603050405020304" pitchFamily="18" charset="0"/>
              </a:rPr>
              <a:t>group </a:t>
            </a:r>
            <a:r>
              <a:rPr sz="2400" spc="-5" dirty="0">
                <a:solidFill>
                  <a:srgbClr val="002060"/>
                </a:solidFill>
                <a:latin typeface="Times New Roman" panose="02020603050405020304" pitchFamily="18" charset="0"/>
                <a:cs typeface="Times New Roman" panose="02020603050405020304" pitchFamily="18" charset="0"/>
              </a:rPr>
              <a:t>the </a:t>
            </a:r>
            <a:r>
              <a:rPr sz="2400" dirty="0">
                <a:solidFill>
                  <a:srgbClr val="002060"/>
                </a:solidFill>
                <a:latin typeface="Times New Roman" panose="02020603050405020304" pitchFamily="18" charset="0"/>
                <a:cs typeface="Times New Roman" panose="02020603050405020304" pitchFamily="18" charset="0"/>
              </a:rPr>
              <a:t>devices </a:t>
            </a:r>
            <a:r>
              <a:rPr sz="2400" spc="-76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logically</a:t>
            </a:r>
            <a:r>
              <a:rPr sz="2400" spc="1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according</a:t>
            </a:r>
            <a:r>
              <a:rPr sz="2400" spc="2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to </a:t>
            </a:r>
            <a:r>
              <a:rPr sz="2400" dirty="0">
                <a:solidFill>
                  <a:srgbClr val="002060"/>
                </a:solidFill>
                <a:latin typeface="Times New Roman" panose="02020603050405020304" pitchFamily="18" charset="0"/>
                <a:cs typeface="Times New Roman" panose="02020603050405020304" pitchFamily="18" charset="0"/>
              </a:rPr>
              <a:t>their</a:t>
            </a:r>
            <a:r>
              <a:rPr sz="2400" spc="10"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departments.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p:nvPr/>
        </p:nvSpPr>
        <p:spPr>
          <a:xfrm>
            <a:off x="1430174" y="321990"/>
            <a:ext cx="9761220" cy="3860672"/>
          </a:xfrm>
          <a:prstGeom prst="rect">
            <a:avLst/>
          </a:prstGeom>
        </p:spPr>
        <p:txBody>
          <a:bodyPr vert="horz" wrap="square" lIns="0" tIns="13335" rIns="0" bIns="0" rtlCol="0">
            <a:spAutoFit/>
          </a:bodyPr>
          <a:lstStyle/>
          <a:p>
            <a:pPr marL="241300" indent="-229235">
              <a:lnSpc>
                <a:spcPct val="150000"/>
              </a:lnSpc>
              <a:spcBef>
                <a:spcPts val="105"/>
              </a:spcBef>
              <a:buSzPct val="78846"/>
              <a:buFont typeface="Arial MT"/>
              <a:buChar char="•"/>
              <a:tabLst>
                <a:tab pos="241300" algn="l"/>
                <a:tab pos="241935" algn="l"/>
              </a:tabLst>
            </a:pPr>
            <a:r>
              <a:rPr lang="en-IN" sz="2400" b="1" dirty="0" smtClean="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S</a:t>
            </a:r>
            <a:r>
              <a:rPr sz="2400" b="1" dirty="0" err="1" smtClean="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ecurity</a:t>
            </a:r>
            <a:r>
              <a:rPr sz="2400" b="1" spc="25" dirty="0" smtClean="0">
                <a:solidFill>
                  <a:schemeClr val="accent2">
                    <a:lumMod val="75000"/>
                  </a:schemeClr>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a:t>
            </a:r>
            <a:r>
              <a:rPr sz="2400" spc="4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In</a:t>
            </a:r>
            <a:r>
              <a:rPr sz="2400" spc="4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the</a:t>
            </a:r>
            <a:r>
              <a:rPr sz="2400" spc="4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same</a:t>
            </a:r>
            <a:r>
              <a:rPr sz="2400" spc="40"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network,</a:t>
            </a:r>
            <a:r>
              <a:rPr sz="2400" spc="3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sensitive</a:t>
            </a:r>
            <a:r>
              <a:rPr sz="2400" spc="40"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data</a:t>
            </a:r>
            <a:r>
              <a:rPr sz="2400" spc="3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can</a:t>
            </a:r>
            <a:r>
              <a:rPr sz="2400" spc="3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be</a:t>
            </a:r>
            <a:r>
              <a:rPr sz="2400" spc="40" dirty="0">
                <a:solidFill>
                  <a:srgbClr val="002060"/>
                </a:solidFill>
                <a:latin typeface="Times New Roman" panose="02020603050405020304" pitchFamily="18" charset="0"/>
                <a:cs typeface="Times New Roman" panose="02020603050405020304" pitchFamily="18" charset="0"/>
              </a:rPr>
              <a:t> </a:t>
            </a:r>
            <a:r>
              <a:rPr sz="2400" dirty="0" smtClean="0">
                <a:solidFill>
                  <a:srgbClr val="002060"/>
                </a:solidFill>
                <a:latin typeface="Times New Roman" panose="02020603050405020304" pitchFamily="18" charset="0"/>
                <a:cs typeface="Times New Roman" panose="02020603050405020304" pitchFamily="18" charset="0"/>
              </a:rPr>
              <a:t>broadcast</a:t>
            </a:r>
            <a:r>
              <a:rPr lang="en-IN" sz="2400" dirty="0" smtClean="0">
                <a:solidFill>
                  <a:srgbClr val="002060"/>
                </a:solidFill>
                <a:latin typeface="Times New Roman" panose="02020603050405020304" pitchFamily="18" charset="0"/>
                <a:cs typeface="Times New Roman" panose="02020603050405020304" pitchFamily="18" charset="0"/>
              </a:rPr>
              <a:t> </a:t>
            </a:r>
            <a:r>
              <a:rPr sz="2400" dirty="0" smtClean="0">
                <a:solidFill>
                  <a:srgbClr val="002060"/>
                </a:solidFill>
                <a:latin typeface="Times New Roman" panose="02020603050405020304" pitchFamily="18" charset="0"/>
                <a:cs typeface="Times New Roman" panose="02020603050405020304" pitchFamily="18" charset="0"/>
              </a:rPr>
              <a:t>w</a:t>
            </a:r>
            <a:r>
              <a:rPr sz="2400" spc="5" dirty="0" smtClean="0">
                <a:solidFill>
                  <a:srgbClr val="002060"/>
                </a:solidFill>
                <a:latin typeface="Times New Roman" panose="02020603050405020304" pitchFamily="18" charset="0"/>
                <a:cs typeface="Times New Roman" panose="02020603050405020304" pitchFamily="18" charset="0"/>
              </a:rPr>
              <a:t>h</a:t>
            </a:r>
            <a:r>
              <a:rPr sz="2400" spc="-15" dirty="0" smtClean="0">
                <a:solidFill>
                  <a:srgbClr val="002060"/>
                </a:solidFill>
                <a:latin typeface="Times New Roman" panose="02020603050405020304" pitchFamily="18" charset="0"/>
                <a:cs typeface="Times New Roman" panose="02020603050405020304" pitchFamily="18" charset="0"/>
              </a:rPr>
              <a:t>i</a:t>
            </a:r>
            <a:r>
              <a:rPr sz="2400" dirty="0" smtClean="0">
                <a:solidFill>
                  <a:srgbClr val="002060"/>
                </a:solidFill>
                <a:latin typeface="Times New Roman" panose="02020603050405020304" pitchFamily="18" charset="0"/>
                <a:cs typeface="Times New Roman" panose="02020603050405020304" pitchFamily="18" charset="0"/>
              </a:rPr>
              <a:t>ch</a:t>
            </a:r>
            <a:r>
              <a:rPr sz="2400" dirty="0">
                <a:solidFill>
                  <a:srgbClr val="002060"/>
                </a:solidFill>
                <a:latin typeface="Times New Roman" panose="02020603050405020304" pitchFamily="18" charset="0"/>
                <a:cs typeface="Times New Roman" panose="02020603050405020304" pitchFamily="18" charset="0"/>
              </a:rPr>
              <a:t>	can	</a:t>
            </a:r>
            <a:r>
              <a:rPr sz="2400" dirty="0" smtClean="0">
                <a:solidFill>
                  <a:srgbClr val="002060"/>
                </a:solidFill>
                <a:latin typeface="Times New Roman" panose="02020603050405020304" pitchFamily="18" charset="0"/>
                <a:cs typeface="Times New Roman" panose="02020603050405020304" pitchFamily="18" charset="0"/>
              </a:rPr>
              <a:t>be</a:t>
            </a:r>
            <a:r>
              <a:rPr lang="en-IN" sz="2400" dirty="0" smtClean="0">
                <a:solidFill>
                  <a:srgbClr val="002060"/>
                </a:solidFill>
                <a:latin typeface="Times New Roman" panose="02020603050405020304" pitchFamily="18" charset="0"/>
                <a:cs typeface="Times New Roman" panose="02020603050405020304" pitchFamily="18" charset="0"/>
              </a:rPr>
              <a:t> </a:t>
            </a:r>
            <a:r>
              <a:rPr sz="2400" dirty="0" smtClean="0">
                <a:solidFill>
                  <a:srgbClr val="002060"/>
                </a:solidFill>
                <a:latin typeface="Times New Roman" panose="02020603050405020304" pitchFamily="18" charset="0"/>
                <a:cs typeface="Times New Roman" panose="02020603050405020304" pitchFamily="18" charset="0"/>
              </a:rPr>
              <a:t>ac</a:t>
            </a:r>
            <a:r>
              <a:rPr sz="2400" spc="5" dirty="0" smtClean="0">
                <a:solidFill>
                  <a:srgbClr val="002060"/>
                </a:solidFill>
                <a:latin typeface="Times New Roman" panose="02020603050405020304" pitchFamily="18" charset="0"/>
                <a:cs typeface="Times New Roman" panose="02020603050405020304" pitchFamily="18" charset="0"/>
              </a:rPr>
              <a:t>c</a:t>
            </a:r>
            <a:r>
              <a:rPr sz="2400" dirty="0" smtClean="0">
                <a:solidFill>
                  <a:srgbClr val="002060"/>
                </a:solidFill>
                <a:latin typeface="Times New Roman" panose="02020603050405020304" pitchFamily="18" charset="0"/>
                <a:cs typeface="Times New Roman" panose="02020603050405020304" pitchFamily="18" charset="0"/>
              </a:rPr>
              <a:t>e</a:t>
            </a:r>
            <a:r>
              <a:rPr sz="2400" spc="-10" dirty="0" smtClean="0">
                <a:solidFill>
                  <a:srgbClr val="002060"/>
                </a:solidFill>
                <a:latin typeface="Times New Roman" panose="02020603050405020304" pitchFamily="18" charset="0"/>
                <a:cs typeface="Times New Roman" panose="02020603050405020304" pitchFamily="18" charset="0"/>
              </a:rPr>
              <a:t>s</a:t>
            </a:r>
            <a:r>
              <a:rPr sz="2400" spc="5" dirty="0" smtClean="0">
                <a:solidFill>
                  <a:srgbClr val="002060"/>
                </a:solidFill>
                <a:latin typeface="Times New Roman" panose="02020603050405020304" pitchFamily="18" charset="0"/>
                <a:cs typeface="Times New Roman" panose="02020603050405020304" pitchFamily="18" charset="0"/>
              </a:rPr>
              <a:t>s</a:t>
            </a:r>
            <a:r>
              <a:rPr sz="2400" dirty="0" smtClean="0">
                <a:solidFill>
                  <a:srgbClr val="002060"/>
                </a:solidFill>
                <a:latin typeface="Times New Roman" panose="02020603050405020304" pitchFamily="18" charset="0"/>
                <a:cs typeface="Times New Roman" panose="02020603050405020304" pitchFamily="18" charset="0"/>
              </a:rPr>
              <a:t>ed</a:t>
            </a:r>
            <a:r>
              <a:rPr lang="en-IN" sz="2400" dirty="0" smtClean="0">
                <a:solidFill>
                  <a:srgbClr val="002060"/>
                </a:solidFill>
                <a:latin typeface="Times New Roman" panose="02020603050405020304" pitchFamily="18" charset="0"/>
                <a:cs typeface="Times New Roman" panose="02020603050405020304" pitchFamily="18" charset="0"/>
              </a:rPr>
              <a:t> </a:t>
            </a:r>
            <a:r>
              <a:rPr sz="2400" spc="-10" dirty="0" smtClean="0">
                <a:solidFill>
                  <a:srgbClr val="002060"/>
                </a:solidFill>
                <a:latin typeface="Times New Roman" panose="02020603050405020304" pitchFamily="18" charset="0"/>
                <a:cs typeface="Times New Roman" panose="02020603050405020304" pitchFamily="18" charset="0"/>
              </a:rPr>
              <a:t>b</a:t>
            </a:r>
            <a:r>
              <a:rPr sz="2400" dirty="0" smtClean="0">
                <a:solidFill>
                  <a:srgbClr val="002060"/>
                </a:solidFill>
                <a:latin typeface="Times New Roman" panose="02020603050405020304" pitchFamily="18" charset="0"/>
                <a:cs typeface="Times New Roman" panose="02020603050405020304" pitchFamily="18" charset="0"/>
              </a:rPr>
              <a:t>y</a:t>
            </a:r>
            <a:r>
              <a:rPr lang="en-IN" sz="2400" dirty="0" smtClean="0">
                <a:solidFill>
                  <a:srgbClr val="002060"/>
                </a:solidFill>
                <a:latin typeface="Times New Roman" panose="02020603050405020304" pitchFamily="18" charset="0"/>
                <a:cs typeface="Times New Roman" panose="02020603050405020304" pitchFamily="18" charset="0"/>
              </a:rPr>
              <a:t> </a:t>
            </a:r>
            <a:r>
              <a:rPr sz="2400" dirty="0" smtClean="0">
                <a:solidFill>
                  <a:srgbClr val="002060"/>
                </a:solidFill>
                <a:latin typeface="Times New Roman" panose="02020603050405020304" pitchFamily="18" charset="0"/>
                <a:cs typeface="Times New Roman" panose="02020603050405020304" pitchFamily="18" charset="0"/>
              </a:rPr>
              <a:t>the</a:t>
            </a:r>
            <a:r>
              <a:rPr lang="en-IN" sz="2400" dirty="0" smtClean="0">
                <a:solidFill>
                  <a:srgbClr val="002060"/>
                </a:solidFill>
                <a:latin typeface="Times New Roman" panose="02020603050405020304" pitchFamily="18" charset="0"/>
                <a:cs typeface="Times New Roman" panose="02020603050405020304" pitchFamily="18" charset="0"/>
              </a:rPr>
              <a:t> </a:t>
            </a:r>
            <a:r>
              <a:rPr sz="2400" dirty="0" smtClean="0">
                <a:solidFill>
                  <a:srgbClr val="002060"/>
                </a:solidFill>
                <a:latin typeface="Times New Roman" panose="02020603050405020304" pitchFamily="18" charset="0"/>
                <a:cs typeface="Times New Roman" panose="02020603050405020304" pitchFamily="18" charset="0"/>
              </a:rPr>
              <a:t>o</a:t>
            </a:r>
            <a:r>
              <a:rPr sz="2400" spc="5" dirty="0" smtClean="0">
                <a:solidFill>
                  <a:srgbClr val="002060"/>
                </a:solidFill>
                <a:latin typeface="Times New Roman" panose="02020603050405020304" pitchFamily="18" charset="0"/>
                <a:cs typeface="Times New Roman" panose="02020603050405020304" pitchFamily="18" charset="0"/>
              </a:rPr>
              <a:t>u</a:t>
            </a:r>
            <a:r>
              <a:rPr sz="2400" dirty="0" smtClean="0">
                <a:solidFill>
                  <a:srgbClr val="002060"/>
                </a:solidFill>
                <a:latin typeface="Times New Roman" panose="02020603050405020304" pitchFamily="18" charset="0"/>
                <a:cs typeface="Times New Roman" panose="02020603050405020304" pitchFamily="18" charset="0"/>
              </a:rPr>
              <a:t>tsid</a:t>
            </a:r>
            <a:r>
              <a:rPr sz="2400" spc="5" dirty="0" smtClean="0">
                <a:solidFill>
                  <a:srgbClr val="002060"/>
                </a:solidFill>
                <a:latin typeface="Times New Roman" panose="02020603050405020304" pitchFamily="18" charset="0"/>
                <a:cs typeface="Times New Roman" panose="02020603050405020304" pitchFamily="18" charset="0"/>
              </a:rPr>
              <a:t>e</a:t>
            </a:r>
            <a:r>
              <a:rPr sz="2400" dirty="0" smtClean="0">
                <a:solidFill>
                  <a:srgbClr val="002060"/>
                </a:solidFill>
                <a:latin typeface="Times New Roman" panose="02020603050405020304" pitchFamily="18" charset="0"/>
                <a:cs typeface="Times New Roman" panose="02020603050405020304" pitchFamily="18" charset="0"/>
              </a:rPr>
              <a:t>r</a:t>
            </a:r>
            <a:r>
              <a:rPr lang="en-IN" sz="2400" dirty="0" smtClean="0">
                <a:solidFill>
                  <a:srgbClr val="002060"/>
                </a:solidFill>
                <a:latin typeface="Times New Roman" panose="02020603050405020304" pitchFamily="18" charset="0"/>
                <a:cs typeface="Times New Roman" panose="02020603050405020304" pitchFamily="18" charset="0"/>
              </a:rPr>
              <a:t> </a:t>
            </a:r>
            <a:r>
              <a:rPr sz="2400" dirty="0" smtClean="0">
                <a:solidFill>
                  <a:srgbClr val="002060"/>
                </a:solidFill>
                <a:latin typeface="Times New Roman" panose="02020603050405020304" pitchFamily="18" charset="0"/>
                <a:cs typeface="Times New Roman" panose="02020603050405020304" pitchFamily="18" charset="0"/>
              </a:rPr>
              <a:t>by</a:t>
            </a:r>
            <a:r>
              <a:rPr lang="en-IN" sz="2400" dirty="0" smtClean="0">
                <a:solidFill>
                  <a:srgbClr val="002060"/>
                </a:solidFill>
                <a:latin typeface="Times New Roman" panose="02020603050405020304" pitchFamily="18" charset="0"/>
                <a:cs typeface="Times New Roman" panose="02020603050405020304" pitchFamily="18" charset="0"/>
              </a:rPr>
              <a:t> </a:t>
            </a:r>
            <a:r>
              <a:rPr sz="2400" dirty="0" smtClean="0">
                <a:solidFill>
                  <a:srgbClr val="002060"/>
                </a:solidFill>
                <a:latin typeface="Times New Roman" panose="02020603050405020304" pitchFamily="18" charset="0"/>
                <a:cs typeface="Times New Roman" panose="02020603050405020304" pitchFamily="18" charset="0"/>
              </a:rPr>
              <a:t>c</a:t>
            </a:r>
            <a:r>
              <a:rPr sz="2400" spc="-15" dirty="0" smtClean="0">
                <a:solidFill>
                  <a:srgbClr val="002060"/>
                </a:solidFill>
                <a:latin typeface="Times New Roman" panose="02020603050405020304" pitchFamily="18" charset="0"/>
                <a:cs typeface="Times New Roman" panose="02020603050405020304" pitchFamily="18" charset="0"/>
              </a:rPr>
              <a:t>r</a:t>
            </a:r>
            <a:r>
              <a:rPr sz="2400" dirty="0" smtClean="0">
                <a:solidFill>
                  <a:srgbClr val="002060"/>
                </a:solidFill>
                <a:latin typeface="Times New Roman" panose="02020603050405020304" pitchFamily="18" charset="0"/>
                <a:cs typeface="Times New Roman" panose="02020603050405020304" pitchFamily="18" charset="0"/>
              </a:rPr>
              <a:t>e</a:t>
            </a:r>
            <a:r>
              <a:rPr sz="2400" spc="5" dirty="0" smtClean="0">
                <a:solidFill>
                  <a:srgbClr val="002060"/>
                </a:solidFill>
                <a:latin typeface="Times New Roman" panose="02020603050405020304" pitchFamily="18" charset="0"/>
                <a:cs typeface="Times New Roman" panose="02020603050405020304" pitchFamily="18" charset="0"/>
              </a:rPr>
              <a:t>a</a:t>
            </a:r>
            <a:r>
              <a:rPr sz="2400" dirty="0" smtClean="0">
                <a:solidFill>
                  <a:srgbClr val="002060"/>
                </a:solidFill>
                <a:latin typeface="Times New Roman" panose="02020603050405020304" pitchFamily="18" charset="0"/>
                <a:cs typeface="Times New Roman" panose="02020603050405020304" pitchFamily="18" charset="0"/>
              </a:rPr>
              <a:t>ting</a:t>
            </a:r>
            <a:r>
              <a:rPr lang="en-IN" sz="2400" dirty="0" smtClean="0">
                <a:solidFill>
                  <a:srgbClr val="002060"/>
                </a:solidFill>
                <a:latin typeface="Times New Roman" panose="02020603050405020304" pitchFamily="18" charset="0"/>
                <a:cs typeface="Times New Roman" panose="02020603050405020304" pitchFamily="18" charset="0"/>
              </a:rPr>
              <a:t> </a:t>
            </a:r>
            <a:r>
              <a:rPr sz="2400" dirty="0" smtClean="0">
                <a:solidFill>
                  <a:srgbClr val="002060"/>
                </a:solidFill>
                <a:latin typeface="Times New Roman" panose="02020603050405020304" pitchFamily="18" charset="0"/>
                <a:cs typeface="Times New Roman" panose="02020603050405020304" pitchFamily="18" charset="0"/>
              </a:rPr>
              <a:t>VLAN</a:t>
            </a:r>
            <a:r>
              <a:rPr sz="2400" dirty="0">
                <a:solidFill>
                  <a:srgbClr val="002060"/>
                </a:solidFill>
                <a:latin typeface="Times New Roman" panose="02020603050405020304" pitchFamily="18" charset="0"/>
                <a:cs typeface="Times New Roman" panose="02020603050405020304" pitchFamily="18" charset="0"/>
              </a:rPr>
              <a:t>,  </a:t>
            </a:r>
            <a:r>
              <a:rPr lang="en-IN" sz="2400" dirty="0" smtClean="0">
                <a:solidFill>
                  <a:srgbClr val="002060"/>
                </a:solidFill>
                <a:latin typeface="Times New Roman" panose="02020603050405020304" pitchFamily="18" charset="0"/>
                <a:cs typeface="Times New Roman" panose="02020603050405020304" pitchFamily="18" charset="0"/>
              </a:rPr>
              <a:t>but </a:t>
            </a:r>
            <a:r>
              <a:rPr sz="2400" dirty="0" smtClean="0">
                <a:solidFill>
                  <a:srgbClr val="002060"/>
                </a:solidFill>
                <a:latin typeface="Times New Roman" panose="02020603050405020304" pitchFamily="18" charset="0"/>
                <a:cs typeface="Times New Roman" panose="02020603050405020304" pitchFamily="18" charset="0"/>
              </a:rPr>
              <a:t>we</a:t>
            </a:r>
            <a:r>
              <a:rPr lang="en-IN" sz="2400" dirty="0" smtClean="0">
                <a:solidFill>
                  <a:srgbClr val="002060"/>
                </a:solidFill>
                <a:latin typeface="Times New Roman" panose="02020603050405020304" pitchFamily="18" charset="0"/>
                <a:cs typeface="Times New Roman" panose="02020603050405020304" pitchFamily="18" charset="0"/>
              </a:rPr>
              <a:t> </a:t>
            </a:r>
            <a:r>
              <a:rPr sz="2400" dirty="0" smtClean="0">
                <a:solidFill>
                  <a:srgbClr val="002060"/>
                </a:solidFill>
                <a:latin typeface="Times New Roman" panose="02020603050405020304" pitchFamily="18" charset="0"/>
                <a:cs typeface="Times New Roman" panose="02020603050405020304" pitchFamily="18" charset="0"/>
              </a:rPr>
              <a:t>c</a:t>
            </a:r>
            <a:r>
              <a:rPr sz="2400" spc="5" dirty="0" smtClean="0">
                <a:solidFill>
                  <a:srgbClr val="002060"/>
                </a:solidFill>
                <a:latin typeface="Times New Roman" panose="02020603050405020304" pitchFamily="18" charset="0"/>
                <a:cs typeface="Times New Roman" panose="02020603050405020304" pitchFamily="18" charset="0"/>
              </a:rPr>
              <a:t>a</a:t>
            </a:r>
            <a:r>
              <a:rPr sz="2400" dirty="0" smtClean="0">
                <a:solidFill>
                  <a:srgbClr val="002060"/>
                </a:solidFill>
                <a:latin typeface="Times New Roman" panose="02020603050405020304" pitchFamily="18" charset="0"/>
                <a:cs typeface="Times New Roman" panose="02020603050405020304" pitchFamily="18" charset="0"/>
              </a:rPr>
              <a:t>n</a:t>
            </a:r>
            <a:r>
              <a:rPr lang="en-IN" sz="2400" dirty="0" smtClean="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	</a:t>
            </a:r>
            <a:r>
              <a:rPr sz="2400" dirty="0" smtClean="0">
                <a:solidFill>
                  <a:srgbClr val="002060"/>
                </a:solidFill>
                <a:latin typeface="Times New Roman" panose="02020603050405020304" pitchFamily="18" charset="0"/>
                <a:cs typeface="Times New Roman" panose="02020603050405020304" pitchFamily="18" charset="0"/>
              </a:rPr>
              <a:t>control</a:t>
            </a:r>
            <a:r>
              <a:rPr lang="en-IN" sz="2400" dirty="0" smtClean="0">
                <a:solidFill>
                  <a:srgbClr val="002060"/>
                </a:solidFill>
                <a:latin typeface="Times New Roman" panose="02020603050405020304" pitchFamily="18" charset="0"/>
                <a:cs typeface="Times New Roman" panose="02020603050405020304" pitchFamily="18" charset="0"/>
              </a:rPr>
              <a:t> </a:t>
            </a:r>
            <a:r>
              <a:rPr sz="2400" dirty="0" smtClean="0">
                <a:solidFill>
                  <a:srgbClr val="002060"/>
                </a:solidFill>
                <a:latin typeface="Times New Roman" panose="02020603050405020304" pitchFamily="18" charset="0"/>
                <a:cs typeface="Times New Roman" panose="02020603050405020304" pitchFamily="18" charset="0"/>
              </a:rPr>
              <a:t>bro</a:t>
            </a:r>
            <a:r>
              <a:rPr sz="2400" spc="5" dirty="0" smtClean="0">
                <a:solidFill>
                  <a:srgbClr val="002060"/>
                </a:solidFill>
                <a:latin typeface="Times New Roman" panose="02020603050405020304" pitchFamily="18" charset="0"/>
                <a:cs typeface="Times New Roman" panose="02020603050405020304" pitchFamily="18" charset="0"/>
              </a:rPr>
              <a:t>a</a:t>
            </a:r>
            <a:r>
              <a:rPr sz="2400" dirty="0" smtClean="0">
                <a:solidFill>
                  <a:srgbClr val="002060"/>
                </a:solidFill>
                <a:latin typeface="Times New Roman" panose="02020603050405020304" pitchFamily="18" charset="0"/>
                <a:cs typeface="Times New Roman" panose="02020603050405020304" pitchFamily="18" charset="0"/>
              </a:rPr>
              <a:t>d</a:t>
            </a:r>
            <a:r>
              <a:rPr sz="2400" spc="5" dirty="0" smtClean="0">
                <a:solidFill>
                  <a:srgbClr val="002060"/>
                </a:solidFill>
                <a:latin typeface="Times New Roman" panose="02020603050405020304" pitchFamily="18" charset="0"/>
                <a:cs typeface="Times New Roman" panose="02020603050405020304" pitchFamily="18" charset="0"/>
              </a:rPr>
              <a:t>c</a:t>
            </a:r>
            <a:r>
              <a:rPr sz="2400" spc="-10" dirty="0" smtClean="0">
                <a:solidFill>
                  <a:srgbClr val="002060"/>
                </a:solidFill>
                <a:latin typeface="Times New Roman" panose="02020603050405020304" pitchFamily="18" charset="0"/>
                <a:cs typeface="Times New Roman" panose="02020603050405020304" pitchFamily="18" charset="0"/>
              </a:rPr>
              <a:t>a</a:t>
            </a:r>
            <a:r>
              <a:rPr sz="2400" dirty="0" smtClean="0">
                <a:solidFill>
                  <a:srgbClr val="002060"/>
                </a:solidFill>
                <a:latin typeface="Times New Roman" panose="02020603050405020304" pitchFamily="18" charset="0"/>
                <a:cs typeface="Times New Roman" panose="02020603050405020304" pitchFamily="18" charset="0"/>
              </a:rPr>
              <a:t>st</a:t>
            </a:r>
            <a:r>
              <a:rPr sz="2400" dirty="0">
                <a:solidFill>
                  <a:srgbClr val="002060"/>
                </a:solidFill>
                <a:latin typeface="Times New Roman" panose="02020603050405020304" pitchFamily="18" charset="0"/>
                <a:cs typeface="Times New Roman" panose="02020603050405020304" pitchFamily="18" charset="0"/>
              </a:rPr>
              <a:t>	</a:t>
            </a:r>
            <a:r>
              <a:rPr sz="2400" dirty="0" smtClean="0">
                <a:solidFill>
                  <a:srgbClr val="002060"/>
                </a:solidFill>
                <a:latin typeface="Times New Roman" panose="02020603050405020304" pitchFamily="18" charset="0"/>
                <a:cs typeface="Times New Roman" panose="02020603050405020304" pitchFamily="18" charset="0"/>
              </a:rPr>
              <a:t>d</a:t>
            </a:r>
            <a:r>
              <a:rPr sz="2400" spc="5" dirty="0" smtClean="0">
                <a:solidFill>
                  <a:srgbClr val="002060"/>
                </a:solidFill>
                <a:latin typeface="Times New Roman" panose="02020603050405020304" pitchFamily="18" charset="0"/>
                <a:cs typeface="Times New Roman" panose="02020603050405020304" pitchFamily="18" charset="0"/>
              </a:rPr>
              <a:t>o</a:t>
            </a:r>
            <a:r>
              <a:rPr sz="2400" dirty="0" smtClean="0">
                <a:solidFill>
                  <a:srgbClr val="002060"/>
                </a:solidFill>
                <a:latin typeface="Times New Roman" panose="02020603050405020304" pitchFamily="18" charset="0"/>
                <a:cs typeface="Times New Roman" panose="02020603050405020304" pitchFamily="18" charset="0"/>
              </a:rPr>
              <a:t>mains,</a:t>
            </a:r>
            <a:r>
              <a:rPr lang="en-IN" sz="2400" dirty="0" smtClean="0">
                <a:solidFill>
                  <a:srgbClr val="002060"/>
                </a:solidFill>
                <a:latin typeface="Times New Roman" panose="02020603050405020304" pitchFamily="18" charset="0"/>
                <a:cs typeface="Times New Roman" panose="02020603050405020304" pitchFamily="18" charset="0"/>
              </a:rPr>
              <a:t> </a:t>
            </a:r>
            <a:r>
              <a:rPr sz="2400" dirty="0" smtClean="0">
                <a:solidFill>
                  <a:srgbClr val="002060"/>
                </a:solidFill>
                <a:latin typeface="Times New Roman" panose="02020603050405020304" pitchFamily="18" charset="0"/>
                <a:cs typeface="Times New Roman" panose="02020603050405020304" pitchFamily="18" charset="0"/>
              </a:rPr>
              <a:t>set</a:t>
            </a:r>
            <a:r>
              <a:rPr sz="2400" dirty="0">
                <a:solidFill>
                  <a:srgbClr val="002060"/>
                </a:solidFill>
                <a:latin typeface="Times New Roman" panose="02020603050405020304" pitchFamily="18" charset="0"/>
                <a:cs typeface="Times New Roman" panose="02020603050405020304" pitchFamily="18" charset="0"/>
              </a:rPr>
              <a:t>	</a:t>
            </a:r>
            <a:r>
              <a:rPr sz="2400" dirty="0" smtClean="0">
                <a:solidFill>
                  <a:srgbClr val="002060"/>
                </a:solidFill>
                <a:latin typeface="Times New Roman" panose="02020603050405020304" pitchFamily="18" charset="0"/>
                <a:cs typeface="Times New Roman" panose="02020603050405020304" pitchFamily="18" charset="0"/>
              </a:rPr>
              <a:t>up</a:t>
            </a:r>
            <a:r>
              <a:rPr lang="en-IN" sz="2400" dirty="0" smtClean="0">
                <a:solidFill>
                  <a:srgbClr val="002060"/>
                </a:solidFill>
                <a:latin typeface="Times New Roman" panose="02020603050405020304" pitchFamily="18" charset="0"/>
                <a:cs typeface="Times New Roman" panose="02020603050405020304" pitchFamily="18" charset="0"/>
              </a:rPr>
              <a:t> </a:t>
            </a:r>
            <a:r>
              <a:rPr sz="2400" dirty="0" smtClean="0">
                <a:solidFill>
                  <a:srgbClr val="002060"/>
                </a:solidFill>
                <a:latin typeface="Times New Roman" panose="02020603050405020304" pitchFamily="18" charset="0"/>
                <a:cs typeface="Times New Roman" panose="02020603050405020304" pitchFamily="18" charset="0"/>
              </a:rPr>
              <a:t>fi</a:t>
            </a:r>
            <a:r>
              <a:rPr sz="2400" spc="-15" dirty="0" smtClean="0">
                <a:solidFill>
                  <a:srgbClr val="002060"/>
                </a:solidFill>
                <a:latin typeface="Times New Roman" panose="02020603050405020304" pitchFamily="18" charset="0"/>
                <a:cs typeface="Times New Roman" panose="02020603050405020304" pitchFamily="18" charset="0"/>
              </a:rPr>
              <a:t>r</a:t>
            </a:r>
            <a:r>
              <a:rPr sz="2400" dirty="0" smtClean="0">
                <a:solidFill>
                  <a:srgbClr val="002060"/>
                </a:solidFill>
                <a:latin typeface="Times New Roman" panose="02020603050405020304" pitchFamily="18" charset="0"/>
                <a:cs typeface="Times New Roman" panose="02020603050405020304" pitchFamily="18" charset="0"/>
              </a:rPr>
              <a:t>e</a:t>
            </a:r>
            <a:r>
              <a:rPr sz="2400" spc="10" dirty="0" smtClean="0">
                <a:solidFill>
                  <a:srgbClr val="002060"/>
                </a:solidFill>
                <a:latin typeface="Times New Roman" panose="02020603050405020304" pitchFamily="18" charset="0"/>
                <a:cs typeface="Times New Roman" panose="02020603050405020304" pitchFamily="18" charset="0"/>
              </a:rPr>
              <a:t>w</a:t>
            </a:r>
            <a:r>
              <a:rPr sz="2400" dirty="0" smtClean="0">
                <a:solidFill>
                  <a:srgbClr val="002060"/>
                </a:solidFill>
                <a:latin typeface="Times New Roman" panose="02020603050405020304" pitchFamily="18" charset="0"/>
                <a:cs typeface="Times New Roman" panose="02020603050405020304" pitchFamily="18" charset="0"/>
              </a:rPr>
              <a:t>al</a:t>
            </a:r>
            <a:r>
              <a:rPr sz="2400" spc="-15" dirty="0" smtClean="0">
                <a:solidFill>
                  <a:srgbClr val="002060"/>
                </a:solidFill>
                <a:latin typeface="Times New Roman" panose="02020603050405020304" pitchFamily="18" charset="0"/>
                <a:cs typeface="Times New Roman" panose="02020603050405020304" pitchFamily="18" charset="0"/>
              </a:rPr>
              <a:t>l</a:t>
            </a:r>
            <a:r>
              <a:rPr sz="2400" spc="5" dirty="0" smtClean="0">
                <a:solidFill>
                  <a:srgbClr val="002060"/>
                </a:solidFill>
                <a:latin typeface="Times New Roman" panose="02020603050405020304" pitchFamily="18" charset="0"/>
                <a:cs typeface="Times New Roman" panose="02020603050405020304" pitchFamily="18" charset="0"/>
              </a:rPr>
              <a:t>s</a:t>
            </a:r>
            <a:r>
              <a:rPr sz="2400" dirty="0">
                <a:solidFill>
                  <a:srgbClr val="002060"/>
                </a:solidFill>
                <a:latin typeface="Times New Roman" panose="02020603050405020304" pitchFamily="18" charset="0"/>
                <a:cs typeface="Times New Roman" panose="02020603050405020304" pitchFamily="18" charset="0"/>
              </a:rPr>
              <a:t>,	</a:t>
            </a:r>
            <a:r>
              <a:rPr sz="2400" dirty="0" smtClean="0">
                <a:solidFill>
                  <a:srgbClr val="002060"/>
                </a:solidFill>
                <a:latin typeface="Times New Roman" panose="02020603050405020304" pitchFamily="18" charset="0"/>
                <a:cs typeface="Times New Roman" panose="02020603050405020304" pitchFamily="18" charset="0"/>
              </a:rPr>
              <a:t>res</a:t>
            </a:r>
            <a:r>
              <a:rPr sz="2400" spc="-10" dirty="0" smtClean="0">
                <a:solidFill>
                  <a:srgbClr val="002060"/>
                </a:solidFill>
                <a:latin typeface="Times New Roman" panose="02020603050405020304" pitchFamily="18" charset="0"/>
                <a:cs typeface="Times New Roman" panose="02020603050405020304" pitchFamily="18" charset="0"/>
              </a:rPr>
              <a:t>t</a:t>
            </a:r>
            <a:r>
              <a:rPr sz="2400" dirty="0" smtClean="0">
                <a:solidFill>
                  <a:srgbClr val="002060"/>
                </a:solidFill>
                <a:latin typeface="Times New Roman" panose="02020603050405020304" pitchFamily="18" charset="0"/>
                <a:cs typeface="Times New Roman" panose="02020603050405020304" pitchFamily="18" charset="0"/>
              </a:rPr>
              <a:t>rict</a:t>
            </a:r>
            <a:r>
              <a:rPr lang="en-IN" sz="2400" dirty="0">
                <a:solidFill>
                  <a:srgbClr val="002060"/>
                </a:solidFill>
                <a:latin typeface="Times New Roman" panose="02020603050405020304" pitchFamily="18" charset="0"/>
                <a:cs typeface="Times New Roman" panose="02020603050405020304" pitchFamily="18" charset="0"/>
              </a:rPr>
              <a:t>  acc</a:t>
            </a:r>
            <a:r>
              <a:rPr lang="en-IN" sz="2400" spc="5" dirty="0">
                <a:solidFill>
                  <a:srgbClr val="002060"/>
                </a:solidFill>
                <a:latin typeface="Times New Roman" panose="02020603050405020304" pitchFamily="18" charset="0"/>
                <a:cs typeface="Times New Roman" panose="02020603050405020304" pitchFamily="18" charset="0"/>
              </a:rPr>
              <a:t>e</a:t>
            </a:r>
            <a:r>
              <a:rPr lang="en-IN" sz="2400" dirty="0">
                <a:solidFill>
                  <a:srgbClr val="002060"/>
                </a:solidFill>
                <a:latin typeface="Times New Roman" panose="02020603050405020304" pitchFamily="18" charset="0"/>
                <a:cs typeface="Times New Roman" panose="02020603050405020304" pitchFamily="18" charset="0"/>
              </a:rPr>
              <a:t>ss</a:t>
            </a:r>
            <a:r>
              <a:rPr lang="en-IN" sz="2400" dirty="0" smtClean="0">
                <a:solidFill>
                  <a:srgbClr val="002060"/>
                </a:solidFill>
                <a:latin typeface="Times New Roman" panose="02020603050405020304" pitchFamily="18" charset="0"/>
                <a:cs typeface="Times New Roman" panose="02020603050405020304" pitchFamily="18" charset="0"/>
              </a:rPr>
              <a:t>. Als</a:t>
            </a:r>
            <a:r>
              <a:rPr lang="en-IN" sz="2400" spc="5" dirty="0" smtClean="0">
                <a:solidFill>
                  <a:srgbClr val="002060"/>
                </a:solidFill>
                <a:latin typeface="Times New Roman" panose="02020603050405020304" pitchFamily="18" charset="0"/>
                <a:cs typeface="Times New Roman" panose="02020603050405020304" pitchFamily="18" charset="0"/>
              </a:rPr>
              <a:t>o</a:t>
            </a:r>
            <a:r>
              <a:rPr lang="en-IN" sz="2400" dirty="0">
                <a:solidFill>
                  <a:srgbClr val="002060"/>
                </a:solidFill>
                <a:latin typeface="Times New Roman" panose="02020603050405020304" pitchFamily="18" charset="0"/>
                <a:cs typeface="Times New Roman" panose="02020603050405020304" pitchFamily="18" charset="0"/>
              </a:rPr>
              <a:t>,	</a:t>
            </a:r>
            <a:r>
              <a:rPr lang="en-IN" sz="2400" dirty="0" smtClean="0">
                <a:solidFill>
                  <a:srgbClr val="002060"/>
                </a:solidFill>
                <a:latin typeface="Times New Roman" panose="02020603050405020304" pitchFamily="18" charset="0"/>
                <a:cs typeface="Times New Roman" panose="02020603050405020304" pitchFamily="18" charset="0"/>
              </a:rPr>
              <a:t>VL</a:t>
            </a:r>
            <a:r>
              <a:rPr lang="en-IN" sz="2400" spc="5" dirty="0" smtClean="0">
                <a:solidFill>
                  <a:srgbClr val="002060"/>
                </a:solidFill>
                <a:latin typeface="Times New Roman" panose="02020603050405020304" pitchFamily="18" charset="0"/>
                <a:cs typeface="Times New Roman" panose="02020603050405020304" pitchFamily="18" charset="0"/>
              </a:rPr>
              <a:t>A</a:t>
            </a:r>
            <a:r>
              <a:rPr lang="en-IN" sz="2400" spc="-10" dirty="0" smtClean="0">
                <a:solidFill>
                  <a:srgbClr val="002060"/>
                </a:solidFill>
                <a:latin typeface="Times New Roman" panose="02020603050405020304" pitchFamily="18" charset="0"/>
                <a:cs typeface="Times New Roman" panose="02020603050405020304" pitchFamily="18" charset="0"/>
              </a:rPr>
              <a:t>N</a:t>
            </a:r>
            <a:r>
              <a:rPr lang="en-IN" sz="2400" dirty="0" smtClean="0">
                <a:solidFill>
                  <a:srgbClr val="002060"/>
                </a:solidFill>
                <a:latin typeface="Times New Roman" panose="02020603050405020304" pitchFamily="18" charset="0"/>
                <a:cs typeface="Times New Roman" panose="02020603050405020304" pitchFamily="18" charset="0"/>
              </a:rPr>
              <a:t>s c</a:t>
            </a:r>
            <a:r>
              <a:rPr lang="en-IN" sz="2400" spc="5" dirty="0" smtClean="0">
                <a:solidFill>
                  <a:srgbClr val="002060"/>
                </a:solidFill>
                <a:latin typeface="Times New Roman" panose="02020603050405020304" pitchFamily="18" charset="0"/>
                <a:cs typeface="Times New Roman" panose="02020603050405020304" pitchFamily="18" charset="0"/>
              </a:rPr>
              <a:t>a</a:t>
            </a:r>
            <a:r>
              <a:rPr lang="en-IN" sz="2400" dirty="0" smtClean="0">
                <a:solidFill>
                  <a:srgbClr val="002060"/>
                </a:solidFill>
                <a:latin typeface="Times New Roman" panose="02020603050405020304" pitchFamily="18" charset="0"/>
                <a:cs typeface="Times New Roman" panose="02020603050405020304" pitchFamily="18" charset="0"/>
              </a:rPr>
              <a:t>n </a:t>
            </a:r>
            <a:r>
              <a:rPr lang="en-US" sz="2400" dirty="0" smtClean="0">
                <a:solidFill>
                  <a:srgbClr val="002060"/>
                </a:solidFill>
                <a:latin typeface="Times New Roman" panose="02020603050405020304" pitchFamily="18" charset="0"/>
                <a:cs typeface="Times New Roman" panose="02020603050405020304" pitchFamily="18" charset="0"/>
              </a:rPr>
              <a:t>be u</a:t>
            </a:r>
            <a:r>
              <a:rPr lang="en-US" sz="2400" spc="5" dirty="0" smtClean="0">
                <a:solidFill>
                  <a:srgbClr val="002060"/>
                </a:solidFill>
                <a:latin typeface="Times New Roman" panose="02020603050405020304" pitchFamily="18" charset="0"/>
                <a:cs typeface="Times New Roman" panose="02020603050405020304" pitchFamily="18" charset="0"/>
              </a:rPr>
              <a:t>s</a:t>
            </a:r>
            <a:r>
              <a:rPr lang="en-US" sz="2400" dirty="0" smtClean="0">
                <a:solidFill>
                  <a:srgbClr val="002060"/>
                </a:solidFill>
                <a:latin typeface="Times New Roman" panose="02020603050405020304" pitchFamily="18" charset="0"/>
                <a:cs typeface="Times New Roman" panose="02020603050405020304" pitchFamily="18" charset="0"/>
              </a:rPr>
              <a:t>ed </a:t>
            </a:r>
            <a:r>
              <a:rPr lang="en-US" sz="2400" spc="-5" dirty="0" smtClean="0">
                <a:solidFill>
                  <a:srgbClr val="002060"/>
                </a:solidFill>
                <a:latin typeface="Times New Roman" panose="02020603050405020304" pitchFamily="18" charset="0"/>
                <a:cs typeface="Times New Roman" panose="02020603050405020304" pitchFamily="18" charset="0"/>
              </a:rPr>
              <a:t>t</a:t>
            </a:r>
            <a:r>
              <a:rPr lang="en-US" sz="2400" dirty="0" smtClean="0">
                <a:solidFill>
                  <a:srgbClr val="002060"/>
                </a:solidFill>
                <a:latin typeface="Times New Roman" panose="02020603050405020304" pitchFamily="18" charset="0"/>
                <a:cs typeface="Times New Roman" panose="02020603050405020304" pitchFamily="18" charset="0"/>
              </a:rPr>
              <a:t>o inf</a:t>
            </a:r>
            <a:r>
              <a:rPr lang="en-US" sz="2400" spc="10" dirty="0" smtClean="0">
                <a:solidFill>
                  <a:srgbClr val="002060"/>
                </a:solidFill>
                <a:latin typeface="Times New Roman" panose="02020603050405020304" pitchFamily="18" charset="0"/>
                <a:cs typeface="Times New Roman" panose="02020603050405020304" pitchFamily="18" charset="0"/>
              </a:rPr>
              <a:t>o</a:t>
            </a:r>
            <a:r>
              <a:rPr lang="en-US" sz="2400" dirty="0" smtClean="0">
                <a:solidFill>
                  <a:srgbClr val="002060"/>
                </a:solidFill>
                <a:latin typeface="Times New Roman" panose="02020603050405020304" pitchFamily="18" charset="0"/>
                <a:cs typeface="Times New Roman" panose="02020603050405020304" pitchFamily="18" charset="0"/>
              </a:rPr>
              <a:t>rm the n</a:t>
            </a:r>
            <a:r>
              <a:rPr lang="en-US" sz="2400" spc="5" dirty="0" smtClean="0">
                <a:solidFill>
                  <a:srgbClr val="002060"/>
                </a:solidFill>
                <a:latin typeface="Times New Roman" panose="02020603050405020304" pitchFamily="18" charset="0"/>
                <a:cs typeface="Times New Roman" panose="02020603050405020304" pitchFamily="18" charset="0"/>
              </a:rPr>
              <a:t>e</a:t>
            </a:r>
            <a:r>
              <a:rPr lang="en-US" sz="2400" dirty="0" smtClean="0">
                <a:solidFill>
                  <a:srgbClr val="002060"/>
                </a:solidFill>
                <a:latin typeface="Times New Roman" panose="02020603050405020304" pitchFamily="18" charset="0"/>
                <a:cs typeface="Times New Roman" panose="02020603050405020304" pitchFamily="18" charset="0"/>
              </a:rPr>
              <a:t>twork </a:t>
            </a:r>
            <a:r>
              <a:rPr lang="en-IN" sz="2400" dirty="0" smtClean="0">
                <a:solidFill>
                  <a:srgbClr val="002060"/>
                </a:solidFill>
                <a:latin typeface="Times New Roman" panose="02020603050405020304" pitchFamily="18" charset="0"/>
                <a:cs typeface="Times New Roman" panose="02020603050405020304" pitchFamily="18" charset="0"/>
              </a:rPr>
              <a:t>ma</a:t>
            </a:r>
            <a:r>
              <a:rPr lang="en-IN" sz="2400" spc="5" dirty="0" smtClean="0">
                <a:solidFill>
                  <a:srgbClr val="002060"/>
                </a:solidFill>
                <a:latin typeface="Times New Roman" panose="02020603050405020304" pitchFamily="18" charset="0"/>
                <a:cs typeface="Times New Roman" panose="02020603050405020304" pitchFamily="18" charset="0"/>
              </a:rPr>
              <a:t>n</a:t>
            </a:r>
            <a:r>
              <a:rPr lang="en-IN" sz="2400" dirty="0" smtClean="0">
                <a:solidFill>
                  <a:srgbClr val="002060"/>
                </a:solidFill>
                <a:latin typeface="Times New Roman" panose="02020603050405020304" pitchFamily="18" charset="0"/>
                <a:cs typeface="Times New Roman" panose="02020603050405020304" pitchFamily="18" charset="0"/>
              </a:rPr>
              <a:t>ager of an </a:t>
            </a:r>
            <a:r>
              <a:rPr lang="en-IN" sz="2400" spc="5" dirty="0" smtClean="0">
                <a:solidFill>
                  <a:srgbClr val="002060"/>
                </a:solidFill>
                <a:latin typeface="Times New Roman" panose="02020603050405020304" pitchFamily="18" charset="0"/>
                <a:cs typeface="Times New Roman" panose="02020603050405020304" pitchFamily="18" charset="0"/>
              </a:rPr>
              <a:t>i</a:t>
            </a:r>
            <a:r>
              <a:rPr lang="en-IN" sz="2400" dirty="0" smtClean="0">
                <a:solidFill>
                  <a:srgbClr val="002060"/>
                </a:solidFill>
                <a:latin typeface="Times New Roman" panose="02020603050405020304" pitchFamily="18" charset="0"/>
                <a:cs typeface="Times New Roman" panose="02020603050405020304" pitchFamily="18" charset="0"/>
              </a:rPr>
              <a:t>ntrusi</a:t>
            </a:r>
            <a:r>
              <a:rPr lang="en-IN" sz="2400" spc="5" dirty="0" smtClean="0">
                <a:solidFill>
                  <a:srgbClr val="002060"/>
                </a:solidFill>
                <a:latin typeface="Times New Roman" panose="02020603050405020304" pitchFamily="18" charset="0"/>
                <a:cs typeface="Times New Roman" panose="02020603050405020304" pitchFamily="18" charset="0"/>
              </a:rPr>
              <a:t>on</a:t>
            </a:r>
            <a:r>
              <a:rPr lang="en-IN" sz="2400" dirty="0">
                <a:solidFill>
                  <a:srgbClr val="002060"/>
                </a:solidFill>
                <a:latin typeface="Times New Roman" panose="02020603050405020304" pitchFamily="18" charset="0"/>
                <a:cs typeface="Times New Roman" panose="02020603050405020304" pitchFamily="18" charset="0"/>
              </a:rPr>
              <a:t>. </a:t>
            </a:r>
            <a:r>
              <a:rPr lang="en-IN" sz="2400" dirty="0" smtClean="0">
                <a:solidFill>
                  <a:srgbClr val="002060"/>
                </a:solidFill>
                <a:latin typeface="Times New Roman" panose="02020603050405020304" pitchFamily="18" charset="0"/>
                <a:cs typeface="Times New Roman" panose="02020603050405020304" pitchFamily="18" charset="0"/>
              </a:rPr>
              <a:t>H</a:t>
            </a:r>
            <a:r>
              <a:rPr lang="en-IN" sz="2400" spc="5" dirty="0" smtClean="0">
                <a:solidFill>
                  <a:srgbClr val="002060"/>
                </a:solidFill>
                <a:latin typeface="Times New Roman" panose="02020603050405020304" pitchFamily="18" charset="0"/>
                <a:cs typeface="Times New Roman" panose="02020603050405020304" pitchFamily="18" charset="0"/>
              </a:rPr>
              <a:t>e</a:t>
            </a:r>
            <a:r>
              <a:rPr lang="en-IN" sz="2400" spc="-10" dirty="0" smtClean="0">
                <a:solidFill>
                  <a:srgbClr val="002060"/>
                </a:solidFill>
                <a:latin typeface="Times New Roman" panose="02020603050405020304" pitchFamily="18" charset="0"/>
                <a:cs typeface="Times New Roman" panose="02020603050405020304" pitchFamily="18" charset="0"/>
              </a:rPr>
              <a:t>n</a:t>
            </a:r>
            <a:r>
              <a:rPr lang="en-IN" sz="2400" dirty="0" smtClean="0">
                <a:solidFill>
                  <a:srgbClr val="002060"/>
                </a:solidFill>
                <a:latin typeface="Times New Roman" panose="02020603050405020304" pitchFamily="18" charset="0"/>
                <a:cs typeface="Times New Roman" panose="02020603050405020304" pitchFamily="18" charset="0"/>
              </a:rPr>
              <a:t>c</a:t>
            </a:r>
            <a:r>
              <a:rPr lang="en-IN" sz="2400" spc="5" dirty="0" smtClean="0">
                <a:solidFill>
                  <a:srgbClr val="002060"/>
                </a:solidFill>
                <a:latin typeface="Times New Roman" panose="02020603050405020304" pitchFamily="18" charset="0"/>
                <a:cs typeface="Times New Roman" panose="02020603050405020304" pitchFamily="18" charset="0"/>
              </a:rPr>
              <a:t>e</a:t>
            </a:r>
            <a:r>
              <a:rPr lang="en-IN" sz="2400" dirty="0" smtClean="0">
                <a:solidFill>
                  <a:srgbClr val="002060"/>
                </a:solidFill>
                <a:latin typeface="Times New Roman" panose="02020603050405020304" pitchFamily="18" charset="0"/>
                <a:cs typeface="Times New Roman" panose="02020603050405020304" pitchFamily="18" charset="0"/>
              </a:rPr>
              <a:t>, VL</a:t>
            </a:r>
            <a:r>
              <a:rPr lang="en-IN" sz="2400" spc="5" dirty="0" smtClean="0">
                <a:solidFill>
                  <a:srgbClr val="002060"/>
                </a:solidFill>
                <a:latin typeface="Times New Roman" panose="02020603050405020304" pitchFamily="18" charset="0"/>
                <a:cs typeface="Times New Roman" panose="02020603050405020304" pitchFamily="18" charset="0"/>
              </a:rPr>
              <a:t>A</a:t>
            </a:r>
            <a:r>
              <a:rPr lang="en-IN" sz="2400" spc="-10" dirty="0" smtClean="0">
                <a:solidFill>
                  <a:srgbClr val="002060"/>
                </a:solidFill>
                <a:latin typeface="Times New Roman" panose="02020603050405020304" pitchFamily="18" charset="0"/>
                <a:cs typeface="Times New Roman" panose="02020603050405020304" pitchFamily="18" charset="0"/>
              </a:rPr>
              <a:t>N</a:t>
            </a:r>
            <a:r>
              <a:rPr lang="en-IN" sz="2400" dirty="0" smtClean="0">
                <a:solidFill>
                  <a:srgbClr val="002060"/>
                </a:solidFill>
                <a:latin typeface="Times New Roman" panose="02020603050405020304" pitchFamily="18" charset="0"/>
                <a:cs typeface="Times New Roman" panose="02020603050405020304" pitchFamily="18" charset="0"/>
              </a:rPr>
              <a:t>s greatly e</a:t>
            </a:r>
            <a:r>
              <a:rPr lang="en-IN" sz="2400" spc="5" dirty="0" smtClean="0">
                <a:solidFill>
                  <a:srgbClr val="002060"/>
                </a:solidFill>
                <a:latin typeface="Times New Roman" panose="02020603050405020304" pitchFamily="18" charset="0"/>
                <a:cs typeface="Times New Roman" panose="02020603050405020304" pitchFamily="18" charset="0"/>
              </a:rPr>
              <a:t>n</a:t>
            </a:r>
            <a:r>
              <a:rPr lang="en-IN" sz="2400" dirty="0" smtClean="0">
                <a:solidFill>
                  <a:srgbClr val="002060"/>
                </a:solidFill>
                <a:latin typeface="Times New Roman" panose="02020603050405020304" pitchFamily="18" charset="0"/>
                <a:cs typeface="Times New Roman" panose="02020603050405020304" pitchFamily="18" charset="0"/>
              </a:rPr>
              <a:t>h</a:t>
            </a:r>
            <a:r>
              <a:rPr lang="en-IN" sz="2400" spc="5" dirty="0" smtClean="0">
                <a:solidFill>
                  <a:srgbClr val="002060"/>
                </a:solidFill>
                <a:latin typeface="Times New Roman" panose="02020603050405020304" pitchFamily="18" charset="0"/>
                <a:cs typeface="Times New Roman" panose="02020603050405020304" pitchFamily="18" charset="0"/>
              </a:rPr>
              <a:t>a</a:t>
            </a:r>
            <a:r>
              <a:rPr lang="en-IN" sz="2400" dirty="0" smtClean="0">
                <a:solidFill>
                  <a:srgbClr val="002060"/>
                </a:solidFill>
                <a:latin typeface="Times New Roman" panose="02020603050405020304" pitchFamily="18" charset="0"/>
                <a:cs typeface="Times New Roman" panose="02020603050405020304" pitchFamily="18" charset="0"/>
              </a:rPr>
              <a:t>n</a:t>
            </a:r>
            <a:r>
              <a:rPr lang="en-IN" sz="2400" spc="5" dirty="0" smtClean="0">
                <a:solidFill>
                  <a:srgbClr val="002060"/>
                </a:solidFill>
                <a:latin typeface="Times New Roman" panose="02020603050405020304" pitchFamily="18" charset="0"/>
                <a:cs typeface="Times New Roman" panose="02020603050405020304" pitchFamily="18" charset="0"/>
              </a:rPr>
              <a:t>c</a:t>
            </a:r>
            <a:r>
              <a:rPr lang="en-IN" sz="2400" dirty="0" smtClean="0">
                <a:solidFill>
                  <a:srgbClr val="002060"/>
                </a:solidFill>
                <a:latin typeface="Times New Roman" panose="02020603050405020304" pitchFamily="18" charset="0"/>
                <a:cs typeface="Times New Roman" panose="02020603050405020304" pitchFamily="18" charset="0"/>
              </a:rPr>
              <a:t>e </a:t>
            </a:r>
            <a:r>
              <a:rPr lang="en-IN" sz="2400" dirty="0">
                <a:solidFill>
                  <a:srgbClr val="002060"/>
                </a:solidFill>
                <a:latin typeface="Times New Roman" panose="02020603050405020304" pitchFamily="18" charset="0"/>
                <a:cs typeface="Times New Roman" panose="02020603050405020304" pitchFamily="18" charset="0"/>
              </a:rPr>
              <a:t>network</a:t>
            </a:r>
            <a:r>
              <a:rPr lang="en-IN" sz="2400" spc="-10" dirty="0">
                <a:solidFill>
                  <a:srgbClr val="002060"/>
                </a:solidFill>
                <a:latin typeface="Times New Roman" panose="02020603050405020304" pitchFamily="18" charset="0"/>
                <a:cs typeface="Times New Roman" panose="02020603050405020304" pitchFamily="18" charset="0"/>
              </a:rPr>
              <a:t> </a:t>
            </a:r>
            <a:r>
              <a:rPr lang="en-IN" sz="2400" spc="-20" dirty="0">
                <a:solidFill>
                  <a:srgbClr val="002060"/>
                </a:solidFill>
                <a:latin typeface="Times New Roman" panose="02020603050405020304" pitchFamily="18" charset="0"/>
                <a:cs typeface="Times New Roman" panose="02020603050405020304" pitchFamily="18" charset="0"/>
              </a:rPr>
              <a:t>security.</a:t>
            </a:r>
            <a:endParaRPr lang="en-IN" sz="2400" dirty="0">
              <a:solidFill>
                <a:srgbClr val="002060"/>
              </a:solidFill>
              <a:latin typeface="Times New Roman" panose="02020603050405020304" pitchFamily="18" charset="0"/>
              <a:cs typeface="Times New Roman" panose="02020603050405020304" pitchFamily="18" charset="0"/>
            </a:endParaRPr>
          </a:p>
          <a:p>
            <a:pPr marL="241300" indent="-229235">
              <a:lnSpc>
                <a:spcPts val="2655"/>
              </a:lnSpc>
              <a:spcBef>
                <a:spcPts val="105"/>
              </a:spcBef>
              <a:buSzPct val="78846"/>
              <a:buFont typeface="Arial MT"/>
              <a:buChar char="•"/>
              <a:tabLst>
                <a:tab pos="241300" algn="l"/>
                <a:tab pos="241935" algn="l"/>
              </a:tabLst>
            </a:pPr>
            <a:endParaRPr lang="en-IN" sz="2600" dirty="0">
              <a:latin typeface="Times New Roman" panose="02020603050405020304" pitchFamily="18" charset="0"/>
              <a:cs typeface="Times New Roman" panose="02020603050405020304" pitchFamily="18" charset="0"/>
            </a:endParaRPr>
          </a:p>
          <a:p>
            <a:pPr marL="241300" indent="-229235">
              <a:lnSpc>
                <a:spcPts val="2655"/>
              </a:lnSpc>
              <a:spcBef>
                <a:spcPts val="105"/>
              </a:spcBef>
              <a:buSzPct val="78846"/>
              <a:buFont typeface="Arial MT"/>
              <a:buChar char="•"/>
              <a:tabLst>
                <a:tab pos="241300" algn="l"/>
                <a:tab pos="241935" algn="l"/>
              </a:tabLst>
            </a:pPr>
            <a:endParaRPr lang="en-IN" sz="2600" dirty="0">
              <a:latin typeface="Times New Roman" panose="02020603050405020304" pitchFamily="18" charset="0"/>
              <a:cs typeface="Times New Roman" panose="02020603050405020304" pitchFamily="18" charset="0"/>
            </a:endParaRPr>
          </a:p>
          <a:p>
            <a:pPr marL="241300" indent="-229235">
              <a:lnSpc>
                <a:spcPts val="2655"/>
              </a:lnSpc>
              <a:spcBef>
                <a:spcPts val="105"/>
              </a:spcBef>
              <a:buSzPct val="78846"/>
              <a:buFont typeface="Arial MT"/>
              <a:buChar char="•"/>
              <a:tabLst>
                <a:tab pos="241300" algn="l"/>
                <a:tab pos="241935" algn="l"/>
              </a:tabLst>
            </a:pPr>
            <a:endParaRPr sz="2600" dirty="0">
              <a:latin typeface="Times New Roman" panose="02020603050405020304" pitchFamily="18" charset="0"/>
              <a:cs typeface="Times New Roman" panose="02020603050405020304" pitchFamily="18" charset="0"/>
            </a:endParaRPr>
          </a:p>
        </p:txBody>
      </p:sp>
      <p:sp>
        <p:nvSpPr>
          <p:cNvPr id="6" name="object 6"/>
          <p:cNvSpPr txBox="1"/>
          <p:nvPr/>
        </p:nvSpPr>
        <p:spPr>
          <a:xfrm>
            <a:off x="1430174" y="3169811"/>
            <a:ext cx="9761855" cy="3688189"/>
          </a:xfrm>
          <a:prstGeom prst="rect">
            <a:avLst/>
          </a:prstGeom>
        </p:spPr>
        <p:txBody>
          <a:bodyPr vert="horz" wrap="square" lIns="0" tIns="132080" rIns="0" bIns="0" rtlCol="0">
            <a:spAutoFit/>
          </a:bodyPr>
          <a:lstStyle/>
          <a:p>
            <a:pPr marL="241300" marR="6350" indent="-229235">
              <a:lnSpc>
                <a:spcPct val="150000"/>
              </a:lnSpc>
              <a:spcBef>
                <a:spcPts val="1040"/>
              </a:spcBef>
              <a:buSzPct val="78846"/>
              <a:buFont typeface="Arial MT"/>
              <a:buChar char="•"/>
              <a:tabLst>
                <a:tab pos="241300" algn="l"/>
                <a:tab pos="241935" algn="l"/>
              </a:tabLst>
            </a:pPr>
            <a:r>
              <a:rPr sz="2400" b="1" dirty="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Flexibility</a:t>
            </a:r>
            <a:r>
              <a:rPr sz="2400" b="1" spc="13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a:t>
            </a:r>
            <a:r>
              <a:rPr sz="2400" spc="14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VLAN</a:t>
            </a:r>
            <a:r>
              <a:rPr sz="2400" spc="150"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provide</a:t>
            </a:r>
            <a:r>
              <a:rPr sz="2400" spc="14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flexibility</a:t>
            </a:r>
            <a:r>
              <a:rPr sz="2400" spc="14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to</a:t>
            </a:r>
            <a:r>
              <a:rPr sz="2400" spc="14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add,</a:t>
            </a:r>
            <a:r>
              <a:rPr sz="2400" spc="13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remove</a:t>
            </a:r>
            <a:r>
              <a:rPr sz="2400" spc="150"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the</a:t>
            </a:r>
            <a:r>
              <a:rPr sz="2400" spc="14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number </a:t>
            </a:r>
            <a:r>
              <a:rPr sz="2400" spc="-710"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of host</a:t>
            </a:r>
            <a:r>
              <a:rPr sz="2400" spc="-10"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we want.</a:t>
            </a:r>
          </a:p>
          <a:p>
            <a:pPr marL="241300" marR="7620" indent="-229235">
              <a:lnSpc>
                <a:spcPct val="150000"/>
              </a:lnSpc>
              <a:spcBef>
                <a:spcPts val="1800"/>
              </a:spcBef>
              <a:buSzPct val="78846"/>
              <a:buFont typeface="Arial MT"/>
              <a:buChar char="•"/>
              <a:tabLst>
                <a:tab pos="241300" algn="l"/>
                <a:tab pos="241935" algn="l"/>
                <a:tab pos="1174115" algn="l"/>
                <a:tab pos="2877820" algn="l"/>
                <a:tab pos="3258820" algn="l"/>
                <a:tab pos="4485640" algn="l"/>
                <a:tab pos="5219065" algn="l"/>
                <a:tab pos="5786120" algn="l"/>
                <a:tab pos="6701790" algn="l"/>
                <a:tab pos="7176134" algn="l"/>
                <a:tab pos="8293734" algn="l"/>
              </a:tabLst>
            </a:pPr>
            <a:r>
              <a:rPr sz="2400" b="1" dirty="0" smtClean="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Cost</a:t>
            </a:r>
            <a:r>
              <a:rPr lang="en-US" sz="2400" b="1" dirty="0" smtClean="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 </a:t>
            </a:r>
            <a:r>
              <a:rPr sz="2400" b="1" dirty="0" smtClean="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re</a:t>
            </a:r>
            <a:r>
              <a:rPr sz="2400" b="1" spc="-10" dirty="0" smtClean="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d</a:t>
            </a:r>
            <a:r>
              <a:rPr sz="2400" b="1" dirty="0" smtClean="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u</a:t>
            </a:r>
            <a:r>
              <a:rPr sz="2400" b="1" spc="5" dirty="0" smtClean="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c</a:t>
            </a:r>
            <a:r>
              <a:rPr sz="2400" b="1" dirty="0" smtClean="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ti</a:t>
            </a:r>
            <a:r>
              <a:rPr sz="2400" b="1" spc="-15" dirty="0" smtClean="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o</a:t>
            </a:r>
            <a:r>
              <a:rPr sz="2400" b="1" dirty="0" smtClean="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n</a:t>
            </a:r>
            <a:r>
              <a:rPr lang="en-US" sz="2400" b="1" dirty="0" smtClean="0">
                <a:solidFill>
                  <a:schemeClr val="accent2">
                    <a:lumMod val="75000"/>
                  </a:schemeClr>
                </a:solidFill>
                <a:uFill>
                  <a:solidFill>
                    <a:srgbClr val="624722"/>
                  </a:solidFill>
                </a:uFill>
                <a:latin typeface="Times New Roman" panose="02020603050405020304" pitchFamily="18" charset="0"/>
                <a:cs typeface="Times New Roman" panose="02020603050405020304" pitchFamily="18" charset="0"/>
              </a:rPr>
              <a:t> </a:t>
            </a:r>
            <a:r>
              <a:rPr sz="2400" dirty="0" smtClean="0">
                <a:solidFill>
                  <a:srgbClr val="002060"/>
                </a:solidFill>
                <a:latin typeface="Times New Roman" panose="02020603050405020304" pitchFamily="18" charset="0"/>
                <a:cs typeface="Times New Roman" panose="02020603050405020304" pitchFamily="18" charset="0"/>
              </a:rPr>
              <a:t>–</a:t>
            </a:r>
            <a:r>
              <a:rPr sz="2400" dirty="0">
                <a:solidFill>
                  <a:srgbClr val="002060"/>
                </a:solidFill>
                <a:latin typeface="Times New Roman" panose="02020603050405020304" pitchFamily="18" charset="0"/>
                <a:cs typeface="Times New Roman" panose="02020603050405020304" pitchFamily="18" charset="0"/>
              </a:rPr>
              <a:t>	VL</a:t>
            </a:r>
            <a:r>
              <a:rPr sz="2400" spc="5" dirty="0">
                <a:solidFill>
                  <a:srgbClr val="002060"/>
                </a:solidFill>
                <a:latin typeface="Times New Roman" panose="02020603050405020304" pitchFamily="18" charset="0"/>
                <a:cs typeface="Times New Roman" panose="02020603050405020304" pitchFamily="18" charset="0"/>
              </a:rPr>
              <a:t>A</a:t>
            </a:r>
            <a:r>
              <a:rPr sz="2400" spc="-10" dirty="0">
                <a:solidFill>
                  <a:srgbClr val="002060"/>
                </a:solidFill>
                <a:latin typeface="Times New Roman" panose="02020603050405020304" pitchFamily="18" charset="0"/>
                <a:cs typeface="Times New Roman" panose="02020603050405020304" pitchFamily="18" charset="0"/>
              </a:rPr>
              <a:t>N</a:t>
            </a:r>
            <a:r>
              <a:rPr sz="2400" dirty="0">
                <a:solidFill>
                  <a:srgbClr val="002060"/>
                </a:solidFill>
                <a:latin typeface="Times New Roman" panose="02020603050405020304" pitchFamily="18" charset="0"/>
                <a:cs typeface="Times New Roman" panose="02020603050405020304" pitchFamily="18" charset="0"/>
              </a:rPr>
              <a:t>s	c</a:t>
            </a:r>
            <a:r>
              <a:rPr sz="2400" spc="5" dirty="0">
                <a:solidFill>
                  <a:srgbClr val="002060"/>
                </a:solidFill>
                <a:latin typeface="Times New Roman" panose="02020603050405020304" pitchFamily="18" charset="0"/>
                <a:cs typeface="Times New Roman" panose="02020603050405020304" pitchFamily="18" charset="0"/>
              </a:rPr>
              <a:t>a</a:t>
            </a:r>
            <a:r>
              <a:rPr sz="2400" dirty="0">
                <a:solidFill>
                  <a:srgbClr val="002060"/>
                </a:solidFill>
                <a:latin typeface="Times New Roman" panose="02020603050405020304" pitchFamily="18" charset="0"/>
                <a:cs typeface="Times New Roman" panose="02020603050405020304" pitchFamily="18" charset="0"/>
              </a:rPr>
              <a:t>n	be	</a:t>
            </a:r>
            <a:r>
              <a:rPr sz="2400" spc="-10" dirty="0">
                <a:solidFill>
                  <a:srgbClr val="002060"/>
                </a:solidFill>
                <a:latin typeface="Times New Roman" panose="02020603050405020304" pitchFamily="18" charset="0"/>
                <a:cs typeface="Times New Roman" panose="02020603050405020304" pitchFamily="18" charset="0"/>
              </a:rPr>
              <a:t>u</a:t>
            </a:r>
            <a:r>
              <a:rPr sz="2400" dirty="0">
                <a:solidFill>
                  <a:srgbClr val="002060"/>
                </a:solidFill>
                <a:latin typeface="Times New Roman" panose="02020603050405020304" pitchFamily="18" charset="0"/>
                <a:cs typeface="Times New Roman" panose="02020603050405020304" pitchFamily="18" charset="0"/>
              </a:rPr>
              <a:t>s</a:t>
            </a:r>
            <a:r>
              <a:rPr sz="2400" spc="5" dirty="0">
                <a:solidFill>
                  <a:srgbClr val="002060"/>
                </a:solidFill>
                <a:latin typeface="Times New Roman" panose="02020603050405020304" pitchFamily="18" charset="0"/>
                <a:cs typeface="Times New Roman" panose="02020603050405020304" pitchFamily="18" charset="0"/>
              </a:rPr>
              <a:t>e</a:t>
            </a:r>
            <a:r>
              <a:rPr sz="2400" dirty="0">
                <a:solidFill>
                  <a:srgbClr val="002060"/>
                </a:solidFill>
                <a:latin typeface="Times New Roman" panose="02020603050405020304" pitchFamily="18" charset="0"/>
                <a:cs typeface="Times New Roman" panose="02020603050405020304" pitchFamily="18" charset="0"/>
              </a:rPr>
              <a:t>d	</a:t>
            </a:r>
            <a:r>
              <a:rPr sz="2400" spc="-5" dirty="0">
                <a:solidFill>
                  <a:srgbClr val="002060"/>
                </a:solidFill>
                <a:latin typeface="Times New Roman" panose="02020603050405020304" pitchFamily="18" charset="0"/>
                <a:cs typeface="Times New Roman" panose="02020603050405020304" pitchFamily="18" charset="0"/>
              </a:rPr>
              <a:t>t</a:t>
            </a:r>
            <a:r>
              <a:rPr sz="2400" dirty="0">
                <a:solidFill>
                  <a:srgbClr val="002060"/>
                </a:solidFill>
                <a:latin typeface="Times New Roman" panose="02020603050405020304" pitchFamily="18" charset="0"/>
                <a:cs typeface="Times New Roman" panose="02020603050405020304" pitchFamily="18" charset="0"/>
              </a:rPr>
              <a:t>o	</a:t>
            </a:r>
            <a:r>
              <a:rPr sz="2400" spc="5" dirty="0">
                <a:solidFill>
                  <a:srgbClr val="002060"/>
                </a:solidFill>
                <a:latin typeface="Times New Roman" panose="02020603050405020304" pitchFamily="18" charset="0"/>
                <a:cs typeface="Times New Roman" panose="02020603050405020304" pitchFamily="18" charset="0"/>
              </a:rPr>
              <a:t>c</a:t>
            </a:r>
            <a:r>
              <a:rPr sz="2400" spc="-20" dirty="0">
                <a:solidFill>
                  <a:srgbClr val="002060"/>
                </a:solidFill>
                <a:latin typeface="Times New Roman" panose="02020603050405020304" pitchFamily="18" charset="0"/>
                <a:cs typeface="Times New Roman" panose="02020603050405020304" pitchFamily="18" charset="0"/>
              </a:rPr>
              <a:t>r</a:t>
            </a:r>
            <a:r>
              <a:rPr sz="2400" dirty="0">
                <a:solidFill>
                  <a:srgbClr val="002060"/>
                </a:solidFill>
                <a:latin typeface="Times New Roman" panose="02020603050405020304" pitchFamily="18" charset="0"/>
                <a:cs typeface="Times New Roman" panose="02020603050405020304" pitchFamily="18" charset="0"/>
              </a:rPr>
              <a:t>e</a:t>
            </a:r>
            <a:r>
              <a:rPr sz="2400" spc="10" dirty="0">
                <a:solidFill>
                  <a:srgbClr val="002060"/>
                </a:solidFill>
                <a:latin typeface="Times New Roman" panose="02020603050405020304" pitchFamily="18" charset="0"/>
                <a:cs typeface="Times New Roman" panose="02020603050405020304" pitchFamily="18" charset="0"/>
              </a:rPr>
              <a:t>a</a:t>
            </a:r>
            <a:r>
              <a:rPr sz="2400" dirty="0">
                <a:solidFill>
                  <a:srgbClr val="002060"/>
                </a:solidFill>
                <a:latin typeface="Times New Roman" panose="02020603050405020304" pitchFamily="18" charset="0"/>
                <a:cs typeface="Times New Roman" panose="02020603050405020304" pitchFamily="18" charset="0"/>
              </a:rPr>
              <a:t>te	broadcast  domains</a:t>
            </a:r>
            <a:r>
              <a:rPr sz="2400" spc="-20"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which</a:t>
            </a:r>
            <a:r>
              <a:rPr sz="2400" spc="-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eliminate</a:t>
            </a:r>
            <a:r>
              <a:rPr sz="2400" spc="-1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the need</a:t>
            </a:r>
            <a:r>
              <a:rPr sz="2400" spc="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for</a:t>
            </a:r>
            <a:r>
              <a:rPr sz="2400" spc="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expensive</a:t>
            </a:r>
            <a:r>
              <a:rPr sz="2400" spc="-20"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routers</a:t>
            </a:r>
            <a:r>
              <a:rPr sz="2400" dirty="0" smtClean="0">
                <a:solidFill>
                  <a:srgbClr val="002060"/>
                </a:solidFill>
                <a:latin typeface="Times New Roman" panose="02020603050405020304" pitchFamily="18" charset="0"/>
                <a:cs typeface="Times New Roman" panose="02020603050405020304" pitchFamily="18" charset="0"/>
              </a:rPr>
              <a:t>.</a:t>
            </a:r>
            <a:r>
              <a:rPr lang="en-IN" sz="2400" dirty="0" smtClean="0">
                <a:solidFill>
                  <a:srgbClr val="002060"/>
                </a:solidFill>
                <a:latin typeface="Times New Roman" panose="02020603050405020304" pitchFamily="18" charset="0"/>
                <a:cs typeface="Times New Roman" panose="02020603050405020304" pitchFamily="18" charset="0"/>
              </a:rPr>
              <a:t> </a:t>
            </a:r>
            <a:r>
              <a:rPr sz="2400" dirty="0" smtClean="0">
                <a:solidFill>
                  <a:srgbClr val="002060"/>
                </a:solidFill>
                <a:latin typeface="Times New Roman" panose="02020603050405020304" pitchFamily="18" charset="0"/>
                <a:cs typeface="Times New Roman" panose="02020603050405020304" pitchFamily="18" charset="0"/>
              </a:rPr>
              <a:t>By</a:t>
            </a:r>
            <a:r>
              <a:rPr sz="2400" spc="290" dirty="0" smtClean="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using</a:t>
            </a:r>
            <a:r>
              <a:rPr sz="2400" spc="29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Vlan,</a:t>
            </a:r>
            <a:r>
              <a:rPr sz="2400" spc="28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the</a:t>
            </a:r>
            <a:r>
              <a:rPr sz="2400" spc="30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number</a:t>
            </a:r>
            <a:r>
              <a:rPr sz="2400" spc="28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of</a:t>
            </a:r>
            <a:r>
              <a:rPr sz="2400" spc="28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small</a:t>
            </a:r>
            <a:r>
              <a:rPr sz="2400" spc="28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size</a:t>
            </a:r>
            <a:r>
              <a:rPr sz="2400" spc="28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broadcast</a:t>
            </a:r>
            <a:r>
              <a:rPr sz="2400" spc="29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domain</a:t>
            </a:r>
            <a:r>
              <a:rPr sz="2400" spc="290" dirty="0">
                <a:solidFill>
                  <a:srgbClr val="002060"/>
                </a:solidFill>
                <a:latin typeface="Times New Roman" panose="02020603050405020304" pitchFamily="18" charset="0"/>
                <a:cs typeface="Times New Roman" panose="02020603050405020304" pitchFamily="18" charset="0"/>
              </a:rPr>
              <a:t> </a:t>
            </a:r>
            <a:r>
              <a:rPr sz="2400" dirty="0" smtClean="0">
                <a:solidFill>
                  <a:srgbClr val="002060"/>
                </a:solidFill>
                <a:latin typeface="Times New Roman" panose="02020603050405020304" pitchFamily="18" charset="0"/>
                <a:cs typeface="Times New Roman" panose="02020603050405020304" pitchFamily="18" charset="0"/>
              </a:rPr>
              <a:t>can</a:t>
            </a:r>
            <a:r>
              <a:rPr lang="en-IN" sz="2400" dirty="0" smtClean="0">
                <a:solidFill>
                  <a:srgbClr val="002060"/>
                </a:solidFill>
                <a:latin typeface="Times New Roman" panose="02020603050405020304" pitchFamily="18" charset="0"/>
                <a:cs typeface="Times New Roman" panose="02020603050405020304" pitchFamily="18" charset="0"/>
              </a:rPr>
              <a:t> </a:t>
            </a:r>
            <a:r>
              <a:rPr sz="2400" dirty="0" smtClean="0">
                <a:solidFill>
                  <a:srgbClr val="002060"/>
                </a:solidFill>
                <a:latin typeface="Times New Roman" panose="02020603050405020304" pitchFamily="18" charset="0"/>
                <a:cs typeface="Times New Roman" panose="02020603050405020304" pitchFamily="18" charset="0"/>
              </a:rPr>
              <a:t>be</a:t>
            </a:r>
            <a:r>
              <a:rPr sz="2400" spc="145" dirty="0" smtClean="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increased</a:t>
            </a:r>
            <a:r>
              <a:rPr sz="2400" spc="15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which</a:t>
            </a:r>
            <a:r>
              <a:rPr sz="2400" spc="160"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are</a:t>
            </a:r>
            <a:r>
              <a:rPr sz="2400" spc="14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easy</a:t>
            </a:r>
            <a:r>
              <a:rPr sz="2400" spc="14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to</a:t>
            </a:r>
            <a:r>
              <a:rPr sz="2400" spc="150"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handle</a:t>
            </a:r>
            <a:r>
              <a:rPr sz="2400" spc="150"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as</a:t>
            </a:r>
            <a:r>
              <a:rPr sz="2400" spc="150"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compared</a:t>
            </a:r>
            <a:r>
              <a:rPr sz="2400" spc="14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to</a:t>
            </a:r>
            <a:r>
              <a:rPr sz="2400" spc="14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a</a:t>
            </a:r>
            <a:r>
              <a:rPr sz="2400" spc="150"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bigger </a:t>
            </a:r>
            <a:r>
              <a:rPr sz="2400" spc="-710"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broadcast</a:t>
            </a:r>
            <a:r>
              <a:rPr sz="2400" spc="-20"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domain.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372616" y="887829"/>
            <a:ext cx="4782185" cy="567463"/>
          </a:xfrm>
          <a:prstGeom prst="rect">
            <a:avLst/>
          </a:prstGeom>
        </p:spPr>
        <p:txBody>
          <a:bodyPr vert="horz" wrap="square" lIns="0" tIns="13335" rIns="0" bIns="0" rtlCol="0">
            <a:spAutoFit/>
          </a:bodyPr>
          <a:lstStyle/>
          <a:p>
            <a:pPr marL="12700">
              <a:lnSpc>
                <a:spcPct val="100000"/>
              </a:lnSpc>
              <a:spcBef>
                <a:spcPts val="105"/>
              </a:spcBef>
            </a:pPr>
            <a:r>
              <a:rPr sz="3600" spc="-5" dirty="0"/>
              <a:t>Memory</a:t>
            </a:r>
            <a:r>
              <a:rPr sz="3600" spc="-35" dirty="0"/>
              <a:t> </a:t>
            </a:r>
            <a:r>
              <a:rPr sz="3600" spc="-5" dirty="0"/>
              <a:t>addressing</a:t>
            </a:r>
            <a:endParaRPr sz="3600"/>
          </a:p>
        </p:txBody>
      </p:sp>
      <p:sp>
        <p:nvSpPr>
          <p:cNvPr id="4" name="object 4"/>
          <p:cNvSpPr txBox="1"/>
          <p:nvPr/>
        </p:nvSpPr>
        <p:spPr>
          <a:xfrm>
            <a:off x="983796" y="1716153"/>
            <a:ext cx="11201400" cy="4955844"/>
          </a:xfrm>
          <a:prstGeom prst="rect">
            <a:avLst/>
          </a:prstGeom>
        </p:spPr>
        <p:txBody>
          <a:bodyPr vert="horz" wrap="square" lIns="0" tIns="13335" rIns="0" bIns="0" rtlCol="0">
            <a:spAutoFit/>
          </a:bodyPr>
          <a:lstStyle/>
          <a:p>
            <a:pPr marL="241300" indent="-229235">
              <a:lnSpc>
                <a:spcPct val="150000"/>
              </a:lnSpc>
              <a:spcBef>
                <a:spcPts val="105"/>
              </a:spcBef>
              <a:buSzPct val="78846"/>
              <a:buChar char="•"/>
              <a:tabLst>
                <a:tab pos="241300" algn="l"/>
                <a:tab pos="241935" algn="l"/>
              </a:tabLst>
            </a:pPr>
            <a:r>
              <a:rPr sz="2600" dirty="0">
                <a:solidFill>
                  <a:srgbClr val="002060"/>
                </a:solidFill>
                <a:latin typeface="Times New Roman" panose="02020603050405020304" pitchFamily="18" charset="0"/>
                <a:cs typeface="Times New Roman" panose="02020603050405020304" pitchFamily="18" charset="0"/>
              </a:rPr>
              <a:t>In</a:t>
            </a:r>
            <a:r>
              <a:rPr sz="2600" spc="16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computing,</a:t>
            </a:r>
            <a:r>
              <a:rPr sz="2600" spc="16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a:t>
            </a:r>
            <a:r>
              <a:rPr sz="2600" spc="170" dirty="0">
                <a:solidFill>
                  <a:srgbClr val="002060"/>
                </a:solidFill>
                <a:latin typeface="Times New Roman" panose="02020603050405020304" pitchFamily="18" charset="0"/>
                <a:cs typeface="Times New Roman" panose="02020603050405020304" pitchFamily="18" charset="0"/>
              </a:rPr>
              <a:t> </a:t>
            </a:r>
            <a:r>
              <a:rPr sz="2600" b="1" dirty="0">
                <a:solidFill>
                  <a:schemeClr val="accent2">
                    <a:lumMod val="75000"/>
                  </a:schemeClr>
                </a:solidFill>
                <a:latin typeface="Times New Roman" panose="02020603050405020304" pitchFamily="18" charset="0"/>
                <a:cs typeface="Times New Roman" panose="02020603050405020304" pitchFamily="18" charset="0"/>
              </a:rPr>
              <a:t>memory</a:t>
            </a:r>
            <a:r>
              <a:rPr sz="2600" b="1" spc="140" dirty="0">
                <a:solidFill>
                  <a:schemeClr val="accent2">
                    <a:lumMod val="75000"/>
                  </a:schemeClr>
                </a:solidFill>
                <a:latin typeface="Times New Roman" panose="02020603050405020304" pitchFamily="18" charset="0"/>
                <a:cs typeface="Times New Roman" panose="02020603050405020304" pitchFamily="18" charset="0"/>
              </a:rPr>
              <a:t> </a:t>
            </a:r>
            <a:r>
              <a:rPr sz="2600" b="1" dirty="0">
                <a:solidFill>
                  <a:schemeClr val="accent2">
                    <a:lumMod val="75000"/>
                  </a:schemeClr>
                </a:solidFill>
                <a:latin typeface="Times New Roman" panose="02020603050405020304" pitchFamily="18" charset="0"/>
                <a:cs typeface="Times New Roman" panose="02020603050405020304" pitchFamily="18" charset="0"/>
              </a:rPr>
              <a:t>address</a:t>
            </a:r>
            <a:r>
              <a:rPr sz="2600" b="1" spc="17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spc="17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a:t>
            </a:r>
            <a:r>
              <a:rPr sz="2600" spc="16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reference</a:t>
            </a:r>
            <a:r>
              <a:rPr sz="2600" spc="175" dirty="0">
                <a:solidFill>
                  <a:srgbClr val="002060"/>
                </a:solidFill>
                <a:latin typeface="Times New Roman" panose="02020603050405020304" pitchFamily="18" charset="0"/>
                <a:cs typeface="Times New Roman" panose="02020603050405020304" pitchFamily="18" charset="0"/>
              </a:rPr>
              <a:t> </a:t>
            </a:r>
            <a:r>
              <a:rPr sz="2600" spc="-10" dirty="0">
                <a:solidFill>
                  <a:srgbClr val="002060"/>
                </a:solidFill>
                <a:latin typeface="Times New Roman" panose="02020603050405020304" pitchFamily="18" charset="0"/>
                <a:cs typeface="Times New Roman" panose="02020603050405020304" pitchFamily="18" charset="0"/>
              </a:rPr>
              <a:t>to</a:t>
            </a:r>
            <a:r>
              <a:rPr sz="2600" spc="16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a:t>
            </a:r>
            <a:r>
              <a:rPr sz="2600" spc="165" dirty="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specific</a:t>
            </a:r>
            <a:r>
              <a:rPr lang="en-IN" sz="2600" dirty="0" smtClean="0">
                <a:solidFill>
                  <a:srgbClr val="002060"/>
                </a:solidFill>
                <a:latin typeface="Times New Roman" panose="02020603050405020304" pitchFamily="18" charset="0"/>
                <a:cs typeface="Times New Roman" panose="02020603050405020304" pitchFamily="18" charset="0"/>
              </a:rPr>
              <a:t> </a:t>
            </a:r>
            <a:r>
              <a:rPr sz="2600" b="1" dirty="0" smtClean="0">
                <a:solidFill>
                  <a:schemeClr val="accent2">
                    <a:lumMod val="75000"/>
                  </a:schemeClr>
                </a:solidFill>
                <a:latin typeface="Times New Roman" panose="02020603050405020304" pitchFamily="18" charset="0"/>
                <a:cs typeface="Times New Roman" panose="02020603050405020304" pitchFamily="18" charset="0"/>
              </a:rPr>
              <a:t>mem</a:t>
            </a:r>
            <a:r>
              <a:rPr sz="2600" b="1" spc="5" dirty="0" smtClean="0">
                <a:solidFill>
                  <a:schemeClr val="accent2">
                    <a:lumMod val="75000"/>
                  </a:schemeClr>
                </a:solidFill>
                <a:latin typeface="Times New Roman" panose="02020603050405020304" pitchFamily="18" charset="0"/>
                <a:cs typeface="Times New Roman" panose="02020603050405020304" pitchFamily="18" charset="0"/>
              </a:rPr>
              <a:t>o</a:t>
            </a:r>
            <a:r>
              <a:rPr sz="2600" b="1" dirty="0" smtClean="0">
                <a:solidFill>
                  <a:schemeClr val="accent2">
                    <a:lumMod val="75000"/>
                  </a:schemeClr>
                </a:solidFill>
                <a:latin typeface="Times New Roman" panose="02020603050405020304" pitchFamily="18" charset="0"/>
                <a:cs typeface="Times New Roman" panose="02020603050405020304" pitchFamily="18" charset="0"/>
              </a:rPr>
              <a:t>ry</a:t>
            </a:r>
            <a:r>
              <a:rPr lang="en-IN" sz="2600" b="1" dirty="0" smtClean="0">
                <a:solidFill>
                  <a:schemeClr val="accent2">
                    <a:lumMod val="75000"/>
                  </a:schemeClr>
                </a:solidFill>
                <a:latin typeface="Times New Roman" panose="02020603050405020304" pitchFamily="18" charset="0"/>
                <a:cs typeface="Times New Roman" panose="02020603050405020304" pitchFamily="18" charset="0"/>
              </a:rPr>
              <a:t> </a:t>
            </a:r>
            <a:r>
              <a:rPr sz="2600" b="1" dirty="0" smtClean="0">
                <a:solidFill>
                  <a:schemeClr val="accent2">
                    <a:lumMod val="75000"/>
                  </a:schemeClr>
                </a:solidFill>
                <a:latin typeface="Times New Roman" panose="02020603050405020304" pitchFamily="18" charset="0"/>
                <a:cs typeface="Times New Roman" panose="02020603050405020304" pitchFamily="18" charset="0"/>
              </a:rPr>
              <a:t>lo</a:t>
            </a:r>
            <a:r>
              <a:rPr sz="2600" b="1" spc="5" dirty="0" smtClean="0">
                <a:solidFill>
                  <a:schemeClr val="accent2">
                    <a:lumMod val="75000"/>
                  </a:schemeClr>
                </a:solidFill>
                <a:latin typeface="Times New Roman" panose="02020603050405020304" pitchFamily="18" charset="0"/>
                <a:cs typeface="Times New Roman" panose="02020603050405020304" pitchFamily="18" charset="0"/>
              </a:rPr>
              <a:t>c</a:t>
            </a:r>
            <a:r>
              <a:rPr sz="2600" b="1" dirty="0" smtClean="0">
                <a:solidFill>
                  <a:schemeClr val="accent2">
                    <a:lumMod val="75000"/>
                  </a:schemeClr>
                </a:solidFill>
                <a:latin typeface="Times New Roman" panose="02020603050405020304" pitchFamily="18" charset="0"/>
                <a:cs typeface="Times New Roman" panose="02020603050405020304" pitchFamily="18" charset="0"/>
              </a:rPr>
              <a:t>ation</a:t>
            </a:r>
            <a:r>
              <a:rPr lang="en-IN" sz="2600" b="1" dirty="0">
                <a:solidFill>
                  <a:schemeClr val="accent2">
                    <a:lumMod val="75000"/>
                  </a:schemeClr>
                </a:solidFill>
                <a:latin typeface="Times New Roman" panose="02020603050405020304" pitchFamily="18" charset="0"/>
                <a:cs typeface="Times New Roman" panose="02020603050405020304" pitchFamily="18" charset="0"/>
              </a:rPr>
              <a:t> </a:t>
            </a:r>
            <a:r>
              <a:rPr sz="2600" spc="-10" dirty="0" smtClean="0">
                <a:solidFill>
                  <a:srgbClr val="002060"/>
                </a:solidFill>
                <a:latin typeface="Times New Roman" panose="02020603050405020304" pitchFamily="18" charset="0"/>
                <a:cs typeface="Times New Roman" panose="02020603050405020304" pitchFamily="18" charset="0"/>
              </a:rPr>
              <a:t>u</a:t>
            </a:r>
            <a:r>
              <a:rPr sz="2600" dirty="0" smtClean="0">
                <a:solidFill>
                  <a:srgbClr val="002060"/>
                </a:solidFill>
                <a:latin typeface="Times New Roman" panose="02020603050405020304" pitchFamily="18" charset="0"/>
                <a:cs typeface="Times New Roman" panose="02020603050405020304" pitchFamily="18" charset="0"/>
              </a:rPr>
              <a:t>s</a:t>
            </a:r>
            <a:r>
              <a:rPr sz="2600" spc="5" dirty="0" smtClean="0">
                <a:solidFill>
                  <a:srgbClr val="002060"/>
                </a:solidFill>
                <a:latin typeface="Times New Roman" panose="02020603050405020304" pitchFamily="18" charset="0"/>
                <a:cs typeface="Times New Roman" panose="02020603050405020304" pitchFamily="18" charset="0"/>
              </a:rPr>
              <a:t>e</a:t>
            </a:r>
            <a:r>
              <a:rPr sz="2600" dirty="0" smtClean="0">
                <a:solidFill>
                  <a:srgbClr val="002060"/>
                </a:solidFill>
                <a:latin typeface="Times New Roman" panose="02020603050405020304" pitchFamily="18" charset="0"/>
                <a:cs typeface="Times New Roman" panose="02020603050405020304" pitchFamily="18" charset="0"/>
              </a:rPr>
              <a:t>d</a:t>
            </a:r>
            <a:r>
              <a:rPr lang="en-IN" sz="2600"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at</a:t>
            </a:r>
            <a:r>
              <a:rPr lang="en-IN" sz="2600"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various</a:t>
            </a:r>
            <a:r>
              <a:rPr lang="en-IN" sz="2600"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l</a:t>
            </a:r>
            <a:r>
              <a:rPr sz="2600" spc="-15" dirty="0" smtClean="0">
                <a:solidFill>
                  <a:srgbClr val="002060"/>
                </a:solidFill>
                <a:latin typeface="Times New Roman" panose="02020603050405020304" pitchFamily="18" charset="0"/>
                <a:cs typeface="Times New Roman" panose="02020603050405020304" pitchFamily="18" charset="0"/>
              </a:rPr>
              <a:t>e</a:t>
            </a:r>
            <a:r>
              <a:rPr sz="2600" dirty="0" smtClean="0">
                <a:solidFill>
                  <a:srgbClr val="002060"/>
                </a:solidFill>
                <a:latin typeface="Times New Roman" panose="02020603050405020304" pitchFamily="18" charset="0"/>
                <a:cs typeface="Times New Roman" panose="02020603050405020304" pitchFamily="18" charset="0"/>
              </a:rPr>
              <a:t>vels</a:t>
            </a:r>
            <a:r>
              <a:rPr lang="en-IN" sz="2600"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by</a:t>
            </a:r>
            <a:r>
              <a:rPr lang="en-IN" sz="2600"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sof</a:t>
            </a:r>
            <a:r>
              <a:rPr sz="2600" spc="-15" dirty="0" smtClean="0">
                <a:solidFill>
                  <a:srgbClr val="002060"/>
                </a:solidFill>
                <a:latin typeface="Times New Roman" panose="02020603050405020304" pitchFamily="18" charset="0"/>
                <a:cs typeface="Times New Roman" panose="02020603050405020304" pitchFamily="18" charset="0"/>
              </a:rPr>
              <a:t>t</a:t>
            </a:r>
            <a:r>
              <a:rPr sz="2600" dirty="0" smtClean="0">
                <a:solidFill>
                  <a:srgbClr val="002060"/>
                </a:solidFill>
                <a:latin typeface="Times New Roman" panose="02020603050405020304" pitchFamily="18" charset="0"/>
                <a:cs typeface="Times New Roman" panose="02020603050405020304" pitchFamily="18" charset="0"/>
              </a:rPr>
              <a:t>w</a:t>
            </a:r>
            <a:r>
              <a:rPr sz="2600" spc="5" dirty="0" smtClean="0">
                <a:solidFill>
                  <a:srgbClr val="002060"/>
                </a:solidFill>
                <a:latin typeface="Times New Roman" panose="02020603050405020304" pitchFamily="18" charset="0"/>
                <a:cs typeface="Times New Roman" panose="02020603050405020304" pitchFamily="18" charset="0"/>
              </a:rPr>
              <a:t>a</a:t>
            </a:r>
            <a:r>
              <a:rPr sz="2600" dirty="0" smtClean="0">
                <a:solidFill>
                  <a:srgbClr val="002060"/>
                </a:solidFill>
                <a:latin typeface="Times New Roman" panose="02020603050405020304" pitchFamily="18" charset="0"/>
                <a:cs typeface="Times New Roman" panose="02020603050405020304" pitchFamily="18" charset="0"/>
              </a:rPr>
              <a:t>re</a:t>
            </a:r>
            <a:r>
              <a:rPr lang="en-IN" sz="2600"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and  </a:t>
            </a:r>
            <a:r>
              <a:rPr sz="2600" dirty="0">
                <a:solidFill>
                  <a:srgbClr val="002060"/>
                </a:solidFill>
                <a:latin typeface="Times New Roman" panose="02020603050405020304" pitchFamily="18" charset="0"/>
                <a:cs typeface="Times New Roman" panose="02020603050405020304" pitchFamily="18" charset="0"/>
              </a:rPr>
              <a:t>hardware</a:t>
            </a:r>
            <a:r>
              <a:rPr sz="2600" dirty="0" smtClean="0">
                <a:solidFill>
                  <a:srgbClr val="002060"/>
                </a:solidFill>
                <a:latin typeface="Times New Roman" panose="02020603050405020304" pitchFamily="18" charset="0"/>
                <a:cs typeface="Times New Roman" panose="02020603050405020304" pitchFamily="18" charset="0"/>
              </a:rPr>
              <a:t>.</a:t>
            </a:r>
            <a:endParaRPr lang="en-IN" sz="2600" dirty="0" smtClean="0">
              <a:solidFill>
                <a:srgbClr val="002060"/>
              </a:solidFill>
              <a:latin typeface="Times New Roman" panose="02020603050405020304" pitchFamily="18" charset="0"/>
              <a:cs typeface="Times New Roman" panose="02020603050405020304" pitchFamily="18" charset="0"/>
            </a:endParaRPr>
          </a:p>
          <a:p>
            <a:pPr marL="241300" indent="-229235">
              <a:lnSpc>
                <a:spcPct val="150000"/>
              </a:lnSpc>
              <a:spcBef>
                <a:spcPts val="105"/>
              </a:spcBef>
              <a:buSzPct val="78846"/>
              <a:buFontTx/>
              <a:buChar char="•"/>
              <a:tabLst>
                <a:tab pos="241300" algn="l"/>
                <a:tab pos="241935" algn="l"/>
              </a:tabLst>
            </a:pPr>
            <a:r>
              <a:rPr lang="en-US" sz="2600" b="1" dirty="0" smtClean="0">
                <a:solidFill>
                  <a:schemeClr val="accent2">
                    <a:lumMod val="75000"/>
                  </a:schemeClr>
                </a:solidFill>
                <a:latin typeface="Times New Roman" panose="02020603050405020304" pitchFamily="18" charset="0"/>
                <a:cs typeface="Times New Roman" panose="02020603050405020304" pitchFamily="18" charset="0"/>
              </a:rPr>
              <a:t>Memory addres</a:t>
            </a:r>
            <a:r>
              <a:rPr lang="en-US" sz="2600" b="1" spc="5" dirty="0" smtClean="0">
                <a:solidFill>
                  <a:schemeClr val="accent2">
                    <a:lumMod val="75000"/>
                  </a:schemeClr>
                </a:solidFill>
                <a:latin typeface="Times New Roman" panose="02020603050405020304" pitchFamily="18" charset="0"/>
                <a:cs typeface="Times New Roman" panose="02020603050405020304" pitchFamily="18" charset="0"/>
              </a:rPr>
              <a:t>s</a:t>
            </a:r>
            <a:r>
              <a:rPr lang="en-US" sz="2600" b="1" spc="-10" dirty="0" smtClean="0">
                <a:solidFill>
                  <a:schemeClr val="accent2">
                    <a:lumMod val="75000"/>
                  </a:schemeClr>
                </a:solidFill>
                <a:latin typeface="Times New Roman" panose="02020603050405020304" pitchFamily="18" charset="0"/>
                <a:cs typeface="Times New Roman" panose="02020603050405020304" pitchFamily="18" charset="0"/>
              </a:rPr>
              <a:t>e</a:t>
            </a:r>
            <a:r>
              <a:rPr lang="en-US" sz="2600" b="1" dirty="0" smtClean="0">
                <a:solidFill>
                  <a:schemeClr val="accent2">
                    <a:lumMod val="75000"/>
                  </a:schemeClr>
                </a:solidFill>
                <a:latin typeface="Times New Roman" panose="02020603050405020304" pitchFamily="18" charset="0"/>
                <a:cs typeface="Times New Roman" panose="02020603050405020304" pitchFamily="18" charset="0"/>
              </a:rPr>
              <a:t>s are fixe</a:t>
            </a:r>
            <a:r>
              <a:rPr lang="en-US" sz="2600" b="1" spc="10" dirty="0" smtClean="0">
                <a:solidFill>
                  <a:schemeClr val="accent2">
                    <a:lumMod val="75000"/>
                  </a:schemeClr>
                </a:solidFill>
                <a:latin typeface="Times New Roman" panose="02020603050405020304" pitchFamily="18" charset="0"/>
                <a:cs typeface="Times New Roman" panose="02020603050405020304" pitchFamily="18" charset="0"/>
              </a:rPr>
              <a:t>d</a:t>
            </a:r>
            <a:r>
              <a:rPr lang="en-US" sz="2600" b="1" spc="-5" dirty="0" smtClean="0">
                <a:solidFill>
                  <a:schemeClr val="accent2">
                    <a:lumMod val="75000"/>
                  </a:schemeClr>
                </a:solidFill>
                <a:latin typeface="Times New Roman" panose="02020603050405020304" pitchFamily="18" charset="0"/>
                <a:cs typeface="Times New Roman" panose="02020603050405020304" pitchFamily="18" charset="0"/>
              </a:rPr>
              <a:t>-</a:t>
            </a:r>
            <a:r>
              <a:rPr lang="en-US" sz="2600" b="1" dirty="0" smtClean="0">
                <a:solidFill>
                  <a:schemeClr val="accent2">
                    <a:lumMod val="75000"/>
                  </a:schemeClr>
                </a:solidFill>
                <a:latin typeface="Times New Roman" panose="02020603050405020304" pitchFamily="18" charset="0"/>
                <a:cs typeface="Times New Roman" panose="02020603050405020304" pitchFamily="18" charset="0"/>
              </a:rPr>
              <a:t>len</a:t>
            </a:r>
            <a:r>
              <a:rPr lang="en-US" sz="2600" b="1" spc="5" dirty="0" smtClean="0">
                <a:solidFill>
                  <a:schemeClr val="accent2">
                    <a:lumMod val="75000"/>
                  </a:schemeClr>
                </a:solidFill>
                <a:latin typeface="Times New Roman" panose="02020603050405020304" pitchFamily="18" charset="0"/>
                <a:cs typeface="Times New Roman" panose="02020603050405020304" pitchFamily="18" charset="0"/>
              </a:rPr>
              <a:t>g</a:t>
            </a:r>
            <a:r>
              <a:rPr lang="en-US" sz="2600" b="1" dirty="0" smtClean="0">
                <a:solidFill>
                  <a:schemeClr val="accent2">
                    <a:lumMod val="75000"/>
                  </a:schemeClr>
                </a:solidFill>
                <a:latin typeface="Times New Roman" panose="02020603050405020304" pitchFamily="18" charset="0"/>
                <a:cs typeface="Times New Roman" panose="02020603050405020304" pitchFamily="18" charset="0"/>
              </a:rPr>
              <a:t>th </a:t>
            </a:r>
            <a:r>
              <a:rPr lang="en-US" sz="2600" b="1" dirty="0">
                <a:solidFill>
                  <a:schemeClr val="accent2">
                    <a:lumMod val="75000"/>
                  </a:schemeClr>
                </a:solidFill>
                <a:latin typeface="Times New Roman" panose="02020603050405020304" pitchFamily="18" charset="0"/>
                <a:cs typeface="Times New Roman" panose="02020603050405020304" pitchFamily="18" charset="0"/>
              </a:rPr>
              <a:t>s</a:t>
            </a:r>
            <a:r>
              <a:rPr lang="en-US" sz="2600" b="1" spc="5" dirty="0">
                <a:solidFill>
                  <a:schemeClr val="accent2">
                    <a:lumMod val="75000"/>
                  </a:schemeClr>
                </a:solidFill>
                <a:latin typeface="Times New Roman" panose="02020603050405020304" pitchFamily="18" charset="0"/>
                <a:cs typeface="Times New Roman" panose="02020603050405020304" pitchFamily="18" charset="0"/>
              </a:rPr>
              <a:t>e</a:t>
            </a:r>
            <a:r>
              <a:rPr lang="en-US" sz="2600" b="1" dirty="0">
                <a:solidFill>
                  <a:schemeClr val="accent2">
                    <a:lumMod val="75000"/>
                  </a:schemeClr>
                </a:solidFill>
                <a:latin typeface="Times New Roman" panose="02020603050405020304" pitchFamily="18" charset="0"/>
                <a:cs typeface="Times New Roman" panose="02020603050405020304" pitchFamily="18" charset="0"/>
              </a:rPr>
              <a:t>q</a:t>
            </a:r>
            <a:r>
              <a:rPr lang="en-US" sz="2600" b="1" spc="5" dirty="0">
                <a:solidFill>
                  <a:schemeClr val="accent2">
                    <a:lumMod val="75000"/>
                  </a:schemeClr>
                </a:solidFill>
                <a:latin typeface="Times New Roman" panose="02020603050405020304" pitchFamily="18" charset="0"/>
                <a:cs typeface="Times New Roman" panose="02020603050405020304" pitchFamily="18" charset="0"/>
              </a:rPr>
              <a:t>u</a:t>
            </a:r>
            <a:r>
              <a:rPr lang="en-US" sz="2600" b="1" dirty="0">
                <a:solidFill>
                  <a:schemeClr val="accent2">
                    <a:lumMod val="75000"/>
                  </a:schemeClr>
                </a:solidFill>
                <a:latin typeface="Times New Roman" panose="02020603050405020304" pitchFamily="18" charset="0"/>
                <a:cs typeface="Times New Roman" panose="02020603050405020304" pitchFamily="18" charset="0"/>
              </a:rPr>
              <a:t>en</a:t>
            </a:r>
            <a:r>
              <a:rPr lang="en-US" sz="2600" b="1" spc="-15" dirty="0">
                <a:solidFill>
                  <a:schemeClr val="accent2">
                    <a:lumMod val="75000"/>
                  </a:schemeClr>
                </a:solidFill>
                <a:latin typeface="Times New Roman" panose="02020603050405020304" pitchFamily="18" charset="0"/>
                <a:cs typeface="Times New Roman" panose="02020603050405020304" pitchFamily="18" charset="0"/>
              </a:rPr>
              <a:t>c</a:t>
            </a:r>
            <a:r>
              <a:rPr lang="en-US" sz="2600" b="1" dirty="0">
                <a:solidFill>
                  <a:schemeClr val="accent2">
                    <a:lumMod val="75000"/>
                  </a:schemeClr>
                </a:solidFill>
                <a:latin typeface="Times New Roman" panose="02020603050405020304" pitchFamily="18" charset="0"/>
                <a:cs typeface="Times New Roman" panose="02020603050405020304" pitchFamily="18" charset="0"/>
              </a:rPr>
              <a:t>es </a:t>
            </a:r>
            <a:r>
              <a:rPr lang="en-US" sz="2600" dirty="0">
                <a:solidFill>
                  <a:srgbClr val="002060"/>
                </a:solidFill>
                <a:latin typeface="Times New Roman" panose="02020603050405020304" pitchFamily="18" charset="0"/>
                <a:cs typeface="Times New Roman" panose="02020603050405020304" pitchFamily="18" charset="0"/>
              </a:rPr>
              <a:t>of u</a:t>
            </a:r>
            <a:r>
              <a:rPr lang="en-US" sz="2600" spc="5" dirty="0">
                <a:solidFill>
                  <a:srgbClr val="002060"/>
                </a:solidFill>
                <a:latin typeface="Times New Roman" panose="02020603050405020304" pitchFamily="18" charset="0"/>
                <a:cs typeface="Times New Roman" panose="02020603050405020304" pitchFamily="18" charset="0"/>
              </a:rPr>
              <a:t>n</a:t>
            </a:r>
            <a:r>
              <a:rPr lang="en-US" sz="2600" dirty="0">
                <a:solidFill>
                  <a:srgbClr val="002060"/>
                </a:solidFill>
                <a:latin typeface="Times New Roman" panose="02020603050405020304" pitchFamily="18" charset="0"/>
                <a:cs typeface="Times New Roman" panose="02020603050405020304" pitchFamily="18" charset="0"/>
              </a:rPr>
              <a:t>s</a:t>
            </a:r>
            <a:r>
              <a:rPr lang="en-US" sz="2600" spc="-10" dirty="0">
                <a:solidFill>
                  <a:srgbClr val="002060"/>
                </a:solidFill>
                <a:latin typeface="Times New Roman" panose="02020603050405020304" pitchFamily="18" charset="0"/>
                <a:cs typeface="Times New Roman" panose="02020603050405020304" pitchFamily="18" charset="0"/>
              </a:rPr>
              <a:t>ig</a:t>
            </a:r>
            <a:r>
              <a:rPr lang="en-US" sz="2600" dirty="0">
                <a:solidFill>
                  <a:srgbClr val="002060"/>
                </a:solidFill>
                <a:latin typeface="Times New Roman" panose="02020603050405020304" pitchFamily="18" charset="0"/>
                <a:cs typeface="Times New Roman" panose="02020603050405020304" pitchFamily="18" charset="0"/>
              </a:rPr>
              <a:t>n</a:t>
            </a:r>
            <a:r>
              <a:rPr lang="en-US" sz="2600" spc="5" dirty="0">
                <a:solidFill>
                  <a:srgbClr val="002060"/>
                </a:solidFill>
                <a:latin typeface="Times New Roman" panose="02020603050405020304" pitchFamily="18" charset="0"/>
                <a:cs typeface="Times New Roman" panose="02020603050405020304" pitchFamily="18" charset="0"/>
              </a:rPr>
              <a:t>e</a:t>
            </a:r>
            <a:r>
              <a:rPr lang="en-US" sz="2600" dirty="0">
                <a:solidFill>
                  <a:srgbClr val="002060"/>
                </a:solidFill>
                <a:latin typeface="Times New Roman" panose="02020603050405020304" pitchFamily="18" charset="0"/>
                <a:cs typeface="Times New Roman" panose="02020603050405020304" pitchFamily="18" charset="0"/>
              </a:rPr>
              <a:t>d </a:t>
            </a:r>
            <a:r>
              <a:rPr lang="en-US" sz="2600" dirty="0" smtClean="0">
                <a:solidFill>
                  <a:srgbClr val="002060"/>
                </a:solidFill>
                <a:latin typeface="Times New Roman" panose="02020603050405020304" pitchFamily="18" charset="0"/>
                <a:cs typeface="Times New Roman" panose="02020603050405020304" pitchFamily="18" charset="0"/>
              </a:rPr>
              <a:t> digits c</a:t>
            </a:r>
            <a:r>
              <a:rPr lang="en-US" sz="2600" spc="5" dirty="0" smtClean="0">
                <a:solidFill>
                  <a:srgbClr val="002060"/>
                </a:solidFill>
                <a:latin typeface="Times New Roman" panose="02020603050405020304" pitchFamily="18" charset="0"/>
                <a:cs typeface="Times New Roman" panose="02020603050405020304" pitchFamily="18" charset="0"/>
              </a:rPr>
              <a:t>o</a:t>
            </a:r>
            <a:r>
              <a:rPr lang="en-US" sz="2600" spc="-10" dirty="0" smtClean="0">
                <a:solidFill>
                  <a:srgbClr val="002060"/>
                </a:solidFill>
                <a:latin typeface="Times New Roman" panose="02020603050405020304" pitchFamily="18" charset="0"/>
                <a:cs typeface="Times New Roman" panose="02020603050405020304" pitchFamily="18" charset="0"/>
              </a:rPr>
              <a:t>n</a:t>
            </a:r>
            <a:r>
              <a:rPr lang="en-US" sz="2600" dirty="0" smtClean="0">
                <a:solidFill>
                  <a:srgbClr val="002060"/>
                </a:solidFill>
                <a:latin typeface="Times New Roman" panose="02020603050405020304" pitchFamily="18" charset="0"/>
                <a:cs typeface="Times New Roman" panose="02020603050405020304" pitchFamily="18" charset="0"/>
              </a:rPr>
              <a:t>v</a:t>
            </a:r>
            <a:r>
              <a:rPr lang="en-US" sz="2600" spc="5" dirty="0" smtClean="0">
                <a:solidFill>
                  <a:srgbClr val="002060"/>
                </a:solidFill>
                <a:latin typeface="Times New Roman" panose="02020603050405020304" pitchFamily="18" charset="0"/>
                <a:cs typeface="Times New Roman" panose="02020603050405020304" pitchFamily="18" charset="0"/>
              </a:rPr>
              <a:t>e</a:t>
            </a:r>
            <a:r>
              <a:rPr lang="en-US" sz="2600" dirty="0" smtClean="0">
                <a:solidFill>
                  <a:srgbClr val="002060"/>
                </a:solidFill>
                <a:latin typeface="Times New Roman" panose="02020603050405020304" pitchFamily="18" charset="0"/>
                <a:cs typeface="Times New Roman" panose="02020603050405020304" pitchFamily="18" charset="0"/>
              </a:rPr>
              <a:t>nti</a:t>
            </a:r>
            <a:r>
              <a:rPr lang="en-US" sz="2600" spc="-15" dirty="0" smtClean="0">
                <a:solidFill>
                  <a:srgbClr val="002060"/>
                </a:solidFill>
                <a:latin typeface="Times New Roman" panose="02020603050405020304" pitchFamily="18" charset="0"/>
                <a:cs typeface="Times New Roman" panose="02020603050405020304" pitchFamily="18" charset="0"/>
              </a:rPr>
              <a:t>o</a:t>
            </a:r>
            <a:r>
              <a:rPr lang="en-US" sz="2600" dirty="0" smtClean="0">
                <a:solidFill>
                  <a:srgbClr val="002060"/>
                </a:solidFill>
                <a:latin typeface="Times New Roman" panose="02020603050405020304" pitchFamily="18" charset="0"/>
                <a:cs typeface="Times New Roman" panose="02020603050405020304" pitchFamily="18" charset="0"/>
              </a:rPr>
              <a:t>n</a:t>
            </a:r>
            <a:r>
              <a:rPr lang="en-US" sz="2600" spc="5" dirty="0" smtClean="0">
                <a:solidFill>
                  <a:srgbClr val="002060"/>
                </a:solidFill>
                <a:latin typeface="Times New Roman" panose="02020603050405020304" pitchFamily="18" charset="0"/>
                <a:cs typeface="Times New Roman" panose="02020603050405020304" pitchFamily="18" charset="0"/>
              </a:rPr>
              <a:t>a</a:t>
            </a:r>
            <a:r>
              <a:rPr lang="en-US" sz="2600" dirty="0" smtClean="0">
                <a:solidFill>
                  <a:srgbClr val="002060"/>
                </a:solidFill>
                <a:latin typeface="Times New Roman" panose="02020603050405020304" pitchFamily="18" charset="0"/>
                <a:cs typeface="Times New Roman" panose="02020603050405020304" pitchFamily="18" charset="0"/>
              </a:rPr>
              <a:t>lly </a:t>
            </a:r>
            <a:r>
              <a:rPr lang="en-US" sz="2600" dirty="0">
                <a:solidFill>
                  <a:srgbClr val="002060"/>
                </a:solidFill>
                <a:latin typeface="Times New Roman" panose="02020603050405020304" pitchFamily="18" charset="0"/>
                <a:cs typeface="Times New Roman" panose="02020603050405020304" pitchFamily="18" charset="0"/>
              </a:rPr>
              <a:t>d</a:t>
            </a:r>
            <a:r>
              <a:rPr lang="en-US" sz="2600" spc="-15" dirty="0">
                <a:solidFill>
                  <a:srgbClr val="002060"/>
                </a:solidFill>
                <a:latin typeface="Times New Roman" panose="02020603050405020304" pitchFamily="18" charset="0"/>
                <a:cs typeface="Times New Roman" panose="02020603050405020304" pitchFamily="18" charset="0"/>
              </a:rPr>
              <a:t>i</a:t>
            </a:r>
            <a:r>
              <a:rPr lang="en-US" sz="2600" dirty="0">
                <a:solidFill>
                  <a:srgbClr val="002060"/>
                </a:solidFill>
                <a:latin typeface="Times New Roman" panose="02020603050405020304" pitchFamily="18" charset="0"/>
                <a:cs typeface="Times New Roman" panose="02020603050405020304" pitchFamily="18" charset="0"/>
              </a:rPr>
              <a:t>splay</a:t>
            </a:r>
            <a:r>
              <a:rPr lang="en-US" sz="2600" spc="5" dirty="0">
                <a:solidFill>
                  <a:srgbClr val="002060"/>
                </a:solidFill>
                <a:latin typeface="Times New Roman" panose="02020603050405020304" pitchFamily="18" charset="0"/>
                <a:cs typeface="Times New Roman" panose="02020603050405020304" pitchFamily="18" charset="0"/>
              </a:rPr>
              <a:t>e</a:t>
            </a:r>
            <a:r>
              <a:rPr lang="en-US" sz="2600" dirty="0">
                <a:solidFill>
                  <a:srgbClr val="002060"/>
                </a:solidFill>
                <a:latin typeface="Times New Roman" panose="02020603050405020304" pitchFamily="18" charset="0"/>
                <a:cs typeface="Times New Roman" panose="02020603050405020304" pitchFamily="18" charset="0"/>
              </a:rPr>
              <a:t>d </a:t>
            </a:r>
            <a:r>
              <a:rPr lang="en-US" sz="2600" spc="-10" dirty="0">
                <a:solidFill>
                  <a:srgbClr val="002060"/>
                </a:solidFill>
                <a:latin typeface="Times New Roman" panose="02020603050405020304" pitchFamily="18" charset="0"/>
                <a:cs typeface="Times New Roman" panose="02020603050405020304" pitchFamily="18" charset="0"/>
              </a:rPr>
              <a:t>a</a:t>
            </a:r>
            <a:r>
              <a:rPr lang="en-US" sz="2600" dirty="0">
                <a:solidFill>
                  <a:srgbClr val="002060"/>
                </a:solidFill>
                <a:latin typeface="Times New Roman" panose="02020603050405020304" pitchFamily="18" charset="0"/>
                <a:cs typeface="Times New Roman" panose="02020603050405020304" pitchFamily="18" charset="0"/>
              </a:rPr>
              <a:t>nd ma</a:t>
            </a:r>
            <a:r>
              <a:rPr lang="en-US" sz="2600" spc="5" dirty="0">
                <a:solidFill>
                  <a:srgbClr val="002060"/>
                </a:solidFill>
                <a:latin typeface="Times New Roman" panose="02020603050405020304" pitchFamily="18" charset="0"/>
                <a:cs typeface="Times New Roman" panose="02020603050405020304" pitchFamily="18" charset="0"/>
              </a:rPr>
              <a:t>n</a:t>
            </a:r>
            <a:r>
              <a:rPr lang="en-US" sz="2600" spc="-15" dirty="0">
                <a:solidFill>
                  <a:srgbClr val="002060"/>
                </a:solidFill>
                <a:latin typeface="Times New Roman" panose="02020603050405020304" pitchFamily="18" charset="0"/>
                <a:cs typeface="Times New Roman" panose="02020603050405020304" pitchFamily="18" charset="0"/>
              </a:rPr>
              <a:t>i</a:t>
            </a:r>
            <a:r>
              <a:rPr lang="en-US" sz="2600" dirty="0">
                <a:solidFill>
                  <a:srgbClr val="002060"/>
                </a:solidFill>
                <a:latin typeface="Times New Roman" panose="02020603050405020304" pitchFamily="18" charset="0"/>
                <a:cs typeface="Times New Roman" panose="02020603050405020304" pitchFamily="18" charset="0"/>
              </a:rPr>
              <a:t>p</a:t>
            </a:r>
            <a:r>
              <a:rPr lang="en-US" sz="2600" spc="5" dirty="0">
                <a:solidFill>
                  <a:srgbClr val="002060"/>
                </a:solidFill>
                <a:latin typeface="Times New Roman" panose="02020603050405020304" pitchFamily="18" charset="0"/>
                <a:cs typeface="Times New Roman" panose="02020603050405020304" pitchFamily="18" charset="0"/>
              </a:rPr>
              <a:t>u</a:t>
            </a:r>
            <a:r>
              <a:rPr lang="en-US" sz="2600" dirty="0">
                <a:solidFill>
                  <a:srgbClr val="002060"/>
                </a:solidFill>
                <a:latin typeface="Times New Roman" panose="02020603050405020304" pitchFamily="18" charset="0"/>
                <a:cs typeface="Times New Roman" panose="02020603050405020304" pitchFamily="18" charset="0"/>
              </a:rPr>
              <a:t>lated  as  integers</a:t>
            </a:r>
            <a:r>
              <a:rPr lang="en-US" sz="2600" dirty="0" smtClean="0">
                <a:solidFill>
                  <a:srgbClr val="002060"/>
                </a:solidFill>
                <a:latin typeface="Times New Roman" panose="02020603050405020304" pitchFamily="18" charset="0"/>
                <a:cs typeface="Times New Roman" panose="02020603050405020304" pitchFamily="18" charset="0"/>
              </a:rPr>
              <a:t>.</a:t>
            </a:r>
          </a:p>
          <a:p>
            <a:pPr marL="241300" indent="-229235">
              <a:lnSpc>
                <a:spcPct val="150000"/>
              </a:lnSpc>
              <a:spcBef>
                <a:spcPts val="100"/>
              </a:spcBef>
              <a:buSzPct val="78846"/>
              <a:buChar char="•"/>
              <a:tabLst>
                <a:tab pos="241300" algn="l"/>
                <a:tab pos="241935" algn="l"/>
              </a:tabLst>
            </a:pPr>
            <a:r>
              <a:rPr lang="en-US" sz="2600" dirty="0">
                <a:solidFill>
                  <a:srgbClr val="002060"/>
                </a:solidFill>
                <a:latin typeface="Times New Roman" panose="02020603050405020304" pitchFamily="18" charset="0"/>
                <a:cs typeface="Times New Roman" panose="02020603050405020304" pitchFamily="18" charset="0"/>
              </a:rPr>
              <a:t>A </a:t>
            </a:r>
            <a:r>
              <a:rPr lang="en-US" sz="2600" b="1" dirty="0">
                <a:solidFill>
                  <a:srgbClr val="002060"/>
                </a:solidFill>
                <a:latin typeface="Times New Roman" panose="02020603050405020304" pitchFamily="18" charset="0"/>
                <a:cs typeface="Times New Roman" panose="02020603050405020304" pitchFamily="18" charset="0"/>
              </a:rPr>
              <a:t>memory</a:t>
            </a:r>
            <a:r>
              <a:rPr lang="en-US" sz="2600" b="1" spc="130" dirty="0">
                <a:solidFill>
                  <a:srgbClr val="002060"/>
                </a:solidFill>
                <a:latin typeface="Times New Roman" panose="02020603050405020304" pitchFamily="18" charset="0"/>
                <a:cs typeface="Times New Roman" panose="02020603050405020304" pitchFamily="18" charset="0"/>
              </a:rPr>
              <a:t> </a:t>
            </a:r>
            <a:r>
              <a:rPr lang="en-US" sz="2600" b="1" dirty="0">
                <a:solidFill>
                  <a:srgbClr val="002060"/>
                </a:solidFill>
                <a:latin typeface="Times New Roman" panose="02020603050405020304" pitchFamily="18" charset="0"/>
                <a:cs typeface="Times New Roman" panose="02020603050405020304" pitchFamily="18" charset="0"/>
              </a:rPr>
              <a:t>address</a:t>
            </a:r>
            <a:r>
              <a:rPr lang="en-US" sz="2600" b="1" spc="155"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is</a:t>
            </a:r>
            <a:r>
              <a:rPr lang="en-US" sz="2600" spc="150" dirty="0">
                <a:solidFill>
                  <a:srgbClr val="002060"/>
                </a:solidFill>
                <a:latin typeface="Times New Roman" panose="02020603050405020304" pitchFamily="18" charset="0"/>
                <a:cs typeface="Times New Roman" panose="02020603050405020304" pitchFamily="18" charset="0"/>
              </a:rPr>
              <a:t> </a:t>
            </a:r>
            <a:r>
              <a:rPr lang="en-US" sz="2600" b="1" dirty="0">
                <a:solidFill>
                  <a:schemeClr val="accent2">
                    <a:lumMod val="75000"/>
                  </a:schemeClr>
                </a:solidFill>
                <a:latin typeface="Times New Roman" panose="02020603050405020304" pitchFamily="18" charset="0"/>
                <a:cs typeface="Times New Roman" panose="02020603050405020304" pitchFamily="18" charset="0"/>
              </a:rPr>
              <a:t>a</a:t>
            </a:r>
            <a:r>
              <a:rPr lang="en-US" sz="2600" b="1" spc="145" dirty="0">
                <a:solidFill>
                  <a:schemeClr val="accent2">
                    <a:lumMod val="75000"/>
                  </a:schemeClr>
                </a:solidFill>
                <a:latin typeface="Times New Roman" panose="02020603050405020304" pitchFamily="18" charset="0"/>
                <a:cs typeface="Times New Roman" panose="02020603050405020304" pitchFamily="18" charset="0"/>
              </a:rPr>
              <a:t> </a:t>
            </a:r>
            <a:r>
              <a:rPr lang="en-US" sz="2600" b="1" dirty="0">
                <a:solidFill>
                  <a:schemeClr val="accent2">
                    <a:lumMod val="75000"/>
                  </a:schemeClr>
                </a:solidFill>
                <a:latin typeface="Times New Roman" panose="02020603050405020304" pitchFamily="18" charset="0"/>
                <a:cs typeface="Times New Roman" panose="02020603050405020304" pitchFamily="18" charset="0"/>
              </a:rPr>
              <a:t>unique</a:t>
            </a:r>
            <a:r>
              <a:rPr lang="en-US" sz="2600" b="1" spc="160" dirty="0">
                <a:solidFill>
                  <a:schemeClr val="accent2">
                    <a:lumMod val="75000"/>
                  </a:schemeClr>
                </a:solidFill>
                <a:latin typeface="Times New Roman" panose="02020603050405020304" pitchFamily="18" charset="0"/>
                <a:cs typeface="Times New Roman" panose="02020603050405020304" pitchFamily="18" charset="0"/>
              </a:rPr>
              <a:t> </a:t>
            </a:r>
            <a:r>
              <a:rPr lang="en-US" sz="2600" b="1" dirty="0">
                <a:solidFill>
                  <a:schemeClr val="accent2">
                    <a:lumMod val="75000"/>
                  </a:schemeClr>
                </a:solidFill>
                <a:latin typeface="Times New Roman" panose="02020603050405020304" pitchFamily="18" charset="0"/>
                <a:cs typeface="Times New Roman" panose="02020603050405020304" pitchFamily="18" charset="0"/>
              </a:rPr>
              <a:t>identifier</a:t>
            </a:r>
            <a:r>
              <a:rPr lang="en-US" sz="2600" b="1" spc="140" dirty="0">
                <a:solidFill>
                  <a:schemeClr val="accent2">
                    <a:lumMod val="75000"/>
                  </a:schemeClr>
                </a:solidFill>
                <a:latin typeface="Times New Roman" panose="02020603050405020304" pitchFamily="18" charset="0"/>
                <a:cs typeface="Times New Roman" panose="02020603050405020304" pitchFamily="18" charset="0"/>
              </a:rPr>
              <a:t> </a:t>
            </a:r>
            <a:r>
              <a:rPr lang="en-US" sz="2600" dirty="0">
                <a:solidFill>
                  <a:srgbClr val="002060"/>
                </a:solidFill>
                <a:latin typeface="Times New Roman" panose="02020603050405020304" pitchFamily="18" charset="0"/>
                <a:cs typeface="Times New Roman" panose="02020603050405020304" pitchFamily="18" charset="0"/>
              </a:rPr>
              <a:t>used</a:t>
            </a:r>
            <a:r>
              <a:rPr lang="en-US" sz="2600" spc="155" dirty="0">
                <a:solidFill>
                  <a:srgbClr val="002060"/>
                </a:solidFill>
                <a:latin typeface="Times New Roman" panose="02020603050405020304" pitchFamily="18" charset="0"/>
                <a:cs typeface="Times New Roman" panose="02020603050405020304" pitchFamily="18" charset="0"/>
              </a:rPr>
              <a:t> </a:t>
            </a:r>
            <a:r>
              <a:rPr lang="en-US" sz="2600" dirty="0">
                <a:solidFill>
                  <a:srgbClr val="002060"/>
                </a:solidFill>
                <a:latin typeface="Times New Roman" panose="02020603050405020304" pitchFamily="18" charset="0"/>
                <a:cs typeface="Times New Roman" panose="02020603050405020304" pitchFamily="18" charset="0"/>
              </a:rPr>
              <a:t>by</a:t>
            </a:r>
            <a:r>
              <a:rPr lang="en-US" sz="2600" spc="145" dirty="0">
                <a:solidFill>
                  <a:srgbClr val="002060"/>
                </a:solidFill>
                <a:latin typeface="Times New Roman" panose="02020603050405020304" pitchFamily="18" charset="0"/>
                <a:cs typeface="Times New Roman" panose="02020603050405020304" pitchFamily="18" charset="0"/>
              </a:rPr>
              <a:t> </a:t>
            </a:r>
            <a:r>
              <a:rPr lang="en-US" sz="2600" dirty="0">
                <a:solidFill>
                  <a:srgbClr val="002060"/>
                </a:solidFill>
                <a:latin typeface="Times New Roman" panose="02020603050405020304" pitchFamily="18" charset="0"/>
                <a:cs typeface="Times New Roman" panose="02020603050405020304" pitchFamily="18" charset="0"/>
              </a:rPr>
              <a:t>a</a:t>
            </a:r>
            <a:r>
              <a:rPr lang="en-US" sz="2600" spc="150" dirty="0">
                <a:solidFill>
                  <a:srgbClr val="002060"/>
                </a:solidFill>
                <a:latin typeface="Times New Roman" panose="02020603050405020304" pitchFamily="18" charset="0"/>
                <a:cs typeface="Times New Roman" panose="02020603050405020304" pitchFamily="18" charset="0"/>
              </a:rPr>
              <a:t> </a:t>
            </a:r>
            <a:r>
              <a:rPr lang="en-US" sz="2600" dirty="0">
                <a:solidFill>
                  <a:srgbClr val="002060"/>
                </a:solidFill>
                <a:latin typeface="Times New Roman" panose="02020603050405020304" pitchFamily="18" charset="0"/>
                <a:cs typeface="Times New Roman" panose="02020603050405020304" pitchFamily="18" charset="0"/>
              </a:rPr>
              <a:t>device</a:t>
            </a:r>
            <a:r>
              <a:rPr lang="en-US" sz="2600" spc="135" dirty="0">
                <a:solidFill>
                  <a:srgbClr val="002060"/>
                </a:solidFill>
                <a:latin typeface="Times New Roman" panose="02020603050405020304" pitchFamily="18" charset="0"/>
                <a:cs typeface="Times New Roman" panose="02020603050405020304" pitchFamily="18" charset="0"/>
              </a:rPr>
              <a:t> </a:t>
            </a:r>
            <a:r>
              <a:rPr lang="en-US" sz="2600" dirty="0" smtClean="0">
                <a:solidFill>
                  <a:srgbClr val="002060"/>
                </a:solidFill>
                <a:latin typeface="Times New Roman" panose="02020603050405020304" pitchFamily="18" charset="0"/>
                <a:cs typeface="Times New Roman" panose="02020603050405020304" pitchFamily="18" charset="0"/>
              </a:rPr>
              <a:t>or </a:t>
            </a:r>
            <a:r>
              <a:rPr lang="en-US" sz="2600" b="1" dirty="0" smtClean="0">
                <a:solidFill>
                  <a:srgbClr val="002060"/>
                </a:solidFill>
                <a:latin typeface="Times New Roman" panose="02020603050405020304" pitchFamily="18" charset="0"/>
                <a:cs typeface="Times New Roman" panose="02020603050405020304" pitchFamily="18" charset="0"/>
              </a:rPr>
              <a:t>CPU</a:t>
            </a:r>
            <a:r>
              <a:rPr lang="en-US" sz="2600" b="1" spc="-30" dirty="0" smtClean="0">
                <a:solidFill>
                  <a:srgbClr val="002060"/>
                </a:solidFill>
                <a:latin typeface="Times New Roman" panose="02020603050405020304" pitchFamily="18" charset="0"/>
                <a:cs typeface="Times New Roman" panose="02020603050405020304" pitchFamily="18" charset="0"/>
              </a:rPr>
              <a:t> </a:t>
            </a:r>
            <a:r>
              <a:rPr lang="en-US" sz="2600" dirty="0">
                <a:solidFill>
                  <a:srgbClr val="002060"/>
                </a:solidFill>
                <a:latin typeface="Times New Roman" panose="02020603050405020304" pitchFamily="18" charset="0"/>
                <a:cs typeface="Times New Roman" panose="02020603050405020304" pitchFamily="18" charset="0"/>
              </a:rPr>
              <a:t>for</a:t>
            </a:r>
            <a:r>
              <a:rPr lang="en-US" sz="2600" spc="-20" dirty="0">
                <a:solidFill>
                  <a:srgbClr val="002060"/>
                </a:solidFill>
                <a:latin typeface="Times New Roman" panose="02020603050405020304" pitchFamily="18" charset="0"/>
                <a:cs typeface="Times New Roman" panose="02020603050405020304" pitchFamily="18" charset="0"/>
              </a:rPr>
              <a:t> </a:t>
            </a:r>
            <a:r>
              <a:rPr lang="en-US" sz="2600" dirty="0" smtClean="0">
                <a:solidFill>
                  <a:srgbClr val="002060"/>
                </a:solidFill>
                <a:latin typeface="Times New Roman" panose="02020603050405020304" pitchFamily="18" charset="0"/>
                <a:cs typeface="Times New Roman" panose="02020603050405020304" pitchFamily="18" charset="0"/>
              </a:rPr>
              <a:t>data tracking</a:t>
            </a:r>
            <a:r>
              <a:rPr lang="en-US" sz="2600" dirty="0">
                <a:solidFill>
                  <a:srgbClr val="002060"/>
                </a:solidFill>
                <a:latin typeface="Times New Roman" panose="02020603050405020304" pitchFamily="18" charset="0"/>
                <a:cs typeface="Times New Roman" panose="02020603050405020304" pitchFamily="18" charset="0"/>
              </a:rPr>
              <a:t>.</a:t>
            </a:r>
          </a:p>
          <a:p>
            <a:pPr marL="241300" indent="-229235">
              <a:lnSpc>
                <a:spcPct val="150000"/>
              </a:lnSpc>
              <a:spcBef>
                <a:spcPts val="865"/>
              </a:spcBef>
              <a:buSzPct val="78846"/>
              <a:buChar char="•"/>
              <a:tabLst>
                <a:tab pos="241300" algn="l"/>
                <a:tab pos="241935" algn="l"/>
                <a:tab pos="1646555" algn="l"/>
                <a:tab pos="3474085" algn="l"/>
                <a:tab pos="4237355" algn="l"/>
                <a:tab pos="6066790" algn="l"/>
                <a:tab pos="6700520" algn="l"/>
                <a:tab pos="7775575" algn="l"/>
                <a:tab pos="8905875" algn="l"/>
              </a:tabLst>
            </a:pPr>
            <a:r>
              <a:rPr lang="en-US" sz="2600" b="1" dirty="0" smtClean="0">
                <a:solidFill>
                  <a:schemeClr val="accent2">
                    <a:lumMod val="75000"/>
                  </a:schemeClr>
                </a:solidFill>
                <a:latin typeface="Times New Roman" panose="02020603050405020304" pitchFamily="18" charset="0"/>
                <a:cs typeface="Times New Roman" panose="02020603050405020304" pitchFamily="18" charset="0"/>
              </a:rPr>
              <a:t>Mo</a:t>
            </a:r>
            <a:r>
              <a:rPr lang="en-US" sz="2600" b="1" spc="5" dirty="0" smtClean="0">
                <a:solidFill>
                  <a:schemeClr val="accent2">
                    <a:lumMod val="75000"/>
                  </a:schemeClr>
                </a:solidFill>
                <a:latin typeface="Times New Roman" panose="02020603050405020304" pitchFamily="18" charset="0"/>
                <a:cs typeface="Times New Roman" panose="02020603050405020304" pitchFamily="18" charset="0"/>
              </a:rPr>
              <a:t>d</a:t>
            </a:r>
            <a:r>
              <a:rPr lang="en-US" sz="2600" b="1" dirty="0" smtClean="0">
                <a:solidFill>
                  <a:schemeClr val="accent2">
                    <a:lumMod val="75000"/>
                  </a:schemeClr>
                </a:solidFill>
                <a:latin typeface="Times New Roman" panose="02020603050405020304" pitchFamily="18" charset="0"/>
                <a:cs typeface="Times New Roman" panose="02020603050405020304" pitchFamily="18" charset="0"/>
              </a:rPr>
              <a:t>e</a:t>
            </a:r>
            <a:r>
              <a:rPr lang="en-US" sz="2600" b="1" spc="-15" dirty="0" smtClean="0">
                <a:solidFill>
                  <a:schemeClr val="accent2">
                    <a:lumMod val="75000"/>
                  </a:schemeClr>
                </a:solidFill>
                <a:latin typeface="Times New Roman" panose="02020603050405020304" pitchFamily="18" charset="0"/>
                <a:cs typeface="Times New Roman" panose="02020603050405020304" pitchFamily="18" charset="0"/>
              </a:rPr>
              <a:t>r</a:t>
            </a:r>
            <a:r>
              <a:rPr lang="en-US" sz="2600" b="1" dirty="0" smtClean="0">
                <a:solidFill>
                  <a:schemeClr val="accent2">
                    <a:lumMod val="75000"/>
                  </a:schemeClr>
                </a:solidFill>
                <a:latin typeface="Times New Roman" panose="02020603050405020304" pitchFamily="18" charset="0"/>
                <a:cs typeface="Times New Roman" panose="02020603050405020304" pitchFamily="18" charset="0"/>
              </a:rPr>
              <a:t>n comp</a:t>
            </a:r>
            <a:r>
              <a:rPr lang="en-US" sz="2600" b="1" spc="5" dirty="0" smtClean="0">
                <a:solidFill>
                  <a:schemeClr val="accent2">
                    <a:lumMod val="75000"/>
                  </a:schemeClr>
                </a:solidFill>
                <a:latin typeface="Times New Roman" panose="02020603050405020304" pitchFamily="18" charset="0"/>
                <a:cs typeface="Times New Roman" panose="02020603050405020304" pitchFamily="18" charset="0"/>
              </a:rPr>
              <a:t>u</a:t>
            </a:r>
            <a:r>
              <a:rPr lang="en-US" sz="2600" b="1" dirty="0" smtClean="0">
                <a:solidFill>
                  <a:schemeClr val="accent2">
                    <a:lumMod val="75000"/>
                  </a:schemeClr>
                </a:solidFill>
                <a:latin typeface="Times New Roman" panose="02020603050405020304" pitchFamily="18" charset="0"/>
                <a:cs typeface="Times New Roman" panose="02020603050405020304" pitchFamily="18" charset="0"/>
              </a:rPr>
              <a:t>te</a:t>
            </a:r>
            <a:r>
              <a:rPr lang="en-US" sz="2600" b="1" spc="-20" dirty="0" smtClean="0">
                <a:solidFill>
                  <a:schemeClr val="accent2">
                    <a:lumMod val="75000"/>
                  </a:schemeClr>
                </a:solidFill>
                <a:latin typeface="Times New Roman" panose="02020603050405020304" pitchFamily="18" charset="0"/>
                <a:cs typeface="Times New Roman" panose="02020603050405020304" pitchFamily="18" charset="0"/>
              </a:rPr>
              <a:t>r</a:t>
            </a:r>
            <a:r>
              <a:rPr lang="en-US" sz="2600" b="1" dirty="0" smtClean="0">
                <a:solidFill>
                  <a:schemeClr val="accent2">
                    <a:lumMod val="75000"/>
                  </a:schemeClr>
                </a:solidFill>
                <a:latin typeface="Times New Roman" panose="02020603050405020304" pitchFamily="18" charset="0"/>
                <a:cs typeface="Times New Roman" panose="02020603050405020304" pitchFamily="18" charset="0"/>
              </a:rPr>
              <a:t>s are addressed by b</a:t>
            </a:r>
            <a:r>
              <a:rPr lang="en-US" sz="2600" b="1" spc="5" dirty="0" smtClean="0">
                <a:solidFill>
                  <a:schemeClr val="accent2">
                    <a:lumMod val="75000"/>
                  </a:schemeClr>
                </a:solidFill>
                <a:latin typeface="Times New Roman" panose="02020603050405020304" pitchFamily="18" charset="0"/>
                <a:cs typeface="Times New Roman" panose="02020603050405020304" pitchFamily="18" charset="0"/>
              </a:rPr>
              <a:t>y</a:t>
            </a:r>
            <a:r>
              <a:rPr lang="en-US" sz="2600" b="1" dirty="0" smtClean="0">
                <a:solidFill>
                  <a:schemeClr val="accent2">
                    <a:lumMod val="75000"/>
                  </a:schemeClr>
                </a:solidFill>
                <a:latin typeface="Times New Roman" panose="02020603050405020304" pitchFamily="18" charset="0"/>
                <a:cs typeface="Times New Roman" panose="02020603050405020304" pitchFamily="18" charset="0"/>
              </a:rPr>
              <a:t>tes </a:t>
            </a:r>
            <a:r>
              <a:rPr lang="en-US" sz="2600" dirty="0" smtClean="0">
                <a:solidFill>
                  <a:srgbClr val="002060"/>
                </a:solidFill>
                <a:latin typeface="Times New Roman" panose="02020603050405020304" pitchFamily="18" charset="0"/>
                <a:cs typeface="Times New Roman" panose="02020603050405020304" pitchFamily="18" charset="0"/>
              </a:rPr>
              <a:t>w</a:t>
            </a:r>
            <a:r>
              <a:rPr lang="en-US" sz="2600" spc="5" dirty="0" smtClean="0">
                <a:solidFill>
                  <a:srgbClr val="002060"/>
                </a:solidFill>
                <a:latin typeface="Times New Roman" panose="02020603050405020304" pitchFamily="18" charset="0"/>
                <a:cs typeface="Times New Roman" panose="02020603050405020304" pitchFamily="18" charset="0"/>
              </a:rPr>
              <a:t>h</a:t>
            </a:r>
            <a:r>
              <a:rPr lang="en-US" sz="2600" dirty="0" smtClean="0">
                <a:solidFill>
                  <a:srgbClr val="002060"/>
                </a:solidFill>
                <a:latin typeface="Times New Roman" panose="02020603050405020304" pitchFamily="18" charset="0"/>
                <a:cs typeface="Times New Roman" panose="02020603050405020304" pitchFamily="18" charset="0"/>
              </a:rPr>
              <a:t>ich are assigned</a:t>
            </a:r>
            <a:r>
              <a:rPr lang="en-US" sz="2600" spc="320" dirty="0" smtClean="0">
                <a:solidFill>
                  <a:srgbClr val="002060"/>
                </a:solidFill>
                <a:latin typeface="Times New Roman" panose="02020603050405020304" pitchFamily="18" charset="0"/>
                <a:cs typeface="Times New Roman" panose="02020603050405020304" pitchFamily="18" charset="0"/>
              </a:rPr>
              <a:t> </a:t>
            </a:r>
            <a:r>
              <a:rPr lang="en-US" sz="2600" dirty="0">
                <a:solidFill>
                  <a:srgbClr val="002060"/>
                </a:solidFill>
                <a:latin typeface="Times New Roman" panose="02020603050405020304" pitchFamily="18" charset="0"/>
                <a:cs typeface="Times New Roman" panose="02020603050405020304" pitchFamily="18" charset="0"/>
              </a:rPr>
              <a:t>to</a:t>
            </a:r>
            <a:r>
              <a:rPr lang="en-US" sz="2600" spc="315" dirty="0">
                <a:solidFill>
                  <a:srgbClr val="002060"/>
                </a:solidFill>
                <a:latin typeface="Times New Roman" panose="02020603050405020304" pitchFamily="18" charset="0"/>
                <a:cs typeface="Times New Roman" panose="02020603050405020304" pitchFamily="18" charset="0"/>
              </a:rPr>
              <a:t> </a:t>
            </a:r>
            <a:r>
              <a:rPr lang="en-US" sz="2600" b="1" dirty="0" smtClean="0">
                <a:solidFill>
                  <a:srgbClr val="002060"/>
                </a:solidFill>
                <a:latin typeface="Times New Roman" panose="02020603050405020304" pitchFamily="18" charset="0"/>
                <a:cs typeface="Times New Roman" panose="02020603050405020304" pitchFamily="18" charset="0"/>
              </a:rPr>
              <a:t>memory addresses</a:t>
            </a:r>
            <a:r>
              <a:rPr lang="en-US" sz="2600" b="1" spc="325" dirty="0" smtClean="0">
                <a:solidFill>
                  <a:srgbClr val="002060"/>
                </a:solidFill>
                <a:latin typeface="Times New Roman" panose="02020603050405020304" pitchFamily="18" charset="0"/>
                <a:cs typeface="Times New Roman" panose="02020603050405020304" pitchFamily="18" charset="0"/>
              </a:rPr>
              <a:t> </a:t>
            </a:r>
            <a:r>
              <a:rPr lang="en-US" sz="2600" dirty="0">
                <a:solidFill>
                  <a:srgbClr val="002060"/>
                </a:solidFill>
                <a:latin typeface="Times New Roman" panose="02020603050405020304" pitchFamily="18" charset="0"/>
                <a:cs typeface="Times New Roman" panose="02020603050405020304" pitchFamily="18" charset="0"/>
              </a:rPr>
              <a:t>–</a:t>
            </a:r>
            <a:r>
              <a:rPr lang="en-US" sz="2600" spc="315" dirty="0">
                <a:solidFill>
                  <a:srgbClr val="002060"/>
                </a:solidFill>
                <a:latin typeface="Times New Roman" panose="02020603050405020304" pitchFamily="18" charset="0"/>
                <a:cs typeface="Times New Roman" panose="02020603050405020304" pitchFamily="18" charset="0"/>
              </a:rPr>
              <a:t> </a:t>
            </a:r>
            <a:r>
              <a:rPr lang="en-US" sz="2600" dirty="0">
                <a:solidFill>
                  <a:srgbClr val="002060"/>
                </a:solidFill>
                <a:latin typeface="Times New Roman" panose="02020603050405020304" pitchFamily="18" charset="0"/>
                <a:cs typeface="Times New Roman" panose="02020603050405020304" pitchFamily="18" charset="0"/>
              </a:rPr>
              <a:t>binary</a:t>
            </a:r>
            <a:r>
              <a:rPr lang="en-US" sz="2600" spc="320" dirty="0">
                <a:solidFill>
                  <a:srgbClr val="002060"/>
                </a:solidFill>
                <a:latin typeface="Times New Roman" panose="02020603050405020304" pitchFamily="18" charset="0"/>
                <a:cs typeface="Times New Roman" panose="02020603050405020304" pitchFamily="18" charset="0"/>
              </a:rPr>
              <a:t> </a:t>
            </a:r>
            <a:r>
              <a:rPr lang="en-US" sz="2600" dirty="0">
                <a:solidFill>
                  <a:srgbClr val="002060"/>
                </a:solidFill>
                <a:latin typeface="Times New Roman" panose="02020603050405020304" pitchFamily="18" charset="0"/>
                <a:cs typeface="Times New Roman" panose="02020603050405020304" pitchFamily="18" charset="0"/>
              </a:rPr>
              <a:t>numbers</a:t>
            </a:r>
            <a:r>
              <a:rPr lang="en-US" sz="2600" spc="315" dirty="0">
                <a:solidFill>
                  <a:srgbClr val="002060"/>
                </a:solidFill>
                <a:latin typeface="Times New Roman" panose="02020603050405020304" pitchFamily="18" charset="0"/>
                <a:cs typeface="Times New Roman" panose="02020603050405020304" pitchFamily="18" charset="0"/>
              </a:rPr>
              <a:t> </a:t>
            </a:r>
            <a:r>
              <a:rPr lang="en-US" sz="2600" dirty="0" smtClean="0">
                <a:solidFill>
                  <a:srgbClr val="002060"/>
                </a:solidFill>
                <a:latin typeface="Times New Roman" panose="02020603050405020304" pitchFamily="18" charset="0"/>
                <a:cs typeface="Times New Roman" panose="02020603050405020304" pitchFamily="18" charset="0"/>
              </a:rPr>
              <a:t>assigned </a:t>
            </a:r>
            <a:r>
              <a:rPr lang="en-US" sz="2600" spc="-5" dirty="0" smtClean="0">
                <a:solidFill>
                  <a:srgbClr val="002060"/>
                </a:solidFill>
                <a:latin typeface="Times New Roman" panose="02020603050405020304" pitchFamily="18" charset="0"/>
                <a:cs typeface="Times New Roman" panose="02020603050405020304" pitchFamily="18" charset="0"/>
              </a:rPr>
              <a:t>to</a:t>
            </a:r>
            <a:r>
              <a:rPr lang="en-US" sz="2600" spc="175" dirty="0" smtClean="0">
                <a:solidFill>
                  <a:srgbClr val="002060"/>
                </a:solidFill>
                <a:latin typeface="Times New Roman" panose="02020603050405020304" pitchFamily="18" charset="0"/>
                <a:cs typeface="Times New Roman" panose="02020603050405020304" pitchFamily="18" charset="0"/>
              </a:rPr>
              <a:t> </a:t>
            </a:r>
            <a:r>
              <a:rPr lang="en-US" sz="2600" dirty="0">
                <a:solidFill>
                  <a:srgbClr val="002060"/>
                </a:solidFill>
                <a:latin typeface="Times New Roman" panose="02020603050405020304" pitchFamily="18" charset="0"/>
                <a:cs typeface="Times New Roman" panose="02020603050405020304" pitchFamily="18" charset="0"/>
              </a:rPr>
              <a:t>a</a:t>
            </a:r>
            <a:r>
              <a:rPr lang="en-US" sz="2600" spc="180" dirty="0">
                <a:solidFill>
                  <a:srgbClr val="002060"/>
                </a:solidFill>
                <a:latin typeface="Times New Roman" panose="02020603050405020304" pitchFamily="18" charset="0"/>
                <a:cs typeface="Times New Roman" panose="02020603050405020304" pitchFamily="18" charset="0"/>
              </a:rPr>
              <a:t> </a:t>
            </a:r>
            <a:r>
              <a:rPr lang="en-US" sz="2600" dirty="0" smtClean="0">
                <a:solidFill>
                  <a:srgbClr val="002060"/>
                </a:solidFill>
                <a:latin typeface="Times New Roman" panose="02020603050405020304" pitchFamily="18" charset="0"/>
                <a:cs typeface="Times New Roman" panose="02020603050405020304" pitchFamily="18" charset="0"/>
              </a:rPr>
              <a:t>RAM cell</a:t>
            </a:r>
            <a:r>
              <a:rPr lang="en-US" sz="2600" spc="155" dirty="0" smtClean="0">
                <a:solidFill>
                  <a:srgbClr val="002060"/>
                </a:solidFill>
                <a:latin typeface="Times New Roman" panose="02020603050405020304" pitchFamily="18" charset="0"/>
                <a:cs typeface="Times New Roman" panose="02020603050405020304" pitchFamily="18" charset="0"/>
              </a:rPr>
              <a:t> </a:t>
            </a:r>
            <a:r>
              <a:rPr lang="en-US" sz="2600" dirty="0">
                <a:solidFill>
                  <a:srgbClr val="002060"/>
                </a:solidFill>
                <a:latin typeface="Times New Roman" panose="02020603050405020304" pitchFamily="18" charset="0"/>
                <a:cs typeface="Times New Roman" panose="02020603050405020304" pitchFamily="18" charset="0"/>
              </a:rPr>
              <a:t>that</a:t>
            </a:r>
            <a:r>
              <a:rPr lang="en-US" sz="2600" spc="175" dirty="0">
                <a:solidFill>
                  <a:srgbClr val="002060"/>
                </a:solidFill>
                <a:latin typeface="Times New Roman" panose="02020603050405020304" pitchFamily="18" charset="0"/>
                <a:cs typeface="Times New Roman" panose="02020603050405020304" pitchFamily="18" charset="0"/>
              </a:rPr>
              <a:t> </a:t>
            </a:r>
            <a:r>
              <a:rPr lang="en-US" sz="2600" dirty="0">
                <a:solidFill>
                  <a:srgbClr val="002060"/>
                </a:solidFill>
                <a:latin typeface="Times New Roman" panose="02020603050405020304" pitchFamily="18" charset="0"/>
                <a:cs typeface="Times New Roman" panose="02020603050405020304" pitchFamily="18" charset="0"/>
              </a:rPr>
              <a:t>holds</a:t>
            </a:r>
            <a:r>
              <a:rPr lang="en-US" sz="2600" spc="190" dirty="0">
                <a:solidFill>
                  <a:srgbClr val="002060"/>
                </a:solidFill>
                <a:latin typeface="Times New Roman" panose="02020603050405020304" pitchFamily="18" charset="0"/>
                <a:cs typeface="Times New Roman" panose="02020603050405020304" pitchFamily="18" charset="0"/>
              </a:rPr>
              <a:t> </a:t>
            </a:r>
            <a:r>
              <a:rPr lang="en-US" sz="2600" dirty="0">
                <a:solidFill>
                  <a:srgbClr val="002060"/>
                </a:solidFill>
                <a:latin typeface="Times New Roman" panose="02020603050405020304" pitchFamily="18" charset="0"/>
                <a:cs typeface="Times New Roman" panose="02020603050405020304" pitchFamily="18" charset="0"/>
              </a:rPr>
              <a:t>up</a:t>
            </a:r>
            <a:r>
              <a:rPr lang="en-US" sz="2600" spc="180"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to</a:t>
            </a:r>
            <a:r>
              <a:rPr lang="en-US" sz="2600" spc="180" dirty="0">
                <a:solidFill>
                  <a:srgbClr val="002060"/>
                </a:solidFill>
                <a:latin typeface="Times New Roman" panose="02020603050405020304" pitchFamily="18" charset="0"/>
                <a:cs typeface="Times New Roman" panose="02020603050405020304" pitchFamily="18" charset="0"/>
              </a:rPr>
              <a:t> </a:t>
            </a:r>
            <a:r>
              <a:rPr lang="en-US" sz="2600" dirty="0">
                <a:solidFill>
                  <a:srgbClr val="002060"/>
                </a:solidFill>
                <a:latin typeface="Times New Roman" panose="02020603050405020304" pitchFamily="18" charset="0"/>
                <a:cs typeface="Times New Roman" panose="02020603050405020304" pitchFamily="18" charset="0"/>
              </a:rPr>
              <a:t>one </a:t>
            </a:r>
            <a:r>
              <a:rPr lang="en-US" sz="2600" spc="-710" dirty="0">
                <a:solidFill>
                  <a:srgbClr val="002060"/>
                </a:solidFill>
                <a:latin typeface="Times New Roman" panose="02020603050405020304" pitchFamily="18" charset="0"/>
                <a:cs typeface="Times New Roman" panose="02020603050405020304" pitchFamily="18" charset="0"/>
              </a:rPr>
              <a:t> </a:t>
            </a:r>
            <a:r>
              <a:rPr lang="en-US" sz="2600" dirty="0">
                <a:solidFill>
                  <a:srgbClr val="002060"/>
                </a:solidFill>
                <a:latin typeface="Times New Roman" panose="02020603050405020304" pitchFamily="18" charset="0"/>
                <a:cs typeface="Times New Roman" panose="02020603050405020304" pitchFamily="18" charset="0"/>
              </a:rPr>
              <a:t>byte</a:t>
            </a:r>
            <a:r>
              <a:rPr lang="en-US" sz="2600" dirty="0" smtClean="0">
                <a:solidFill>
                  <a:srgbClr val="002060"/>
                </a:solidFill>
                <a:latin typeface="Times New Roman" panose="02020603050405020304" pitchFamily="18" charset="0"/>
                <a:cs typeface="Times New Roman" panose="02020603050405020304" pitchFamily="18" charset="0"/>
              </a:rPr>
              <a:t>.</a:t>
            </a:r>
            <a:endParaRPr sz="2600"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p:nvPr/>
        </p:nvSpPr>
        <p:spPr>
          <a:xfrm>
            <a:off x="990600" y="1524000"/>
            <a:ext cx="9982200" cy="4971874"/>
          </a:xfrm>
          <a:prstGeom prst="rect">
            <a:avLst/>
          </a:prstGeom>
        </p:spPr>
        <p:txBody>
          <a:bodyPr vert="horz" wrap="square" lIns="0" tIns="92710" rIns="0" bIns="0" rtlCol="0">
            <a:spAutoFit/>
          </a:bodyPr>
          <a:lstStyle/>
          <a:p>
            <a:pPr marL="241300" marR="5080" indent="-229235" algn="just">
              <a:lnSpc>
                <a:spcPct val="150000"/>
              </a:lnSpc>
              <a:spcBef>
                <a:spcPts val="730"/>
              </a:spcBef>
              <a:buSzPct val="78846"/>
              <a:buChar char="•"/>
              <a:tabLst>
                <a:tab pos="241935" algn="l"/>
              </a:tabLst>
            </a:pPr>
            <a:r>
              <a:rPr sz="2600" dirty="0">
                <a:solidFill>
                  <a:srgbClr val="002060"/>
                </a:solidFill>
                <a:latin typeface="Times New Roman" panose="02020603050405020304" pitchFamily="18" charset="0"/>
                <a:cs typeface="Times New Roman" panose="02020603050405020304" pitchFamily="18" charset="0"/>
              </a:rPr>
              <a:t>The </a:t>
            </a:r>
            <a:r>
              <a:rPr sz="2600" b="1" spc="-5" dirty="0">
                <a:solidFill>
                  <a:schemeClr val="accent2">
                    <a:lumMod val="75000"/>
                  </a:schemeClr>
                </a:solidFill>
                <a:latin typeface="Times New Roman" panose="02020603050405020304" pitchFamily="18" charset="0"/>
                <a:cs typeface="Times New Roman" panose="02020603050405020304" pitchFamily="18" charset="0"/>
              </a:rPr>
              <a:t>main memory </a:t>
            </a:r>
            <a:r>
              <a:rPr sz="2600" dirty="0">
                <a:solidFill>
                  <a:srgbClr val="002060"/>
                </a:solidFill>
                <a:latin typeface="Times New Roman" panose="02020603050405020304" pitchFamily="18" charset="0"/>
                <a:cs typeface="Times New Roman" panose="02020603050405020304" pitchFamily="18" charset="0"/>
              </a:rPr>
              <a:t>(or simply the memory) </a:t>
            </a:r>
            <a:r>
              <a:rPr sz="2600" spc="-5" dirty="0">
                <a:solidFill>
                  <a:srgbClr val="002060"/>
                </a:solidFill>
                <a:latin typeface="Times New Roman" panose="02020603050405020304" pitchFamily="18" charset="0"/>
                <a:cs typeface="Times New Roman" panose="02020603050405020304" pitchFamily="18" charset="0"/>
              </a:rPr>
              <a:t>is </a:t>
            </a:r>
            <a:r>
              <a:rPr sz="2600" dirty="0">
                <a:solidFill>
                  <a:srgbClr val="002060"/>
                </a:solidFill>
                <a:latin typeface="Times New Roman" panose="02020603050405020304" pitchFamily="18" charset="0"/>
                <a:cs typeface="Times New Roman" panose="02020603050405020304" pitchFamily="18" charset="0"/>
              </a:rPr>
              <a:t>where </a:t>
            </a:r>
            <a:r>
              <a:rPr sz="2600" spc="-5" dirty="0">
                <a:solidFill>
                  <a:srgbClr val="002060"/>
                </a:solidFill>
                <a:latin typeface="Times New Roman" panose="02020603050405020304" pitchFamily="18" charset="0"/>
                <a:cs typeface="Times New Roman" panose="02020603050405020304" pitchFamily="18" charset="0"/>
              </a:rPr>
              <a:t>variables </a:t>
            </a:r>
            <a:r>
              <a:rPr sz="2600" dirty="0">
                <a:solidFill>
                  <a:srgbClr val="002060"/>
                </a:solidFill>
                <a:latin typeface="Times New Roman" panose="02020603050405020304" pitchFamily="18" charset="0"/>
                <a:cs typeface="Times New Roman" panose="02020603050405020304" pitchFamily="18" charset="0"/>
              </a:rPr>
              <a:t> and other information are stored while a program runs. From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 perspective of a program, the computer's </a:t>
            </a:r>
            <a:r>
              <a:rPr sz="2600" spc="-5" dirty="0">
                <a:solidFill>
                  <a:srgbClr val="002060"/>
                </a:solidFill>
                <a:latin typeface="Times New Roman" panose="02020603050405020304" pitchFamily="18" charset="0"/>
                <a:cs typeface="Times New Roman" panose="02020603050405020304" pitchFamily="18" charset="0"/>
              </a:rPr>
              <a:t>memory is </a:t>
            </a:r>
            <a:r>
              <a:rPr sz="2600" dirty="0">
                <a:solidFill>
                  <a:srgbClr val="002060"/>
                </a:solidFill>
                <a:latin typeface="Times New Roman" panose="02020603050405020304" pitchFamily="18" charset="0"/>
                <a:cs typeface="Times New Roman" panose="02020603050405020304" pitchFamily="18" charset="0"/>
              </a:rPr>
              <a:t>a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collection</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of</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bytes,</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each</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with</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an integer</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address.</a:t>
            </a:r>
          </a:p>
          <a:p>
            <a:pPr marL="698500" marR="5080" lvl="1" indent="-228600" algn="just">
              <a:lnSpc>
                <a:spcPct val="150000"/>
              </a:lnSpc>
              <a:spcBef>
                <a:spcPts val="605"/>
              </a:spcBef>
              <a:buSzPct val="79545"/>
              <a:buChar char="•"/>
              <a:tabLst>
                <a:tab pos="699135" algn="l"/>
              </a:tabLst>
            </a:pPr>
            <a:r>
              <a:rPr sz="2600" spc="-5" dirty="0">
                <a:solidFill>
                  <a:srgbClr val="002060"/>
                </a:solidFill>
                <a:latin typeface="Times New Roman" panose="02020603050405020304" pitchFamily="18" charset="0"/>
                <a:cs typeface="Times New Roman" panose="02020603050405020304" pitchFamily="18" charset="0"/>
              </a:rPr>
              <a:t>For </a:t>
            </a:r>
            <a:r>
              <a:rPr sz="2600" dirty="0">
                <a:solidFill>
                  <a:srgbClr val="002060"/>
                </a:solidFill>
                <a:latin typeface="Times New Roman" panose="02020603050405020304" pitchFamily="18" charset="0"/>
                <a:cs typeface="Times New Roman" panose="02020603050405020304" pitchFamily="18" charset="0"/>
              </a:rPr>
              <a:t>example, </a:t>
            </a:r>
            <a:r>
              <a:rPr sz="2600" spc="-5" dirty="0">
                <a:solidFill>
                  <a:srgbClr val="002060"/>
                </a:solidFill>
                <a:latin typeface="Times New Roman" panose="02020603050405020304" pitchFamily="18" charset="0"/>
                <a:cs typeface="Times New Roman" panose="02020603050405020304" pitchFamily="18" charset="0"/>
              </a:rPr>
              <a:t>there is a byte with address 1, another with address 2, </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etc., up to a very </a:t>
            </a:r>
            <a:r>
              <a:rPr sz="2600" dirty="0">
                <a:solidFill>
                  <a:srgbClr val="002060"/>
                </a:solidFill>
                <a:latin typeface="Times New Roman" panose="02020603050405020304" pitchFamily="18" charset="0"/>
                <a:cs typeface="Times New Roman" panose="02020603050405020304" pitchFamily="18" charset="0"/>
              </a:rPr>
              <a:t>large </a:t>
            </a:r>
            <a:r>
              <a:rPr sz="2600" spc="-20" dirty="0">
                <a:solidFill>
                  <a:srgbClr val="002060"/>
                </a:solidFill>
                <a:latin typeface="Times New Roman" panose="02020603050405020304" pitchFamily="18" charset="0"/>
                <a:cs typeface="Times New Roman" panose="02020603050405020304" pitchFamily="18" charset="0"/>
              </a:rPr>
              <a:t>number.</a:t>
            </a:r>
            <a:r>
              <a:rPr sz="2600" spc="-1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 </a:t>
            </a:r>
            <a:r>
              <a:rPr sz="2600" dirty="0">
                <a:solidFill>
                  <a:srgbClr val="002060"/>
                </a:solidFill>
                <a:latin typeface="Times New Roman" panose="02020603050405020304" pitchFamily="18" charset="0"/>
                <a:cs typeface="Times New Roman" panose="02020603050405020304" pitchFamily="18" charset="0"/>
              </a:rPr>
              <a:t>program </a:t>
            </a:r>
            <a:r>
              <a:rPr sz="2600" spc="-5" dirty="0">
                <a:solidFill>
                  <a:srgbClr val="002060"/>
                </a:solidFill>
                <a:latin typeface="Times New Roman" panose="02020603050405020304" pitchFamily="18" charset="0"/>
                <a:cs typeface="Times New Roman" panose="02020603050405020304" pitchFamily="18" charset="0"/>
              </a:rPr>
              <a:t>can </a:t>
            </a:r>
            <a:r>
              <a:rPr sz="2600" dirty="0">
                <a:solidFill>
                  <a:srgbClr val="002060"/>
                </a:solidFill>
                <a:latin typeface="Times New Roman" panose="02020603050405020304" pitchFamily="18" charset="0"/>
                <a:cs typeface="Times New Roman" panose="02020603050405020304" pitchFamily="18" charset="0"/>
              </a:rPr>
              <a:t>fetch the </a:t>
            </a:r>
            <a:r>
              <a:rPr sz="2600" spc="-5" dirty="0">
                <a:solidFill>
                  <a:srgbClr val="002060"/>
                </a:solidFill>
                <a:latin typeface="Times New Roman" panose="02020603050405020304" pitchFamily="18" charset="0"/>
                <a:cs typeface="Times New Roman" panose="02020603050405020304" pitchFamily="18" charset="0"/>
              </a:rPr>
              <a:t>current </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contents of the byte at a given </a:t>
            </a:r>
            <a:r>
              <a:rPr sz="2600" dirty="0">
                <a:solidFill>
                  <a:srgbClr val="002060"/>
                </a:solidFill>
                <a:latin typeface="Times New Roman" panose="02020603050405020304" pitchFamily="18" charset="0"/>
                <a:cs typeface="Times New Roman" panose="02020603050405020304" pitchFamily="18" charset="0"/>
              </a:rPr>
              <a:t>memory address </a:t>
            </a:r>
            <a:r>
              <a:rPr sz="2600" spc="-5" dirty="0">
                <a:solidFill>
                  <a:srgbClr val="002060"/>
                </a:solidFill>
                <a:latin typeface="Times New Roman" panose="02020603050405020304" pitchFamily="18" charset="0"/>
                <a:cs typeface="Times New Roman" panose="02020603050405020304" pitchFamily="18" charset="0"/>
              </a:rPr>
              <a:t>and it can store a </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given</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value</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into</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that</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byte</a:t>
            </a:r>
            <a:r>
              <a:rPr sz="2600" spc="-5" dirty="0" smtClean="0">
                <a:solidFill>
                  <a:srgbClr val="002060"/>
                </a:solidFill>
                <a:latin typeface="Times New Roman" panose="02020603050405020304" pitchFamily="18" charset="0"/>
                <a:cs typeface="Times New Roman" panose="02020603050405020304" pitchFamily="18" charset="0"/>
              </a:rPr>
              <a:t>.</a:t>
            </a:r>
            <a:endParaRPr sz="2600" dirty="0">
              <a:solidFill>
                <a:srgbClr val="002060"/>
              </a:solidFill>
              <a:latin typeface="Times New Roman" panose="02020603050405020304" pitchFamily="18" charset="0"/>
              <a:cs typeface="Times New Roman" panose="02020603050405020304" pitchFamily="18" charset="0"/>
            </a:endParaRPr>
          </a:p>
        </p:txBody>
      </p:sp>
      <p:sp>
        <p:nvSpPr>
          <p:cNvPr id="6" name="object 3"/>
          <p:cNvSpPr txBox="1">
            <a:spLocks noGrp="1"/>
          </p:cNvSpPr>
          <p:nvPr>
            <p:ph type="title"/>
          </p:nvPr>
        </p:nvSpPr>
        <p:spPr>
          <a:xfrm>
            <a:off x="1372616" y="887829"/>
            <a:ext cx="4782185" cy="567463"/>
          </a:xfrm>
          <a:prstGeom prst="rect">
            <a:avLst/>
          </a:prstGeom>
        </p:spPr>
        <p:txBody>
          <a:bodyPr vert="horz" wrap="square" lIns="0" tIns="13335" rIns="0" bIns="0" rtlCol="0">
            <a:spAutoFit/>
          </a:bodyPr>
          <a:lstStyle/>
          <a:p>
            <a:pPr marL="12700">
              <a:lnSpc>
                <a:spcPct val="100000"/>
              </a:lnSpc>
              <a:spcBef>
                <a:spcPts val="105"/>
              </a:spcBef>
            </a:pPr>
            <a:r>
              <a:rPr sz="3600" spc="-5" dirty="0"/>
              <a:t>Memory</a:t>
            </a:r>
            <a:r>
              <a:rPr sz="3600" spc="-35" dirty="0"/>
              <a:t> </a:t>
            </a:r>
            <a:r>
              <a:rPr sz="3600" spc="-5" dirty="0"/>
              <a:t>addressing</a:t>
            </a:r>
            <a:endParaRPr sz="36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p:nvPr/>
        </p:nvSpPr>
        <p:spPr>
          <a:xfrm>
            <a:off x="1079137" y="1922720"/>
            <a:ext cx="9982200" cy="3107261"/>
          </a:xfrm>
          <a:prstGeom prst="rect">
            <a:avLst/>
          </a:prstGeom>
        </p:spPr>
        <p:txBody>
          <a:bodyPr vert="horz" wrap="square" lIns="0" tIns="92710" rIns="0" bIns="0" rtlCol="0">
            <a:spAutoFit/>
          </a:bodyPr>
          <a:lstStyle/>
          <a:p>
            <a:pPr marL="241300" marR="5080" indent="-229235" algn="just">
              <a:lnSpc>
                <a:spcPct val="150000"/>
              </a:lnSpc>
              <a:spcBef>
                <a:spcPts val="1795"/>
              </a:spcBef>
              <a:buSzPct val="78846"/>
              <a:buChar char="•"/>
              <a:tabLst>
                <a:tab pos="241935" algn="l"/>
              </a:tabLst>
            </a:pPr>
            <a:r>
              <a:rPr sz="2600" dirty="0" smtClean="0">
                <a:solidFill>
                  <a:schemeClr val="accent2">
                    <a:lumMod val="75000"/>
                  </a:schemeClr>
                </a:solidFill>
                <a:latin typeface="Times New Roman" panose="02020603050405020304" pitchFamily="18" charset="0"/>
                <a:cs typeface="Times New Roman" panose="02020603050405020304" pitchFamily="18" charset="0"/>
              </a:rPr>
              <a:t>A </a:t>
            </a:r>
            <a:r>
              <a:rPr sz="2600" dirty="0">
                <a:solidFill>
                  <a:schemeClr val="accent2">
                    <a:lumMod val="75000"/>
                  </a:schemeClr>
                </a:solidFill>
                <a:latin typeface="Times New Roman" panose="02020603050405020304" pitchFamily="18" charset="0"/>
                <a:cs typeface="Times New Roman" panose="02020603050405020304" pitchFamily="18" charset="0"/>
              </a:rPr>
              <a:t>byte </a:t>
            </a:r>
            <a:r>
              <a:rPr sz="2600" spc="-5" dirty="0">
                <a:solidFill>
                  <a:schemeClr val="accent2">
                    <a:lumMod val="75000"/>
                  </a:schemeClr>
                </a:solidFill>
                <a:latin typeface="Times New Roman" panose="02020603050405020304" pitchFamily="18" charset="0"/>
                <a:cs typeface="Times New Roman" panose="02020603050405020304" pitchFamily="18" charset="0"/>
              </a:rPr>
              <a:t>is </a:t>
            </a:r>
            <a:r>
              <a:rPr sz="2600" dirty="0">
                <a:solidFill>
                  <a:schemeClr val="accent2">
                    <a:lumMod val="75000"/>
                  </a:schemeClr>
                </a:solidFill>
                <a:latin typeface="Times New Roman" panose="02020603050405020304" pitchFamily="18" charset="0"/>
                <a:cs typeface="Times New Roman" panose="02020603050405020304" pitchFamily="18" charset="0"/>
              </a:rPr>
              <a:t>just 8 bits</a:t>
            </a:r>
            <a:r>
              <a:rPr sz="2600" dirty="0">
                <a:solidFill>
                  <a:srgbClr val="002060"/>
                </a:solidFill>
                <a:latin typeface="Times New Roman" panose="02020603050405020304" pitchFamily="18" charset="0"/>
                <a:cs typeface="Times New Roman" panose="02020603050405020304" pitchFamily="18" charset="0"/>
              </a:rPr>
              <a:t>. Most of the data items that you use </a:t>
            </a:r>
            <a:r>
              <a:rPr sz="2600" spc="-5" dirty="0">
                <a:solidFill>
                  <a:srgbClr val="002060"/>
                </a:solidFill>
                <a:latin typeface="Times New Roman" panose="02020603050405020304" pitchFamily="18" charset="0"/>
                <a:cs typeface="Times New Roman" panose="02020603050405020304" pitchFamily="18" charset="0"/>
              </a:rPr>
              <a:t>are </a:t>
            </a:r>
            <a:r>
              <a:rPr sz="2600" dirty="0">
                <a:solidFill>
                  <a:srgbClr val="002060"/>
                </a:solidFill>
                <a:latin typeface="Times New Roman" panose="02020603050405020304" pitchFamily="18" charset="0"/>
                <a:cs typeface="Times New Roman" panose="02020603050405020304" pitchFamily="18" charset="0"/>
              </a:rPr>
              <a:t> larger than that. </a:t>
            </a:r>
            <a:r>
              <a:rPr sz="2600" spc="5" dirty="0">
                <a:solidFill>
                  <a:srgbClr val="002060"/>
                </a:solidFill>
                <a:latin typeface="Times New Roman" panose="02020603050405020304" pitchFamily="18" charset="0"/>
                <a:cs typeface="Times New Roman" panose="02020603050405020304" pitchFamily="18" charset="0"/>
              </a:rPr>
              <a:t>For </a:t>
            </a:r>
            <a:r>
              <a:rPr sz="2600" dirty="0">
                <a:solidFill>
                  <a:srgbClr val="002060"/>
                </a:solidFill>
                <a:latin typeface="Times New Roman" panose="02020603050405020304" pitchFamily="18" charset="0"/>
                <a:cs typeface="Times New Roman" panose="02020603050405020304" pitchFamily="18" charset="0"/>
              </a:rPr>
              <a:t>example, a value of type </a:t>
            </a:r>
            <a:r>
              <a:rPr sz="2600" b="1" dirty="0">
                <a:solidFill>
                  <a:srgbClr val="002060"/>
                </a:solidFill>
                <a:latin typeface="Times New Roman" panose="02020603050405020304" pitchFamily="18" charset="0"/>
                <a:cs typeface="Times New Roman" panose="02020603050405020304" pitchFamily="18" charset="0"/>
              </a:rPr>
              <a:t>int </a:t>
            </a:r>
            <a:r>
              <a:rPr sz="2600" dirty="0">
                <a:solidFill>
                  <a:srgbClr val="002060"/>
                </a:solidFill>
                <a:latin typeface="Times New Roman" panose="02020603050405020304" pitchFamily="18" charset="0"/>
                <a:cs typeface="Times New Roman" panose="02020603050405020304" pitchFamily="18" charset="0"/>
              </a:rPr>
              <a:t>is usually 32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bits, so </a:t>
            </a:r>
            <a:r>
              <a:rPr sz="2600" spc="-5" dirty="0">
                <a:solidFill>
                  <a:srgbClr val="002060"/>
                </a:solidFill>
                <a:latin typeface="Times New Roman" panose="02020603050405020304" pitchFamily="18" charset="0"/>
                <a:cs typeface="Times New Roman" panose="02020603050405020304" pitchFamily="18" charset="0"/>
              </a:rPr>
              <a:t>it </a:t>
            </a:r>
            <a:r>
              <a:rPr sz="2600" dirty="0">
                <a:solidFill>
                  <a:srgbClr val="002060"/>
                </a:solidFill>
                <a:latin typeface="Times New Roman" panose="02020603050405020304" pitchFamily="18" charset="0"/>
                <a:cs typeface="Times New Roman" panose="02020603050405020304" pitchFamily="18" charset="0"/>
              </a:rPr>
              <a:t>occupies 4 bytes. A program </a:t>
            </a:r>
            <a:r>
              <a:rPr sz="2600" spc="-5" dirty="0">
                <a:solidFill>
                  <a:srgbClr val="002060"/>
                </a:solidFill>
                <a:latin typeface="Times New Roman" panose="02020603050405020304" pitchFamily="18" charset="0"/>
                <a:cs typeface="Times New Roman" panose="02020603050405020304" pitchFamily="18" charset="0"/>
              </a:rPr>
              <a:t>refers to </a:t>
            </a:r>
            <a:r>
              <a:rPr sz="2600" dirty="0">
                <a:solidFill>
                  <a:srgbClr val="002060"/>
                </a:solidFill>
                <a:latin typeface="Times New Roman" panose="02020603050405020304" pitchFamily="18" charset="0"/>
                <a:cs typeface="Times New Roman" panose="02020603050405020304" pitchFamily="18" charset="0"/>
              </a:rPr>
              <a:t>a block of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memory</a:t>
            </a:r>
            <a:r>
              <a:rPr sz="2600" spc="-2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using</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address of</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a:t>
            </a:r>
            <a:r>
              <a:rPr sz="2600" spc="1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first</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byte </a:t>
            </a:r>
            <a:r>
              <a:rPr sz="2600" spc="-5" dirty="0">
                <a:solidFill>
                  <a:srgbClr val="002060"/>
                </a:solidFill>
                <a:latin typeface="Times New Roman" panose="02020603050405020304" pitchFamily="18" charset="0"/>
                <a:cs typeface="Times New Roman" panose="02020603050405020304" pitchFamily="18" charset="0"/>
              </a:rPr>
              <a:t>in</a:t>
            </a:r>
            <a:r>
              <a:rPr sz="2600" dirty="0">
                <a:solidFill>
                  <a:srgbClr val="002060"/>
                </a:solidFill>
                <a:latin typeface="Times New Roman" panose="02020603050405020304" pitchFamily="18" charset="0"/>
                <a:cs typeface="Times New Roman" panose="02020603050405020304" pitchFamily="18" charset="0"/>
              </a:rPr>
              <a:t> the</a:t>
            </a:r>
            <a:r>
              <a:rPr sz="2600" spc="2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block.</a:t>
            </a:r>
          </a:p>
          <a:p>
            <a:pPr marL="698500" lvl="1" indent="-229235" algn="just">
              <a:lnSpc>
                <a:spcPct val="150000"/>
              </a:lnSpc>
              <a:spcBef>
                <a:spcPts val="75"/>
              </a:spcBef>
              <a:buSzPct val="79545"/>
              <a:buChar char="•"/>
              <a:tabLst>
                <a:tab pos="699135" algn="l"/>
              </a:tabLst>
            </a:pPr>
            <a:r>
              <a:rPr sz="2600" spc="-5" dirty="0">
                <a:solidFill>
                  <a:srgbClr val="002060"/>
                </a:solidFill>
                <a:latin typeface="Times New Roman" panose="02020603050405020304" pitchFamily="18" charset="0"/>
                <a:cs typeface="Times New Roman" panose="02020603050405020304" pitchFamily="18" charset="0"/>
              </a:rPr>
              <a:t>For</a:t>
            </a:r>
            <a:r>
              <a:rPr sz="2600" spc="1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example,</a:t>
            </a:r>
            <a:r>
              <a:rPr sz="2600" spc="3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an</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integer</a:t>
            </a:r>
            <a:r>
              <a:rPr sz="2600" spc="2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stored</a:t>
            </a:r>
            <a:r>
              <a:rPr sz="2600" spc="1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bytes</a:t>
            </a:r>
            <a:r>
              <a:rPr sz="2600" spc="1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1000-1003</a:t>
            </a:r>
            <a:r>
              <a:rPr sz="2600" spc="3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has</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address</a:t>
            </a:r>
            <a:r>
              <a:rPr sz="2600" spc="3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1000.</a:t>
            </a:r>
            <a:endParaRPr sz="2600" dirty="0">
              <a:solidFill>
                <a:srgbClr val="002060"/>
              </a:solidFill>
              <a:latin typeface="Times New Roman" panose="02020603050405020304" pitchFamily="18" charset="0"/>
              <a:cs typeface="Times New Roman" panose="02020603050405020304" pitchFamily="18" charset="0"/>
            </a:endParaRPr>
          </a:p>
        </p:txBody>
      </p:sp>
      <p:sp>
        <p:nvSpPr>
          <p:cNvPr id="6" name="object 3"/>
          <p:cNvSpPr txBox="1">
            <a:spLocks noGrp="1"/>
          </p:cNvSpPr>
          <p:nvPr>
            <p:ph type="title"/>
          </p:nvPr>
        </p:nvSpPr>
        <p:spPr>
          <a:xfrm>
            <a:off x="1372616" y="887829"/>
            <a:ext cx="4782185" cy="567463"/>
          </a:xfrm>
          <a:prstGeom prst="rect">
            <a:avLst/>
          </a:prstGeom>
        </p:spPr>
        <p:txBody>
          <a:bodyPr vert="horz" wrap="square" lIns="0" tIns="13335" rIns="0" bIns="0" rtlCol="0">
            <a:spAutoFit/>
          </a:bodyPr>
          <a:lstStyle/>
          <a:p>
            <a:pPr marL="12700">
              <a:lnSpc>
                <a:spcPct val="100000"/>
              </a:lnSpc>
              <a:spcBef>
                <a:spcPts val="105"/>
              </a:spcBef>
            </a:pPr>
            <a:r>
              <a:rPr sz="3600" spc="-5" dirty="0"/>
              <a:t>Memory</a:t>
            </a:r>
            <a:r>
              <a:rPr sz="3600" spc="-35" dirty="0"/>
              <a:t> </a:t>
            </a:r>
            <a:r>
              <a:rPr sz="3600" spc="-5" dirty="0"/>
              <a:t>addressing</a:t>
            </a:r>
            <a:endParaRPr sz="3600"/>
          </a:p>
        </p:txBody>
      </p:sp>
    </p:spTree>
    <p:extLst>
      <p:ext uri="{BB962C8B-B14F-4D97-AF65-F5344CB8AC3E}">
        <p14:creationId xmlns:p14="http://schemas.microsoft.com/office/powerpoint/2010/main" val="33046716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143000" y="683608"/>
            <a:ext cx="6292215" cy="635000"/>
          </a:xfrm>
          <a:prstGeom prst="rect">
            <a:avLst/>
          </a:prstGeom>
        </p:spPr>
        <p:txBody>
          <a:bodyPr vert="horz" wrap="square" lIns="0" tIns="12065" rIns="0" bIns="0" rtlCol="0">
            <a:spAutoFit/>
          </a:bodyPr>
          <a:lstStyle/>
          <a:p>
            <a:pPr marL="12700">
              <a:lnSpc>
                <a:spcPct val="100000"/>
              </a:lnSpc>
              <a:spcBef>
                <a:spcPts val="95"/>
              </a:spcBef>
            </a:pPr>
            <a:r>
              <a:rPr spc="-5" dirty="0"/>
              <a:t>Logical and Physical</a:t>
            </a:r>
            <a:r>
              <a:rPr spc="-175" dirty="0"/>
              <a:t> </a:t>
            </a:r>
            <a:r>
              <a:rPr spc="-10" dirty="0"/>
              <a:t>Address</a:t>
            </a:r>
          </a:p>
        </p:txBody>
      </p:sp>
      <p:sp>
        <p:nvSpPr>
          <p:cNvPr id="4" name="object 4"/>
          <p:cNvSpPr txBox="1"/>
          <p:nvPr/>
        </p:nvSpPr>
        <p:spPr>
          <a:xfrm>
            <a:off x="990600" y="1580811"/>
            <a:ext cx="10363200" cy="5353389"/>
          </a:xfrm>
          <a:prstGeom prst="rect">
            <a:avLst/>
          </a:prstGeom>
        </p:spPr>
        <p:txBody>
          <a:bodyPr vert="horz" wrap="square" lIns="0" tIns="89535" rIns="0" bIns="0" rtlCol="0">
            <a:spAutoFit/>
          </a:bodyPr>
          <a:lstStyle/>
          <a:p>
            <a:pPr marL="241300" marR="6985" indent="-229235" algn="just">
              <a:lnSpc>
                <a:spcPct val="150000"/>
              </a:lnSpc>
              <a:spcBef>
                <a:spcPts val="705"/>
              </a:spcBef>
              <a:buSzPct val="78846"/>
              <a:buFont typeface="Arial MT"/>
              <a:buChar char="•"/>
              <a:tabLst>
                <a:tab pos="241935" algn="l"/>
              </a:tabLst>
            </a:pPr>
            <a:r>
              <a:rPr sz="2600" b="1" dirty="0">
                <a:solidFill>
                  <a:schemeClr val="accent2">
                    <a:lumMod val="75000"/>
                  </a:schemeClr>
                </a:solidFill>
                <a:latin typeface="Times New Roman" panose="02020603050405020304" pitchFamily="18" charset="0"/>
                <a:cs typeface="Times New Roman" panose="02020603050405020304" pitchFamily="18" charset="0"/>
              </a:rPr>
              <a:t>Logical Address </a:t>
            </a:r>
            <a:r>
              <a:rPr sz="2600" spc="-5" dirty="0">
                <a:solidFill>
                  <a:schemeClr val="accent2">
                    <a:lumMod val="75000"/>
                  </a:schemeClr>
                </a:solidFill>
                <a:latin typeface="Times New Roman" panose="02020603050405020304" pitchFamily="18" charset="0"/>
                <a:cs typeface="Times New Roman" panose="02020603050405020304" pitchFamily="18" charset="0"/>
              </a:rPr>
              <a:t>is </a:t>
            </a:r>
            <a:r>
              <a:rPr sz="2600" b="1" dirty="0">
                <a:solidFill>
                  <a:schemeClr val="accent2">
                    <a:lumMod val="75000"/>
                  </a:schemeClr>
                </a:solidFill>
                <a:latin typeface="Times New Roman" panose="02020603050405020304" pitchFamily="18" charset="0"/>
                <a:cs typeface="Times New Roman" panose="02020603050405020304" pitchFamily="18" charset="0"/>
              </a:rPr>
              <a:t>generated by CPU </a:t>
            </a:r>
            <a:r>
              <a:rPr sz="2600" spc="-5" dirty="0">
                <a:solidFill>
                  <a:srgbClr val="002060"/>
                </a:solidFill>
                <a:latin typeface="Times New Roman" panose="02020603050405020304" pitchFamily="18" charset="0"/>
                <a:cs typeface="Times New Roman" panose="02020603050405020304" pitchFamily="18" charset="0"/>
              </a:rPr>
              <a:t>while </a:t>
            </a:r>
            <a:r>
              <a:rPr sz="2600" dirty="0">
                <a:solidFill>
                  <a:srgbClr val="002060"/>
                </a:solidFill>
                <a:latin typeface="Times New Roman" panose="02020603050405020304" pitchFamily="18" charset="0"/>
                <a:cs typeface="Times New Roman" panose="02020603050405020304" pitchFamily="18" charset="0"/>
              </a:rPr>
              <a:t>a program </a:t>
            </a:r>
            <a:r>
              <a:rPr sz="2600" spc="-5" dirty="0">
                <a:solidFill>
                  <a:srgbClr val="002060"/>
                </a:solidFill>
                <a:latin typeface="Times New Roman" panose="02020603050405020304" pitchFamily="18" charset="0"/>
                <a:cs typeface="Times New Roman" panose="02020603050405020304" pitchFamily="18" charset="0"/>
              </a:rPr>
              <a:t>is </a:t>
            </a:r>
            <a:r>
              <a:rPr sz="2600" dirty="0">
                <a:solidFill>
                  <a:srgbClr val="002060"/>
                </a:solidFill>
                <a:latin typeface="Times New Roman" panose="02020603050405020304" pitchFamily="18" charset="0"/>
                <a:cs typeface="Times New Roman" panose="02020603050405020304" pitchFamily="18" charset="0"/>
              </a:rPr>
              <a:t> running. The </a:t>
            </a:r>
            <a:r>
              <a:rPr sz="2600" b="1" dirty="0">
                <a:solidFill>
                  <a:schemeClr val="accent2">
                    <a:lumMod val="75000"/>
                  </a:schemeClr>
                </a:solidFill>
                <a:latin typeface="Times New Roman" panose="02020603050405020304" pitchFamily="18" charset="0"/>
                <a:cs typeface="Times New Roman" panose="02020603050405020304" pitchFamily="18" charset="0"/>
              </a:rPr>
              <a:t>logical address </a:t>
            </a:r>
            <a:r>
              <a:rPr sz="2600" b="1" spc="-10" dirty="0">
                <a:solidFill>
                  <a:schemeClr val="accent2">
                    <a:lumMod val="75000"/>
                  </a:schemeClr>
                </a:solidFill>
                <a:latin typeface="Times New Roman" panose="02020603050405020304" pitchFamily="18" charset="0"/>
                <a:cs typeface="Times New Roman" panose="02020603050405020304" pitchFamily="18" charset="0"/>
              </a:rPr>
              <a:t>is </a:t>
            </a:r>
            <a:r>
              <a:rPr sz="2600" b="1" dirty="0">
                <a:solidFill>
                  <a:schemeClr val="accent2">
                    <a:lumMod val="75000"/>
                  </a:schemeClr>
                </a:solidFill>
                <a:latin typeface="Times New Roman" panose="02020603050405020304" pitchFamily="18" charset="0"/>
                <a:cs typeface="Times New Roman" panose="02020603050405020304" pitchFamily="18" charset="0"/>
              </a:rPr>
              <a:t>virtual address </a:t>
            </a:r>
            <a:r>
              <a:rPr sz="2600" dirty="0">
                <a:solidFill>
                  <a:srgbClr val="002060"/>
                </a:solidFill>
                <a:latin typeface="Times New Roman" panose="02020603050405020304" pitchFamily="18" charset="0"/>
                <a:cs typeface="Times New Roman" panose="02020603050405020304" pitchFamily="18" charset="0"/>
              </a:rPr>
              <a:t>as </a:t>
            </a:r>
            <a:r>
              <a:rPr sz="2600" spc="-5" dirty="0">
                <a:solidFill>
                  <a:srgbClr val="002060"/>
                </a:solidFill>
                <a:latin typeface="Times New Roman" panose="02020603050405020304" pitchFamily="18" charset="0"/>
                <a:cs typeface="Times New Roman" panose="02020603050405020304" pitchFamily="18" charset="0"/>
              </a:rPr>
              <a:t>it </a:t>
            </a:r>
            <a:r>
              <a:rPr sz="2600" dirty="0">
                <a:solidFill>
                  <a:srgbClr val="002060"/>
                </a:solidFill>
                <a:latin typeface="Times New Roman" panose="02020603050405020304" pitchFamily="18" charset="0"/>
                <a:cs typeface="Times New Roman" panose="02020603050405020304" pitchFamily="18" charset="0"/>
              </a:rPr>
              <a:t>does not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exist</a:t>
            </a:r>
            <a:r>
              <a:rPr sz="2600" spc="-15" dirty="0">
                <a:solidFill>
                  <a:srgbClr val="002060"/>
                </a:solidFill>
                <a:latin typeface="Times New Roman" panose="02020603050405020304" pitchFamily="18" charset="0"/>
                <a:cs typeface="Times New Roman" panose="02020603050405020304" pitchFamily="18" charset="0"/>
              </a:rPr>
              <a:t> physically,</a:t>
            </a:r>
            <a:r>
              <a:rPr sz="2600" spc="-2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therefore,</a:t>
            </a:r>
            <a:r>
              <a:rPr sz="2600" spc="-5" dirty="0">
                <a:solidFill>
                  <a:srgbClr val="002060"/>
                </a:solidFill>
                <a:latin typeface="Times New Roman" panose="02020603050405020304" pitchFamily="18" charset="0"/>
                <a:cs typeface="Times New Roman" panose="02020603050405020304" pitchFamily="18" charset="0"/>
              </a:rPr>
              <a:t> it</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spc="5" dirty="0">
                <a:solidFill>
                  <a:srgbClr val="002060"/>
                </a:solidFill>
                <a:latin typeface="Times New Roman" panose="02020603050405020304" pitchFamily="18" charset="0"/>
                <a:cs typeface="Times New Roman" panose="02020603050405020304" pitchFamily="18" charset="0"/>
              </a:rPr>
              <a:t> </a:t>
            </a:r>
            <a:r>
              <a:rPr sz="2600" b="1" dirty="0">
                <a:solidFill>
                  <a:schemeClr val="accent2">
                    <a:lumMod val="75000"/>
                  </a:schemeClr>
                </a:solidFill>
                <a:latin typeface="Times New Roman" panose="02020603050405020304" pitchFamily="18" charset="0"/>
                <a:cs typeface="Times New Roman" panose="02020603050405020304" pitchFamily="18" charset="0"/>
              </a:rPr>
              <a:t>also</a:t>
            </a:r>
            <a:r>
              <a:rPr sz="2600" b="1" spc="5" dirty="0">
                <a:solidFill>
                  <a:schemeClr val="accent2">
                    <a:lumMod val="75000"/>
                  </a:schemeClr>
                </a:solidFill>
                <a:latin typeface="Times New Roman" panose="02020603050405020304" pitchFamily="18" charset="0"/>
                <a:cs typeface="Times New Roman" panose="02020603050405020304" pitchFamily="18" charset="0"/>
              </a:rPr>
              <a:t> </a:t>
            </a:r>
            <a:r>
              <a:rPr sz="2600" b="1" dirty="0">
                <a:solidFill>
                  <a:schemeClr val="accent2">
                    <a:lumMod val="75000"/>
                  </a:schemeClr>
                </a:solidFill>
                <a:latin typeface="Times New Roman" panose="02020603050405020304" pitchFamily="18" charset="0"/>
                <a:cs typeface="Times New Roman" panose="02020603050405020304" pitchFamily="18" charset="0"/>
              </a:rPr>
              <a:t>known</a:t>
            </a:r>
            <a:r>
              <a:rPr sz="2600" b="1" spc="-15" dirty="0">
                <a:solidFill>
                  <a:schemeClr val="accent2">
                    <a:lumMod val="75000"/>
                  </a:schemeClr>
                </a:solidFill>
                <a:latin typeface="Times New Roman" panose="02020603050405020304" pitchFamily="18" charset="0"/>
                <a:cs typeface="Times New Roman" panose="02020603050405020304" pitchFamily="18" charset="0"/>
              </a:rPr>
              <a:t> </a:t>
            </a:r>
            <a:r>
              <a:rPr sz="2600" b="1" dirty="0">
                <a:solidFill>
                  <a:schemeClr val="accent2">
                    <a:lumMod val="75000"/>
                  </a:schemeClr>
                </a:solidFill>
                <a:latin typeface="Times New Roman" panose="02020603050405020304" pitchFamily="18" charset="0"/>
                <a:cs typeface="Times New Roman" panose="02020603050405020304" pitchFamily="18" charset="0"/>
              </a:rPr>
              <a:t>as</a:t>
            </a:r>
            <a:r>
              <a:rPr sz="2600" b="1" spc="5" dirty="0">
                <a:solidFill>
                  <a:schemeClr val="accent2">
                    <a:lumMod val="75000"/>
                  </a:schemeClr>
                </a:solidFill>
                <a:latin typeface="Times New Roman" panose="02020603050405020304" pitchFamily="18" charset="0"/>
                <a:cs typeface="Times New Roman" panose="02020603050405020304" pitchFamily="18" charset="0"/>
              </a:rPr>
              <a:t> </a:t>
            </a:r>
            <a:r>
              <a:rPr sz="2600" b="1" spc="-10" dirty="0">
                <a:solidFill>
                  <a:schemeClr val="accent2">
                    <a:lumMod val="75000"/>
                  </a:schemeClr>
                </a:solidFill>
                <a:latin typeface="Times New Roman" panose="02020603050405020304" pitchFamily="18" charset="0"/>
                <a:cs typeface="Times New Roman" panose="02020603050405020304" pitchFamily="18" charset="0"/>
              </a:rPr>
              <a:t>Virtual</a:t>
            </a:r>
            <a:r>
              <a:rPr sz="2600" b="1" spc="-140" dirty="0">
                <a:solidFill>
                  <a:schemeClr val="accent2">
                    <a:lumMod val="75000"/>
                  </a:schemeClr>
                </a:solidFill>
                <a:latin typeface="Times New Roman" panose="02020603050405020304" pitchFamily="18" charset="0"/>
                <a:cs typeface="Times New Roman" panose="02020603050405020304" pitchFamily="18" charset="0"/>
              </a:rPr>
              <a:t> </a:t>
            </a:r>
            <a:r>
              <a:rPr sz="2600" b="1" dirty="0">
                <a:solidFill>
                  <a:schemeClr val="accent2">
                    <a:lumMod val="75000"/>
                  </a:schemeClr>
                </a:solidFill>
                <a:latin typeface="Times New Roman" panose="02020603050405020304" pitchFamily="18" charset="0"/>
                <a:cs typeface="Times New Roman" panose="02020603050405020304" pitchFamily="18" charset="0"/>
              </a:rPr>
              <a:t>Address</a:t>
            </a:r>
            <a:r>
              <a:rPr sz="2600" dirty="0">
                <a:solidFill>
                  <a:srgbClr val="002060"/>
                </a:solidFill>
                <a:latin typeface="Times New Roman" panose="02020603050405020304" pitchFamily="18" charset="0"/>
                <a:cs typeface="Times New Roman" panose="02020603050405020304" pitchFamily="18" charset="0"/>
              </a:rPr>
              <a:t>.</a:t>
            </a:r>
          </a:p>
          <a:p>
            <a:pPr marL="241300" marR="8255" indent="-229235" algn="just">
              <a:lnSpc>
                <a:spcPct val="150000"/>
              </a:lnSpc>
              <a:spcBef>
                <a:spcPts val="1789"/>
              </a:spcBef>
              <a:buSzPct val="78846"/>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This </a:t>
            </a:r>
            <a:r>
              <a:rPr sz="2600" dirty="0">
                <a:solidFill>
                  <a:srgbClr val="002060"/>
                </a:solidFill>
                <a:latin typeface="Times New Roman" panose="02020603050405020304" pitchFamily="18" charset="0"/>
                <a:cs typeface="Times New Roman" panose="02020603050405020304" pitchFamily="18" charset="0"/>
              </a:rPr>
              <a:t>address </a:t>
            </a:r>
            <a:r>
              <a:rPr sz="2600" spc="-5" dirty="0">
                <a:solidFill>
                  <a:srgbClr val="002060"/>
                </a:solidFill>
                <a:latin typeface="Times New Roman" panose="02020603050405020304" pitchFamily="18" charset="0"/>
                <a:cs typeface="Times New Roman" panose="02020603050405020304" pitchFamily="18" charset="0"/>
              </a:rPr>
              <a:t>is used </a:t>
            </a:r>
            <a:r>
              <a:rPr sz="2600" dirty="0">
                <a:solidFill>
                  <a:srgbClr val="002060"/>
                </a:solidFill>
                <a:latin typeface="Times New Roman" panose="02020603050405020304" pitchFamily="18" charset="0"/>
                <a:cs typeface="Times New Roman" panose="02020603050405020304" pitchFamily="18" charset="0"/>
              </a:rPr>
              <a:t>as a reference </a:t>
            </a:r>
            <a:r>
              <a:rPr sz="2600" spc="-10" dirty="0">
                <a:solidFill>
                  <a:srgbClr val="002060"/>
                </a:solidFill>
                <a:latin typeface="Times New Roman" panose="02020603050405020304" pitchFamily="18" charset="0"/>
                <a:cs typeface="Times New Roman" panose="02020603050405020304" pitchFamily="18" charset="0"/>
              </a:rPr>
              <a:t>to </a:t>
            </a:r>
            <a:r>
              <a:rPr sz="2600" dirty="0">
                <a:solidFill>
                  <a:srgbClr val="002060"/>
                </a:solidFill>
                <a:latin typeface="Times New Roman" panose="02020603050405020304" pitchFamily="18" charset="0"/>
                <a:cs typeface="Times New Roman" panose="02020603050405020304" pitchFamily="18" charset="0"/>
              </a:rPr>
              <a:t>access the physical </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memory </a:t>
            </a:r>
            <a:r>
              <a:rPr sz="2600" dirty="0">
                <a:solidFill>
                  <a:srgbClr val="002060"/>
                </a:solidFill>
                <a:latin typeface="Times New Roman" panose="02020603050405020304" pitchFamily="18" charset="0"/>
                <a:cs typeface="Times New Roman" panose="02020603050405020304" pitchFamily="18" charset="0"/>
              </a:rPr>
              <a:t>location </a:t>
            </a:r>
            <a:r>
              <a:rPr sz="2600" spc="-5" dirty="0">
                <a:solidFill>
                  <a:srgbClr val="002060"/>
                </a:solidFill>
                <a:latin typeface="Times New Roman" panose="02020603050405020304" pitchFamily="18" charset="0"/>
                <a:cs typeface="Times New Roman" panose="02020603050405020304" pitchFamily="18" charset="0"/>
              </a:rPr>
              <a:t>by </a:t>
            </a:r>
            <a:r>
              <a:rPr sz="2600" dirty="0">
                <a:solidFill>
                  <a:srgbClr val="002060"/>
                </a:solidFill>
                <a:latin typeface="Times New Roman" panose="02020603050405020304" pitchFamily="18" charset="0"/>
                <a:cs typeface="Times New Roman" panose="02020603050405020304" pitchFamily="18" charset="0"/>
              </a:rPr>
              <a:t>CPU. </a:t>
            </a:r>
            <a:r>
              <a:rPr sz="2600" spc="-5" dirty="0">
                <a:solidFill>
                  <a:srgbClr val="002060"/>
                </a:solidFill>
                <a:latin typeface="Times New Roman" panose="02020603050405020304" pitchFamily="18" charset="0"/>
                <a:cs typeface="Times New Roman" panose="02020603050405020304" pitchFamily="18" charset="0"/>
              </a:rPr>
              <a:t>The </a:t>
            </a:r>
            <a:r>
              <a:rPr sz="2600" dirty="0">
                <a:solidFill>
                  <a:srgbClr val="002060"/>
                </a:solidFill>
                <a:latin typeface="Times New Roman" panose="02020603050405020304" pitchFamily="18" charset="0"/>
                <a:cs typeface="Times New Roman" panose="02020603050405020304" pitchFamily="18" charset="0"/>
              </a:rPr>
              <a:t>term Logical </a:t>
            </a:r>
            <a:r>
              <a:rPr sz="2600" spc="-5" dirty="0">
                <a:solidFill>
                  <a:srgbClr val="002060"/>
                </a:solidFill>
                <a:latin typeface="Times New Roman" panose="02020603050405020304" pitchFamily="18" charset="0"/>
                <a:cs typeface="Times New Roman" panose="02020603050405020304" pitchFamily="18" charset="0"/>
              </a:rPr>
              <a:t>Address </a:t>
            </a:r>
            <a:r>
              <a:rPr sz="2600" dirty="0">
                <a:solidFill>
                  <a:srgbClr val="002060"/>
                </a:solidFill>
                <a:latin typeface="Times New Roman" panose="02020603050405020304" pitchFamily="18" charset="0"/>
                <a:cs typeface="Times New Roman" panose="02020603050405020304" pitchFamily="18" charset="0"/>
              </a:rPr>
              <a:t>Space </a:t>
            </a:r>
            <a:r>
              <a:rPr sz="2600" spc="-5" dirty="0">
                <a:solidFill>
                  <a:srgbClr val="002060"/>
                </a:solidFill>
                <a:latin typeface="Times New Roman" panose="02020603050405020304" pitchFamily="18" charset="0"/>
                <a:cs typeface="Times New Roman" panose="02020603050405020304" pitchFamily="18" charset="0"/>
              </a:rPr>
              <a:t>is </a:t>
            </a:r>
            <a:r>
              <a:rPr sz="2600" dirty="0">
                <a:solidFill>
                  <a:srgbClr val="002060"/>
                </a:solidFill>
                <a:latin typeface="Times New Roman" panose="02020603050405020304" pitchFamily="18" charset="0"/>
                <a:cs typeface="Times New Roman" panose="02020603050405020304" pitchFamily="18" charset="0"/>
              </a:rPr>
              <a:t> used</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for</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set</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of</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all</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logical</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addresses</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generated</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by</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 </a:t>
            </a:r>
            <a:r>
              <a:rPr sz="2600" spc="5" dirty="0">
                <a:solidFill>
                  <a:srgbClr val="002060"/>
                </a:solidFill>
                <a:latin typeface="Times New Roman" panose="02020603050405020304" pitchFamily="18" charset="0"/>
                <a:cs typeface="Times New Roman" panose="02020603050405020304" pitchFamily="18" charset="0"/>
              </a:rPr>
              <a:t> </a:t>
            </a:r>
            <a:r>
              <a:rPr sz="2600" spc="-10" dirty="0">
                <a:solidFill>
                  <a:srgbClr val="002060"/>
                </a:solidFill>
                <a:latin typeface="Times New Roman" panose="02020603050405020304" pitchFamily="18" charset="0"/>
                <a:cs typeface="Times New Roman" panose="02020603050405020304" pitchFamily="18" charset="0"/>
              </a:rPr>
              <a:t>program’s</a:t>
            </a:r>
            <a:r>
              <a:rPr sz="2600" spc="-2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perspective.</a:t>
            </a:r>
          </a:p>
          <a:p>
            <a:pPr marL="241300" marR="5080" indent="-229235" algn="just">
              <a:lnSpc>
                <a:spcPct val="150000"/>
              </a:lnSpc>
              <a:spcBef>
                <a:spcPts val="1810"/>
              </a:spcBef>
              <a:buSzPct val="78846"/>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The</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hardware</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device</a:t>
            </a:r>
            <a:r>
              <a:rPr sz="2600" dirty="0">
                <a:solidFill>
                  <a:srgbClr val="002060"/>
                </a:solidFill>
                <a:latin typeface="Times New Roman" panose="02020603050405020304" pitchFamily="18" charset="0"/>
                <a:cs typeface="Times New Roman" panose="02020603050405020304" pitchFamily="18" charset="0"/>
              </a:rPr>
              <a:t> called</a:t>
            </a:r>
            <a:r>
              <a:rPr sz="2600" spc="5" dirty="0">
                <a:solidFill>
                  <a:srgbClr val="002060"/>
                </a:solidFill>
                <a:latin typeface="Times New Roman" panose="02020603050405020304" pitchFamily="18" charset="0"/>
                <a:cs typeface="Times New Roman" panose="02020603050405020304" pitchFamily="18" charset="0"/>
              </a:rPr>
              <a:t> </a:t>
            </a:r>
            <a:r>
              <a:rPr sz="2600" b="1" dirty="0">
                <a:solidFill>
                  <a:schemeClr val="accent2">
                    <a:lumMod val="75000"/>
                  </a:schemeClr>
                </a:solidFill>
                <a:latin typeface="Times New Roman" panose="02020603050405020304" pitchFamily="18" charset="0"/>
                <a:cs typeface="Times New Roman" panose="02020603050405020304" pitchFamily="18" charset="0"/>
              </a:rPr>
              <a:t>Memory-Management</a:t>
            </a:r>
            <a:r>
              <a:rPr sz="2600" b="1" spc="5" dirty="0">
                <a:solidFill>
                  <a:schemeClr val="accent2">
                    <a:lumMod val="75000"/>
                  </a:schemeClr>
                </a:solidFill>
                <a:latin typeface="Times New Roman" panose="02020603050405020304" pitchFamily="18" charset="0"/>
                <a:cs typeface="Times New Roman" panose="02020603050405020304" pitchFamily="18" charset="0"/>
              </a:rPr>
              <a:t> </a:t>
            </a:r>
            <a:r>
              <a:rPr sz="2600" b="1" dirty="0" smtClean="0">
                <a:solidFill>
                  <a:schemeClr val="accent2">
                    <a:lumMod val="75000"/>
                  </a:schemeClr>
                </a:solidFill>
                <a:latin typeface="Times New Roman" panose="02020603050405020304" pitchFamily="18" charset="0"/>
                <a:cs typeface="Times New Roman" panose="02020603050405020304" pitchFamily="18" charset="0"/>
              </a:rPr>
              <a:t>Unit</a:t>
            </a:r>
            <a:r>
              <a:rPr lang="en-IN" sz="2600" b="1" dirty="0" smtClean="0">
                <a:solidFill>
                  <a:schemeClr val="accent2">
                    <a:lumMod val="75000"/>
                  </a:schemeClr>
                </a:solidFill>
                <a:latin typeface="Times New Roman" panose="02020603050405020304" pitchFamily="18" charset="0"/>
                <a:cs typeface="Times New Roman" panose="02020603050405020304" pitchFamily="18" charset="0"/>
              </a:rPr>
              <a:t> (MMU)</a:t>
            </a:r>
            <a:r>
              <a:rPr sz="2600" b="1" spc="720" dirty="0" smtClean="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 </a:t>
            </a:r>
            <a:r>
              <a:rPr sz="2600" dirty="0">
                <a:solidFill>
                  <a:srgbClr val="002060"/>
                </a:solidFill>
                <a:latin typeface="Times New Roman" panose="02020603050405020304" pitchFamily="18" charset="0"/>
                <a:cs typeface="Times New Roman" panose="02020603050405020304" pitchFamily="18" charset="0"/>
              </a:rPr>
              <a:t> used for </a:t>
            </a:r>
            <a:r>
              <a:rPr sz="2600" b="1" dirty="0">
                <a:solidFill>
                  <a:srgbClr val="002060"/>
                </a:solidFill>
                <a:latin typeface="Times New Roman" panose="02020603050405020304" pitchFamily="18" charset="0"/>
                <a:cs typeface="Times New Roman" panose="02020603050405020304" pitchFamily="18" charset="0"/>
              </a:rPr>
              <a:t>mapping logical address </a:t>
            </a:r>
            <a:r>
              <a:rPr sz="2600" b="1" spc="-5" dirty="0">
                <a:solidFill>
                  <a:srgbClr val="002060"/>
                </a:solidFill>
                <a:latin typeface="Times New Roman" panose="02020603050405020304" pitchFamily="18" charset="0"/>
                <a:cs typeface="Times New Roman" panose="02020603050405020304" pitchFamily="18" charset="0"/>
              </a:rPr>
              <a:t>to </a:t>
            </a:r>
            <a:r>
              <a:rPr sz="2600" b="1" dirty="0">
                <a:solidFill>
                  <a:srgbClr val="002060"/>
                </a:solidFill>
                <a:latin typeface="Times New Roman" panose="02020603050405020304" pitchFamily="18" charset="0"/>
                <a:cs typeface="Times New Roman" panose="02020603050405020304" pitchFamily="18" charset="0"/>
              </a:rPr>
              <a:t>its corresponding physical </a:t>
            </a:r>
            <a:r>
              <a:rPr sz="2600" b="1" spc="-710" dirty="0">
                <a:solidFill>
                  <a:srgbClr val="002060"/>
                </a:solidFill>
                <a:latin typeface="Times New Roman" panose="02020603050405020304" pitchFamily="18" charset="0"/>
                <a:cs typeface="Times New Roman" panose="02020603050405020304" pitchFamily="18" charset="0"/>
              </a:rPr>
              <a:t> </a:t>
            </a:r>
            <a:r>
              <a:rPr sz="2600" b="1" dirty="0">
                <a:solidFill>
                  <a:srgbClr val="002060"/>
                </a:solidFill>
                <a:latin typeface="Times New Roman" panose="02020603050405020304" pitchFamily="18" charset="0"/>
                <a:cs typeface="Times New Roman" panose="02020603050405020304" pitchFamily="18" charset="0"/>
              </a:rPr>
              <a:t>address</a:t>
            </a:r>
            <a:r>
              <a:rPr sz="2600" dirty="0">
                <a:solidFill>
                  <a:srgbClr val="002060"/>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p:nvPr/>
        </p:nvSpPr>
        <p:spPr>
          <a:xfrm>
            <a:off x="1066800" y="1773376"/>
            <a:ext cx="10515600" cy="4910319"/>
          </a:xfrm>
          <a:prstGeom prst="rect">
            <a:avLst/>
          </a:prstGeom>
        </p:spPr>
        <p:txBody>
          <a:bodyPr vert="horz" wrap="square" lIns="0" tIns="92710" rIns="0" bIns="0" rtlCol="0">
            <a:spAutoFit/>
          </a:bodyPr>
          <a:lstStyle/>
          <a:p>
            <a:pPr marL="241300" marR="5715" indent="-229235" algn="just">
              <a:lnSpc>
                <a:spcPct val="150000"/>
              </a:lnSpc>
              <a:spcBef>
                <a:spcPts val="730"/>
              </a:spcBef>
              <a:buSzPct val="78846"/>
              <a:buChar char="•"/>
              <a:tabLst>
                <a:tab pos="241935" algn="l"/>
              </a:tabLst>
            </a:pPr>
            <a:r>
              <a:rPr sz="2600" dirty="0">
                <a:solidFill>
                  <a:srgbClr val="002060"/>
                </a:solidFill>
                <a:latin typeface="Times New Roman" panose="02020603050405020304" pitchFamily="18" charset="0"/>
                <a:cs typeface="Times New Roman" panose="02020603050405020304" pitchFamily="18" charset="0"/>
              </a:rPr>
              <a:t>The value </a:t>
            </a:r>
            <a:r>
              <a:rPr sz="2600" spc="-5" dirty="0">
                <a:solidFill>
                  <a:srgbClr val="002060"/>
                </a:solidFill>
                <a:latin typeface="Times New Roman" panose="02020603050405020304" pitchFamily="18" charset="0"/>
                <a:cs typeface="Times New Roman" panose="02020603050405020304" pitchFamily="18" charset="0"/>
              </a:rPr>
              <a:t>in </a:t>
            </a:r>
            <a:r>
              <a:rPr sz="2600" dirty="0">
                <a:solidFill>
                  <a:srgbClr val="002060"/>
                </a:solidFill>
                <a:latin typeface="Times New Roman" panose="02020603050405020304" pitchFamily="18" charset="0"/>
                <a:cs typeface="Times New Roman" panose="02020603050405020304" pitchFamily="18" charset="0"/>
              </a:rPr>
              <a:t>the relocation register </a:t>
            </a:r>
            <a:r>
              <a:rPr sz="2600" spc="-5" dirty="0">
                <a:solidFill>
                  <a:srgbClr val="002060"/>
                </a:solidFill>
                <a:latin typeface="Times New Roman" panose="02020603050405020304" pitchFamily="18" charset="0"/>
                <a:cs typeface="Times New Roman" panose="02020603050405020304" pitchFamily="18" charset="0"/>
              </a:rPr>
              <a:t>is </a:t>
            </a:r>
            <a:r>
              <a:rPr sz="2600" dirty="0">
                <a:solidFill>
                  <a:srgbClr val="002060"/>
                </a:solidFill>
                <a:latin typeface="Times New Roman" panose="02020603050405020304" pitchFamily="18" charset="0"/>
                <a:cs typeface="Times New Roman" panose="02020603050405020304" pitchFamily="18" charset="0"/>
              </a:rPr>
              <a:t>added to every address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generated by a user process at the time the address </a:t>
            </a:r>
            <a:r>
              <a:rPr sz="2600" spc="-5" dirty="0">
                <a:solidFill>
                  <a:srgbClr val="002060"/>
                </a:solidFill>
                <a:latin typeface="Times New Roman" panose="02020603050405020304" pitchFamily="18" charset="0"/>
                <a:cs typeface="Times New Roman" panose="02020603050405020304" pitchFamily="18" charset="0"/>
              </a:rPr>
              <a:t>is </a:t>
            </a:r>
            <a:r>
              <a:rPr sz="2600" dirty="0">
                <a:solidFill>
                  <a:srgbClr val="002060"/>
                </a:solidFill>
                <a:latin typeface="Times New Roman" panose="02020603050405020304" pitchFamily="18" charset="0"/>
                <a:cs typeface="Times New Roman" panose="02020603050405020304" pitchFamily="18" charset="0"/>
              </a:rPr>
              <a:t>sent </a:t>
            </a:r>
            <a:r>
              <a:rPr sz="2600" spc="-5" dirty="0">
                <a:solidFill>
                  <a:srgbClr val="002060"/>
                </a:solidFill>
                <a:latin typeface="Times New Roman" panose="02020603050405020304" pitchFamily="18" charset="0"/>
                <a:cs typeface="Times New Roman" panose="02020603050405020304" pitchFamily="18" charset="0"/>
              </a:rPr>
              <a:t>to </a:t>
            </a:r>
            <a:r>
              <a:rPr sz="2600" dirty="0">
                <a:solidFill>
                  <a:srgbClr val="002060"/>
                </a:solidFill>
                <a:latin typeface="Times New Roman" panose="02020603050405020304" pitchFamily="18" charset="0"/>
                <a:cs typeface="Times New Roman" panose="02020603050405020304" pitchFamily="18" charset="0"/>
              </a:rPr>
              <a:t> </a:t>
            </a:r>
            <a:r>
              <a:rPr sz="2600" spc="-25" dirty="0">
                <a:solidFill>
                  <a:srgbClr val="002060"/>
                </a:solidFill>
                <a:latin typeface="Times New Roman" panose="02020603050405020304" pitchFamily="18" charset="0"/>
                <a:cs typeface="Times New Roman" panose="02020603050405020304" pitchFamily="18" charset="0"/>
              </a:rPr>
              <a:t>memory.</a:t>
            </a:r>
            <a:endParaRPr sz="2600" dirty="0">
              <a:solidFill>
                <a:srgbClr val="002060"/>
              </a:solidFill>
              <a:latin typeface="Times New Roman" panose="02020603050405020304" pitchFamily="18" charset="0"/>
              <a:cs typeface="Times New Roman" panose="02020603050405020304" pitchFamily="18" charset="0"/>
            </a:endParaRPr>
          </a:p>
          <a:p>
            <a:pPr marL="241300" indent="-229235" algn="just">
              <a:lnSpc>
                <a:spcPct val="150000"/>
              </a:lnSpc>
              <a:spcBef>
                <a:spcPts val="1175"/>
              </a:spcBef>
              <a:buSzPct val="78846"/>
              <a:buChar char="•"/>
              <a:tabLst>
                <a:tab pos="241935" algn="l"/>
              </a:tabLst>
            </a:pPr>
            <a:r>
              <a:rPr sz="2600" b="1" spc="5" dirty="0">
                <a:solidFill>
                  <a:schemeClr val="accent2">
                    <a:lumMod val="75000"/>
                  </a:schemeClr>
                </a:solidFill>
                <a:latin typeface="Times New Roman" panose="02020603050405020304" pitchFamily="18" charset="0"/>
                <a:cs typeface="Times New Roman" panose="02020603050405020304" pitchFamily="18" charset="0"/>
              </a:rPr>
              <a:t>The</a:t>
            </a:r>
            <a:r>
              <a:rPr sz="2600" b="1" spc="-15" dirty="0">
                <a:solidFill>
                  <a:schemeClr val="accent2">
                    <a:lumMod val="75000"/>
                  </a:schemeClr>
                </a:solidFill>
                <a:latin typeface="Times New Roman" panose="02020603050405020304" pitchFamily="18" charset="0"/>
                <a:cs typeface="Times New Roman" panose="02020603050405020304" pitchFamily="18" charset="0"/>
              </a:rPr>
              <a:t> </a:t>
            </a:r>
            <a:r>
              <a:rPr sz="2600" b="1" dirty="0">
                <a:solidFill>
                  <a:schemeClr val="accent2">
                    <a:lumMod val="75000"/>
                  </a:schemeClr>
                </a:solidFill>
                <a:latin typeface="Times New Roman" panose="02020603050405020304" pitchFamily="18" charset="0"/>
                <a:cs typeface="Times New Roman" panose="02020603050405020304" pitchFamily="18" charset="0"/>
              </a:rPr>
              <a:t>user program</a:t>
            </a:r>
            <a:r>
              <a:rPr sz="2600" b="1" spc="-20" dirty="0">
                <a:solidFill>
                  <a:schemeClr val="accent2">
                    <a:lumMod val="75000"/>
                  </a:schemeClr>
                </a:solidFill>
                <a:latin typeface="Times New Roman" panose="02020603050405020304" pitchFamily="18" charset="0"/>
                <a:cs typeface="Times New Roman" panose="02020603050405020304" pitchFamily="18" charset="0"/>
              </a:rPr>
              <a:t> </a:t>
            </a:r>
            <a:r>
              <a:rPr sz="2600" b="1" dirty="0">
                <a:solidFill>
                  <a:schemeClr val="accent2">
                    <a:lumMod val="75000"/>
                  </a:schemeClr>
                </a:solidFill>
                <a:latin typeface="Times New Roman" panose="02020603050405020304" pitchFamily="18" charset="0"/>
                <a:cs typeface="Times New Roman" panose="02020603050405020304" pitchFamily="18" charset="0"/>
              </a:rPr>
              <a:t>never sees</a:t>
            </a:r>
            <a:r>
              <a:rPr sz="2600" b="1" spc="-15" dirty="0">
                <a:solidFill>
                  <a:schemeClr val="accent2">
                    <a:lumMod val="75000"/>
                  </a:schemeClr>
                </a:solidFill>
                <a:latin typeface="Times New Roman" panose="02020603050405020304" pitchFamily="18" charset="0"/>
                <a:cs typeface="Times New Roman" panose="02020603050405020304" pitchFamily="18" charset="0"/>
              </a:rPr>
              <a:t> </a:t>
            </a:r>
            <a:r>
              <a:rPr sz="2600" b="1" dirty="0">
                <a:solidFill>
                  <a:schemeClr val="accent2">
                    <a:lumMod val="75000"/>
                  </a:schemeClr>
                </a:solidFill>
                <a:latin typeface="Times New Roman" panose="02020603050405020304" pitchFamily="18" charset="0"/>
                <a:cs typeface="Times New Roman" panose="02020603050405020304" pitchFamily="18" charset="0"/>
              </a:rPr>
              <a:t>the</a:t>
            </a:r>
            <a:r>
              <a:rPr sz="2600" b="1" spc="20" dirty="0">
                <a:solidFill>
                  <a:schemeClr val="accent2">
                    <a:lumMod val="75000"/>
                  </a:schemeClr>
                </a:solidFill>
                <a:latin typeface="Times New Roman" panose="02020603050405020304" pitchFamily="18" charset="0"/>
                <a:cs typeface="Times New Roman" panose="02020603050405020304" pitchFamily="18" charset="0"/>
              </a:rPr>
              <a:t> </a:t>
            </a:r>
            <a:r>
              <a:rPr sz="2600" b="1" dirty="0">
                <a:solidFill>
                  <a:schemeClr val="accent2">
                    <a:lumMod val="75000"/>
                  </a:schemeClr>
                </a:solidFill>
                <a:latin typeface="Times New Roman" panose="02020603050405020304" pitchFamily="18" charset="0"/>
                <a:cs typeface="Times New Roman" panose="02020603050405020304" pitchFamily="18" charset="0"/>
              </a:rPr>
              <a:t>real physical</a:t>
            </a:r>
            <a:r>
              <a:rPr sz="2600" b="1" spc="-35" dirty="0">
                <a:solidFill>
                  <a:schemeClr val="accent2">
                    <a:lumMod val="75000"/>
                  </a:schemeClr>
                </a:solidFill>
                <a:latin typeface="Times New Roman" panose="02020603050405020304" pitchFamily="18" charset="0"/>
                <a:cs typeface="Times New Roman" panose="02020603050405020304" pitchFamily="18" charset="0"/>
              </a:rPr>
              <a:t> </a:t>
            </a:r>
            <a:r>
              <a:rPr sz="2600" b="1" spc="5" dirty="0">
                <a:solidFill>
                  <a:schemeClr val="accent2">
                    <a:lumMod val="75000"/>
                  </a:schemeClr>
                </a:solidFill>
                <a:latin typeface="Times New Roman" panose="02020603050405020304" pitchFamily="18" charset="0"/>
                <a:cs typeface="Times New Roman" panose="02020603050405020304" pitchFamily="18" charset="0"/>
              </a:rPr>
              <a:t>addresses</a:t>
            </a:r>
            <a:r>
              <a:rPr sz="2600" spc="5" dirty="0">
                <a:solidFill>
                  <a:srgbClr val="002060"/>
                </a:solidFill>
                <a:latin typeface="Times New Roman" panose="02020603050405020304" pitchFamily="18" charset="0"/>
                <a:cs typeface="Times New Roman" panose="02020603050405020304" pitchFamily="18" charset="0"/>
              </a:rPr>
              <a:t>.</a:t>
            </a:r>
            <a:endParaRPr sz="2600" dirty="0">
              <a:solidFill>
                <a:srgbClr val="002060"/>
              </a:solidFill>
              <a:latin typeface="Times New Roman" panose="02020603050405020304" pitchFamily="18" charset="0"/>
              <a:cs typeface="Times New Roman" panose="02020603050405020304" pitchFamily="18" charset="0"/>
            </a:endParaRPr>
          </a:p>
          <a:p>
            <a:pPr marL="241300" marR="5080" indent="-229235" algn="just">
              <a:lnSpc>
                <a:spcPct val="150000"/>
              </a:lnSpc>
              <a:spcBef>
                <a:spcPts val="1800"/>
              </a:spcBef>
              <a:buSzPct val="78846"/>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The</a:t>
            </a:r>
            <a:r>
              <a:rPr sz="2600" spc="68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program</a:t>
            </a:r>
            <a:r>
              <a:rPr sz="2600" spc="69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can</a:t>
            </a:r>
            <a:r>
              <a:rPr sz="2600" spc="69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create</a:t>
            </a:r>
            <a:r>
              <a:rPr sz="2600" spc="68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a:t>
            </a:r>
            <a:r>
              <a:rPr sz="2600" spc="68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pointer</a:t>
            </a:r>
            <a:r>
              <a:rPr sz="2600" spc="68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a:t>
            </a:r>
            <a:r>
              <a:rPr sz="2600" spc="68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location</a:t>
            </a:r>
            <a:r>
              <a:rPr sz="2600" spc="69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346,</a:t>
            </a:r>
            <a:r>
              <a:rPr sz="2600" spc="68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store</a:t>
            </a:r>
            <a:r>
              <a:rPr sz="2600" spc="7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it</a:t>
            </a:r>
            <a:r>
              <a:rPr sz="2600" spc="67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 </a:t>
            </a:r>
            <a:r>
              <a:rPr sz="2600" spc="-710" dirty="0">
                <a:solidFill>
                  <a:srgbClr val="002060"/>
                </a:solidFill>
                <a:latin typeface="Times New Roman" panose="02020603050405020304" pitchFamily="18" charset="0"/>
                <a:cs typeface="Times New Roman" panose="02020603050405020304" pitchFamily="18" charset="0"/>
              </a:rPr>
              <a:t> </a:t>
            </a:r>
            <a:r>
              <a:rPr sz="2600" spc="-30" dirty="0">
                <a:solidFill>
                  <a:srgbClr val="002060"/>
                </a:solidFill>
                <a:latin typeface="Times New Roman" panose="02020603050405020304" pitchFamily="18" charset="0"/>
                <a:cs typeface="Times New Roman" panose="02020603050405020304" pitchFamily="18" charset="0"/>
              </a:rPr>
              <a:t>memory, </a:t>
            </a:r>
            <a:r>
              <a:rPr sz="2600" dirty="0">
                <a:solidFill>
                  <a:srgbClr val="002060"/>
                </a:solidFill>
                <a:latin typeface="Times New Roman" panose="02020603050405020304" pitchFamily="18" charset="0"/>
                <a:cs typeface="Times New Roman" panose="02020603050405020304" pitchFamily="18" charset="0"/>
              </a:rPr>
              <a:t>manipulate it, and compare </a:t>
            </a:r>
            <a:r>
              <a:rPr sz="2600" spc="-5" dirty="0">
                <a:solidFill>
                  <a:srgbClr val="002060"/>
                </a:solidFill>
                <a:latin typeface="Times New Roman" panose="02020603050405020304" pitchFamily="18" charset="0"/>
                <a:cs typeface="Times New Roman" panose="02020603050405020304" pitchFamily="18" charset="0"/>
              </a:rPr>
              <a:t>it </a:t>
            </a:r>
            <a:r>
              <a:rPr sz="2600" dirty="0">
                <a:solidFill>
                  <a:srgbClr val="002060"/>
                </a:solidFill>
                <a:latin typeface="Times New Roman" panose="02020603050405020304" pitchFamily="18" charset="0"/>
                <a:cs typeface="Times New Roman" panose="02020603050405020304" pitchFamily="18" charset="0"/>
              </a:rPr>
              <a:t>with other addresses—all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like</a:t>
            </a:r>
            <a:r>
              <a:rPr sz="2600" spc="-1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number</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346.</a:t>
            </a:r>
          </a:p>
          <a:p>
            <a:pPr marL="241300" marR="5715" indent="-229235" algn="just">
              <a:lnSpc>
                <a:spcPct val="150000"/>
              </a:lnSpc>
              <a:spcBef>
                <a:spcPts val="1800"/>
              </a:spcBef>
              <a:buSzPct val="78846"/>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The </a:t>
            </a:r>
            <a:r>
              <a:rPr sz="2600" dirty="0">
                <a:solidFill>
                  <a:srgbClr val="002060"/>
                </a:solidFill>
                <a:latin typeface="Times New Roman" panose="02020603050405020304" pitchFamily="18" charset="0"/>
                <a:cs typeface="Times New Roman" panose="02020603050405020304" pitchFamily="18" charset="0"/>
              </a:rPr>
              <a:t>user program generates only logical addresses. </a:t>
            </a:r>
            <a:r>
              <a:rPr sz="2600" spc="-20" dirty="0">
                <a:solidFill>
                  <a:srgbClr val="002060"/>
                </a:solidFill>
                <a:latin typeface="Times New Roman" panose="02020603050405020304" pitchFamily="18" charset="0"/>
                <a:cs typeface="Times New Roman" panose="02020603050405020304" pitchFamily="18" charset="0"/>
              </a:rPr>
              <a:t>However, </a:t>
            </a:r>
            <a:r>
              <a:rPr sz="2600" spc="-1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these logical addresses must </a:t>
            </a:r>
            <a:r>
              <a:rPr sz="2600" spc="5" dirty="0">
                <a:solidFill>
                  <a:srgbClr val="002060"/>
                </a:solidFill>
                <a:latin typeface="Times New Roman" panose="02020603050405020304" pitchFamily="18" charset="0"/>
                <a:cs typeface="Times New Roman" panose="02020603050405020304" pitchFamily="18" charset="0"/>
              </a:rPr>
              <a:t>be </a:t>
            </a:r>
            <a:r>
              <a:rPr sz="2600" dirty="0">
                <a:solidFill>
                  <a:srgbClr val="002060"/>
                </a:solidFill>
                <a:latin typeface="Times New Roman" panose="02020603050405020304" pitchFamily="18" charset="0"/>
                <a:cs typeface="Times New Roman" panose="02020603050405020304" pitchFamily="18" charset="0"/>
              </a:rPr>
              <a:t>mapped to physical addresses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before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they</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are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use.</a:t>
            </a:r>
          </a:p>
        </p:txBody>
      </p:sp>
      <p:sp>
        <p:nvSpPr>
          <p:cNvPr id="7" name="object 3"/>
          <p:cNvSpPr txBox="1">
            <a:spLocks noGrp="1"/>
          </p:cNvSpPr>
          <p:nvPr>
            <p:ph type="title"/>
          </p:nvPr>
        </p:nvSpPr>
        <p:spPr>
          <a:xfrm>
            <a:off x="1146629" y="813983"/>
            <a:ext cx="6288586" cy="504625"/>
          </a:xfrm>
          <a:prstGeom prst="rect">
            <a:avLst/>
          </a:prstGeom>
        </p:spPr>
        <p:txBody>
          <a:bodyPr vert="horz" wrap="square" lIns="0" tIns="12065" rIns="0" bIns="0" rtlCol="0">
            <a:spAutoFit/>
          </a:bodyPr>
          <a:lstStyle/>
          <a:p>
            <a:pPr marL="12700">
              <a:lnSpc>
                <a:spcPct val="100000"/>
              </a:lnSpc>
              <a:spcBef>
                <a:spcPts val="95"/>
              </a:spcBef>
            </a:pPr>
            <a:r>
              <a:rPr spc="-5" dirty="0"/>
              <a:t>Logical and Physical</a:t>
            </a:r>
            <a:r>
              <a:rPr spc="-175" dirty="0"/>
              <a:t> </a:t>
            </a:r>
            <a:r>
              <a:rPr spc="-10" dirty="0"/>
              <a:t>Address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p:nvPr/>
        </p:nvSpPr>
        <p:spPr>
          <a:xfrm>
            <a:off x="1146630" y="1870328"/>
            <a:ext cx="10283370" cy="4778231"/>
          </a:xfrm>
          <a:prstGeom prst="rect">
            <a:avLst/>
          </a:prstGeom>
        </p:spPr>
        <p:txBody>
          <a:bodyPr vert="horz" wrap="square" lIns="0" tIns="83820" rIns="0" bIns="0" rtlCol="0">
            <a:spAutoFit/>
          </a:bodyPr>
          <a:lstStyle/>
          <a:p>
            <a:pPr marL="241300" marR="6350" indent="-229235">
              <a:spcBef>
                <a:spcPts val="660"/>
              </a:spcBef>
              <a:buSzPct val="79166"/>
              <a:buFont typeface="Arial MT"/>
              <a:buChar char="•"/>
              <a:tabLst>
                <a:tab pos="241300" algn="l"/>
                <a:tab pos="241935" algn="l"/>
                <a:tab pos="1605280" algn="l"/>
                <a:tab pos="2952750" algn="l"/>
                <a:tab pos="4284980" algn="l"/>
                <a:tab pos="4583430" algn="l"/>
                <a:tab pos="5813425" algn="l"/>
                <a:tab pos="6993255" algn="l"/>
                <a:tab pos="7376159" algn="l"/>
                <a:tab pos="8622665" algn="l"/>
                <a:tab pos="9345295" algn="l"/>
                <a:tab pos="9709785" algn="l"/>
              </a:tabLst>
            </a:pPr>
            <a:r>
              <a:rPr sz="2600" b="1" dirty="0">
                <a:solidFill>
                  <a:srgbClr val="002060"/>
                </a:solidFill>
                <a:latin typeface="Times New Roman" panose="02020603050405020304" pitchFamily="18" charset="0"/>
                <a:cs typeface="Times New Roman" panose="02020603050405020304" pitchFamily="18" charset="0"/>
              </a:rPr>
              <a:t>Ph</a:t>
            </a:r>
            <a:r>
              <a:rPr sz="2600" b="1" spc="-10" dirty="0">
                <a:solidFill>
                  <a:srgbClr val="002060"/>
                </a:solidFill>
                <a:latin typeface="Times New Roman" panose="02020603050405020304" pitchFamily="18" charset="0"/>
                <a:cs typeface="Times New Roman" panose="02020603050405020304" pitchFamily="18" charset="0"/>
              </a:rPr>
              <a:t>y</a:t>
            </a:r>
            <a:r>
              <a:rPr sz="2600" b="1" dirty="0">
                <a:solidFill>
                  <a:srgbClr val="002060"/>
                </a:solidFill>
                <a:latin typeface="Times New Roman" panose="02020603050405020304" pitchFamily="18" charset="0"/>
                <a:cs typeface="Times New Roman" panose="02020603050405020304" pitchFamily="18" charset="0"/>
              </a:rPr>
              <a:t>sical	A</a:t>
            </a:r>
            <a:r>
              <a:rPr sz="2600" b="1" spc="-10" dirty="0">
                <a:solidFill>
                  <a:srgbClr val="002060"/>
                </a:solidFill>
                <a:latin typeface="Times New Roman" panose="02020603050405020304" pitchFamily="18" charset="0"/>
                <a:cs typeface="Times New Roman" panose="02020603050405020304" pitchFamily="18" charset="0"/>
              </a:rPr>
              <a:t>d</a:t>
            </a:r>
            <a:r>
              <a:rPr sz="2600" b="1" dirty="0">
                <a:solidFill>
                  <a:srgbClr val="002060"/>
                </a:solidFill>
                <a:latin typeface="Times New Roman" panose="02020603050405020304" pitchFamily="18" charset="0"/>
                <a:cs typeface="Times New Roman" panose="02020603050405020304" pitchFamily="18" charset="0"/>
              </a:rPr>
              <a:t>dr</a:t>
            </a:r>
            <a:r>
              <a:rPr sz="2600" b="1" spc="5" dirty="0">
                <a:solidFill>
                  <a:srgbClr val="002060"/>
                </a:solidFill>
                <a:latin typeface="Times New Roman" panose="02020603050405020304" pitchFamily="18" charset="0"/>
                <a:cs typeface="Times New Roman" panose="02020603050405020304" pitchFamily="18" charset="0"/>
              </a:rPr>
              <a:t>e</a:t>
            </a:r>
            <a:r>
              <a:rPr sz="2600" b="1" spc="-5" dirty="0">
                <a:solidFill>
                  <a:srgbClr val="002060"/>
                </a:solidFill>
                <a:latin typeface="Times New Roman" panose="02020603050405020304" pitchFamily="18" charset="0"/>
                <a:cs typeface="Times New Roman" panose="02020603050405020304" pitchFamily="18" charset="0"/>
              </a:rPr>
              <a:t>ss</a:t>
            </a:r>
            <a:r>
              <a:rPr sz="2600" b="1"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ide</a:t>
            </a:r>
            <a:r>
              <a:rPr sz="2600" spc="-15" dirty="0">
                <a:solidFill>
                  <a:srgbClr val="002060"/>
                </a:solidFill>
                <a:latin typeface="Times New Roman" panose="02020603050405020304" pitchFamily="18" charset="0"/>
                <a:cs typeface="Times New Roman" panose="02020603050405020304" pitchFamily="18" charset="0"/>
              </a:rPr>
              <a:t>n</a:t>
            </a:r>
            <a:r>
              <a:rPr sz="2600" dirty="0">
                <a:solidFill>
                  <a:srgbClr val="002060"/>
                </a:solidFill>
                <a:latin typeface="Times New Roman" panose="02020603050405020304" pitchFamily="18" charset="0"/>
                <a:cs typeface="Times New Roman" panose="02020603050405020304" pitchFamily="18" charset="0"/>
              </a:rPr>
              <a:t>tif</a:t>
            </a:r>
            <a:r>
              <a:rPr sz="2600" spc="5" dirty="0">
                <a:solidFill>
                  <a:srgbClr val="002060"/>
                </a:solidFill>
                <a:latin typeface="Times New Roman" panose="02020603050405020304" pitchFamily="18" charset="0"/>
                <a:cs typeface="Times New Roman" panose="02020603050405020304" pitchFamily="18" charset="0"/>
              </a:rPr>
              <a:t>i</a:t>
            </a:r>
            <a:r>
              <a:rPr sz="2600" spc="-5" dirty="0">
                <a:solidFill>
                  <a:srgbClr val="002060"/>
                </a:solidFill>
                <a:latin typeface="Times New Roman" panose="02020603050405020304" pitchFamily="18" charset="0"/>
                <a:cs typeface="Times New Roman" panose="02020603050405020304" pitchFamily="18" charset="0"/>
              </a:rPr>
              <a:t>es</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phys</a:t>
            </a:r>
            <a:r>
              <a:rPr sz="2600" spc="-15" dirty="0">
                <a:solidFill>
                  <a:srgbClr val="002060"/>
                </a:solidFill>
                <a:latin typeface="Times New Roman" panose="02020603050405020304" pitchFamily="18" charset="0"/>
                <a:cs typeface="Times New Roman" panose="02020603050405020304" pitchFamily="18" charset="0"/>
              </a:rPr>
              <a:t>i</a:t>
            </a:r>
            <a:r>
              <a:rPr sz="2600" spc="5" dirty="0">
                <a:solidFill>
                  <a:srgbClr val="002060"/>
                </a:solidFill>
                <a:latin typeface="Times New Roman" panose="02020603050405020304" pitchFamily="18" charset="0"/>
                <a:cs typeface="Times New Roman" panose="02020603050405020304" pitchFamily="18" charset="0"/>
              </a:rPr>
              <a:t>c</a:t>
            </a:r>
            <a:r>
              <a:rPr sz="2600" spc="-5" dirty="0">
                <a:solidFill>
                  <a:srgbClr val="002060"/>
                </a:solidFill>
                <a:latin typeface="Times New Roman" panose="02020603050405020304" pitchFamily="18" charset="0"/>
                <a:cs typeface="Times New Roman" panose="02020603050405020304" pitchFamily="18" charset="0"/>
              </a:rPr>
              <a:t>al</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location</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a:t>
            </a:r>
            <a:r>
              <a:rPr sz="2600" dirty="0">
                <a:solidFill>
                  <a:srgbClr val="002060"/>
                </a:solidFill>
                <a:latin typeface="Times New Roman" panose="02020603050405020304" pitchFamily="18" charset="0"/>
                <a:cs typeface="Times New Roman" panose="02020603050405020304" pitchFamily="18" charset="0"/>
              </a:rPr>
              <a:t>f	</a:t>
            </a:r>
            <a:r>
              <a:rPr sz="2600" spc="-5" dirty="0">
                <a:solidFill>
                  <a:srgbClr val="002060"/>
                </a:solidFill>
                <a:latin typeface="Times New Roman" panose="02020603050405020304" pitchFamily="18" charset="0"/>
                <a:cs typeface="Times New Roman" panose="02020603050405020304" pitchFamily="18" charset="0"/>
              </a:rPr>
              <a:t>req</a:t>
            </a:r>
            <a:r>
              <a:rPr sz="2600" dirty="0">
                <a:solidFill>
                  <a:srgbClr val="002060"/>
                </a:solidFill>
                <a:latin typeface="Times New Roman" panose="02020603050405020304" pitchFamily="18" charset="0"/>
                <a:cs typeface="Times New Roman" panose="02020603050405020304" pitchFamily="18" charset="0"/>
              </a:rPr>
              <a:t>u</a:t>
            </a:r>
            <a:r>
              <a:rPr sz="2600" spc="-5" dirty="0">
                <a:solidFill>
                  <a:srgbClr val="002060"/>
                </a:solidFill>
                <a:latin typeface="Times New Roman" panose="02020603050405020304" pitchFamily="18" charset="0"/>
                <a:cs typeface="Times New Roman" panose="02020603050405020304" pitchFamily="18" charset="0"/>
              </a:rPr>
              <a:t>ired</a:t>
            </a:r>
            <a:r>
              <a:rPr sz="2600" dirty="0">
                <a:solidFill>
                  <a:srgbClr val="002060"/>
                </a:solidFill>
                <a:latin typeface="Times New Roman" panose="02020603050405020304" pitchFamily="18" charset="0"/>
                <a:cs typeface="Times New Roman" panose="02020603050405020304" pitchFamily="18" charset="0"/>
              </a:rPr>
              <a:t>	d</a:t>
            </a:r>
            <a:r>
              <a:rPr sz="2600" spc="-5" dirty="0">
                <a:solidFill>
                  <a:srgbClr val="002060"/>
                </a:solidFill>
                <a:latin typeface="Times New Roman" panose="02020603050405020304" pitchFamily="18" charset="0"/>
                <a:cs typeface="Times New Roman" panose="02020603050405020304" pitchFamily="18" charset="0"/>
              </a:rPr>
              <a:t>ata</a:t>
            </a:r>
            <a:r>
              <a:rPr sz="2600" dirty="0">
                <a:solidFill>
                  <a:srgbClr val="002060"/>
                </a:solidFill>
                <a:latin typeface="Times New Roman" panose="02020603050405020304" pitchFamily="18" charset="0"/>
                <a:cs typeface="Times New Roman" panose="02020603050405020304" pitchFamily="18" charset="0"/>
              </a:rPr>
              <a:t>	</a:t>
            </a:r>
            <a:r>
              <a:rPr sz="2600" spc="-10" dirty="0">
                <a:solidFill>
                  <a:srgbClr val="002060"/>
                </a:solidFill>
                <a:latin typeface="Times New Roman" panose="02020603050405020304" pitchFamily="18" charset="0"/>
                <a:cs typeface="Times New Roman" panose="02020603050405020304" pitchFamily="18" charset="0"/>
              </a:rPr>
              <a:t>i</a:t>
            </a:r>
            <a:r>
              <a:rPr sz="2600" spc="-5" dirty="0">
                <a:solidFill>
                  <a:srgbClr val="002060"/>
                </a:solidFill>
                <a:latin typeface="Times New Roman" panose="02020603050405020304" pitchFamily="18" charset="0"/>
                <a:cs typeface="Times New Roman" panose="02020603050405020304" pitchFamily="18" charset="0"/>
              </a:rPr>
              <a:t>n</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  </a:t>
            </a:r>
            <a:r>
              <a:rPr sz="2600" spc="-30" dirty="0">
                <a:solidFill>
                  <a:srgbClr val="002060"/>
                </a:solidFill>
                <a:latin typeface="Times New Roman" panose="02020603050405020304" pitchFamily="18" charset="0"/>
                <a:cs typeface="Times New Roman" panose="02020603050405020304" pitchFamily="18" charset="0"/>
              </a:rPr>
              <a:t>memory.</a:t>
            </a:r>
            <a:endParaRPr sz="2600" dirty="0">
              <a:solidFill>
                <a:srgbClr val="002060"/>
              </a:solidFill>
              <a:latin typeface="Times New Roman" panose="02020603050405020304" pitchFamily="18" charset="0"/>
              <a:cs typeface="Times New Roman" panose="02020603050405020304" pitchFamily="18" charset="0"/>
            </a:endParaRPr>
          </a:p>
          <a:p>
            <a:pPr marL="241300" marR="5080" indent="-229235">
              <a:spcBef>
                <a:spcPts val="1805"/>
              </a:spcBef>
              <a:buSzPct val="79166"/>
              <a:buChar char="•"/>
              <a:tabLst>
                <a:tab pos="241300" algn="l"/>
                <a:tab pos="241935" algn="l"/>
              </a:tabLst>
            </a:pPr>
            <a:r>
              <a:rPr sz="2600" spc="-5" dirty="0">
                <a:solidFill>
                  <a:srgbClr val="002060"/>
                </a:solidFill>
                <a:latin typeface="Times New Roman" panose="02020603050405020304" pitchFamily="18" charset="0"/>
                <a:cs typeface="Times New Roman" panose="02020603050405020304" pitchFamily="18" charset="0"/>
              </a:rPr>
              <a:t>The</a:t>
            </a:r>
            <a:r>
              <a:rPr sz="2600" spc="9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user</a:t>
            </a:r>
            <a:r>
              <a:rPr sz="2600" spc="9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never</a:t>
            </a:r>
            <a:r>
              <a:rPr sz="2600" spc="9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directly</a:t>
            </a:r>
            <a:r>
              <a:rPr sz="2600" spc="10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deals</a:t>
            </a:r>
            <a:r>
              <a:rPr sz="2600" spc="8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with</a:t>
            </a:r>
            <a:r>
              <a:rPr sz="2600" spc="9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a:t>
            </a:r>
            <a:r>
              <a:rPr sz="2600" spc="8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physical</a:t>
            </a:r>
            <a:r>
              <a:rPr sz="2600" spc="9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address</a:t>
            </a:r>
            <a:r>
              <a:rPr sz="2600" spc="1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but</a:t>
            </a:r>
            <a:r>
              <a:rPr sz="2600" spc="8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can</a:t>
            </a:r>
            <a:r>
              <a:rPr sz="2600" spc="8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access </a:t>
            </a:r>
            <a:r>
              <a:rPr sz="2600" spc="-65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by</a:t>
            </a:r>
            <a:r>
              <a:rPr sz="2600" dirty="0">
                <a:solidFill>
                  <a:srgbClr val="002060"/>
                </a:solidFill>
                <a:latin typeface="Times New Roman" panose="02020603050405020304" pitchFamily="18" charset="0"/>
                <a:cs typeface="Times New Roman" panose="02020603050405020304" pitchFamily="18" charset="0"/>
              </a:rPr>
              <a:t> its</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corresponding</a:t>
            </a:r>
            <a:r>
              <a:rPr sz="2600" spc="4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logical</a:t>
            </a:r>
            <a:r>
              <a:rPr sz="2600" spc="3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address.</a:t>
            </a:r>
            <a:endParaRPr sz="2600" dirty="0">
              <a:solidFill>
                <a:srgbClr val="002060"/>
              </a:solidFill>
              <a:latin typeface="Times New Roman" panose="02020603050405020304" pitchFamily="18" charset="0"/>
              <a:cs typeface="Times New Roman" panose="02020603050405020304" pitchFamily="18" charset="0"/>
            </a:endParaRPr>
          </a:p>
          <a:p>
            <a:pPr marL="241300" marR="5080" indent="-229235" algn="just">
              <a:spcBef>
                <a:spcPts val="1830"/>
              </a:spcBef>
              <a:buSzPct val="79166"/>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The user program generates the logical address </a:t>
            </a:r>
            <a:r>
              <a:rPr sz="2600" dirty="0">
                <a:solidFill>
                  <a:srgbClr val="002060"/>
                </a:solidFill>
                <a:latin typeface="Times New Roman" panose="02020603050405020304" pitchFamily="18" charset="0"/>
                <a:cs typeface="Times New Roman" panose="02020603050405020304" pitchFamily="18" charset="0"/>
              </a:rPr>
              <a:t>and </a:t>
            </a:r>
            <a:r>
              <a:rPr sz="2600" spc="-5" dirty="0">
                <a:solidFill>
                  <a:srgbClr val="002060"/>
                </a:solidFill>
                <a:latin typeface="Times New Roman" panose="02020603050405020304" pitchFamily="18" charset="0"/>
                <a:cs typeface="Times New Roman" panose="02020603050405020304" pitchFamily="18" charset="0"/>
              </a:rPr>
              <a:t>thinks </a:t>
            </a:r>
            <a:r>
              <a:rPr sz="2600" dirty="0">
                <a:solidFill>
                  <a:srgbClr val="002060"/>
                </a:solidFill>
                <a:latin typeface="Times New Roman" panose="02020603050405020304" pitchFamily="18" charset="0"/>
                <a:cs typeface="Times New Roman" panose="02020603050405020304" pitchFamily="18" charset="0"/>
              </a:rPr>
              <a:t>that the </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program</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dirty="0">
                <a:solidFill>
                  <a:srgbClr val="002060"/>
                </a:solidFill>
                <a:latin typeface="Times New Roman" panose="02020603050405020304" pitchFamily="18" charset="0"/>
                <a:cs typeface="Times New Roman" panose="02020603050405020304" pitchFamily="18" charset="0"/>
              </a:rPr>
              <a:t> running</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a:t>
            </a:r>
            <a:r>
              <a:rPr sz="2600" dirty="0">
                <a:solidFill>
                  <a:srgbClr val="002060"/>
                </a:solidFill>
                <a:latin typeface="Times New Roman" panose="02020603050405020304" pitchFamily="18" charset="0"/>
                <a:cs typeface="Times New Roman" panose="02020603050405020304" pitchFamily="18" charset="0"/>
              </a:rPr>
              <a:t> this</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logical</a:t>
            </a:r>
            <a:r>
              <a:rPr sz="2600" dirty="0">
                <a:solidFill>
                  <a:srgbClr val="002060"/>
                </a:solidFill>
                <a:latin typeface="Times New Roman" panose="02020603050405020304" pitchFamily="18" charset="0"/>
                <a:cs typeface="Times New Roman" panose="02020603050405020304" pitchFamily="18" charset="0"/>
              </a:rPr>
              <a:t> address</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but</a:t>
            </a:r>
            <a:r>
              <a:rPr sz="2600" dirty="0">
                <a:solidFill>
                  <a:srgbClr val="002060"/>
                </a:solidFill>
                <a:latin typeface="Times New Roman" panose="02020603050405020304" pitchFamily="18" charset="0"/>
                <a:cs typeface="Times New Roman" panose="02020603050405020304" pitchFamily="18" charset="0"/>
              </a:rPr>
              <a:t> the</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program</a:t>
            </a:r>
            <a:r>
              <a:rPr sz="2600" dirty="0">
                <a:solidFill>
                  <a:srgbClr val="002060"/>
                </a:solidFill>
                <a:latin typeface="Times New Roman" panose="02020603050405020304" pitchFamily="18" charset="0"/>
                <a:cs typeface="Times New Roman" panose="02020603050405020304" pitchFamily="18" charset="0"/>
              </a:rPr>
              <a:t> </a:t>
            </a:r>
            <a:r>
              <a:rPr sz="2600" spc="-10" dirty="0">
                <a:solidFill>
                  <a:srgbClr val="002060"/>
                </a:solidFill>
                <a:latin typeface="Times New Roman" panose="02020603050405020304" pitchFamily="18" charset="0"/>
                <a:cs typeface="Times New Roman" panose="02020603050405020304" pitchFamily="18" charset="0"/>
              </a:rPr>
              <a:t>needs </a:t>
            </a:r>
            <a:r>
              <a:rPr sz="2600" spc="-5" dirty="0">
                <a:solidFill>
                  <a:srgbClr val="002060"/>
                </a:solidFill>
                <a:latin typeface="Times New Roman" panose="02020603050405020304" pitchFamily="18" charset="0"/>
                <a:cs typeface="Times New Roman" panose="02020603050405020304" pitchFamily="18" charset="0"/>
              </a:rPr>
              <a:t> physical memory </a:t>
            </a:r>
            <a:r>
              <a:rPr sz="2600" dirty="0">
                <a:solidFill>
                  <a:srgbClr val="002060"/>
                </a:solidFill>
                <a:latin typeface="Times New Roman" panose="02020603050405020304" pitchFamily="18" charset="0"/>
                <a:cs typeface="Times New Roman" panose="02020603050405020304" pitchFamily="18" charset="0"/>
              </a:rPr>
              <a:t>for its </a:t>
            </a:r>
            <a:r>
              <a:rPr sz="2600" spc="-5" dirty="0">
                <a:solidFill>
                  <a:srgbClr val="002060"/>
                </a:solidFill>
                <a:latin typeface="Times New Roman" panose="02020603050405020304" pitchFamily="18" charset="0"/>
                <a:cs typeface="Times New Roman" panose="02020603050405020304" pitchFamily="18" charset="0"/>
              </a:rPr>
              <a:t>execution, therefore, the logical address </a:t>
            </a:r>
            <a:r>
              <a:rPr sz="2600" dirty="0">
                <a:solidFill>
                  <a:srgbClr val="002060"/>
                </a:solidFill>
                <a:latin typeface="Times New Roman" panose="02020603050405020304" pitchFamily="18" charset="0"/>
                <a:cs typeface="Times New Roman" panose="02020603050405020304" pitchFamily="18" charset="0"/>
              </a:rPr>
              <a:t>must </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be</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mapped</a:t>
            </a:r>
            <a:r>
              <a:rPr sz="2600" spc="1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to</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physical</a:t>
            </a:r>
            <a:r>
              <a:rPr sz="2600" spc="2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address</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by</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MMU</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before</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they</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are used.</a:t>
            </a:r>
            <a:endParaRPr sz="2600" dirty="0">
              <a:solidFill>
                <a:srgbClr val="002060"/>
              </a:solidFill>
              <a:latin typeface="Times New Roman" panose="02020603050405020304" pitchFamily="18" charset="0"/>
              <a:cs typeface="Times New Roman" panose="02020603050405020304" pitchFamily="18" charset="0"/>
            </a:endParaRPr>
          </a:p>
          <a:p>
            <a:pPr marL="241300" marR="6350" indent="-229235">
              <a:spcBef>
                <a:spcPts val="1785"/>
              </a:spcBef>
              <a:buSzPct val="79166"/>
              <a:buChar char="•"/>
              <a:tabLst>
                <a:tab pos="241300" algn="l"/>
                <a:tab pos="241935" algn="l"/>
                <a:tab pos="899794" algn="l"/>
                <a:tab pos="1641475" algn="l"/>
                <a:tab pos="2330450" algn="l"/>
                <a:tab pos="2739390" algn="l"/>
                <a:tab pos="2911475" algn="l"/>
                <a:tab pos="3317240" algn="l"/>
                <a:tab pos="4163060" algn="l"/>
                <a:tab pos="4338320" algn="l"/>
                <a:tab pos="5161280" algn="l"/>
                <a:tab pos="5514975" algn="l"/>
                <a:tab pos="5900420" algn="l"/>
                <a:tab pos="6292215" algn="l"/>
                <a:tab pos="6616700" algn="l"/>
                <a:tab pos="6799580" algn="l"/>
                <a:tab pos="7237095" algn="l"/>
                <a:tab pos="7738745" algn="l"/>
                <a:tab pos="8471535" algn="l"/>
                <a:tab pos="8977630" algn="l"/>
              </a:tabLst>
            </a:pPr>
            <a:r>
              <a:rPr sz="2600" spc="-5" dirty="0">
                <a:solidFill>
                  <a:srgbClr val="002060"/>
                </a:solidFill>
                <a:latin typeface="Times New Roman" panose="02020603050405020304" pitchFamily="18" charset="0"/>
                <a:cs typeface="Times New Roman" panose="02020603050405020304" pitchFamily="18" charset="0"/>
              </a:rPr>
              <a:t>Th</a:t>
            </a:r>
            <a:r>
              <a:rPr sz="2600" dirty="0">
                <a:solidFill>
                  <a:srgbClr val="002060"/>
                </a:solidFill>
                <a:latin typeface="Times New Roman" panose="02020603050405020304" pitchFamily="18" charset="0"/>
                <a:cs typeface="Times New Roman" panose="02020603050405020304" pitchFamily="18" charset="0"/>
              </a:rPr>
              <a:t>e	term	</a:t>
            </a:r>
            <a:r>
              <a:rPr sz="2600" spc="-5" dirty="0">
                <a:solidFill>
                  <a:srgbClr val="002060"/>
                </a:solidFill>
                <a:latin typeface="Times New Roman" panose="02020603050405020304" pitchFamily="18" charset="0"/>
                <a:cs typeface="Times New Roman" panose="02020603050405020304" pitchFamily="18" charset="0"/>
              </a:rPr>
              <a:t>P</a:t>
            </a:r>
            <a:r>
              <a:rPr sz="2600" spc="-15" dirty="0">
                <a:solidFill>
                  <a:srgbClr val="002060"/>
                </a:solidFill>
                <a:latin typeface="Times New Roman" panose="02020603050405020304" pitchFamily="18" charset="0"/>
                <a:cs typeface="Times New Roman" panose="02020603050405020304" pitchFamily="18" charset="0"/>
              </a:rPr>
              <a:t>h</a:t>
            </a:r>
            <a:r>
              <a:rPr sz="2600" dirty="0">
                <a:solidFill>
                  <a:srgbClr val="002060"/>
                </a:solidFill>
                <a:latin typeface="Times New Roman" panose="02020603050405020304" pitchFamily="18" charset="0"/>
                <a:cs typeface="Times New Roman" panose="02020603050405020304" pitchFamily="18" charset="0"/>
              </a:rPr>
              <a:t>y</a:t>
            </a:r>
            <a:r>
              <a:rPr sz="2600" spc="5" dirty="0">
                <a:solidFill>
                  <a:srgbClr val="002060"/>
                </a:solidFill>
                <a:latin typeface="Times New Roman" panose="02020603050405020304" pitchFamily="18" charset="0"/>
                <a:cs typeface="Times New Roman" panose="02020603050405020304" pitchFamily="18" charset="0"/>
              </a:rPr>
              <a:t>s</a:t>
            </a:r>
            <a:r>
              <a:rPr sz="2600" spc="-5" dirty="0">
                <a:solidFill>
                  <a:srgbClr val="002060"/>
                </a:solidFill>
                <a:latin typeface="Times New Roman" panose="02020603050405020304" pitchFamily="18" charset="0"/>
                <a:cs typeface="Times New Roman" panose="02020603050405020304" pitchFamily="18" charset="0"/>
              </a:rPr>
              <a:t>ical</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a:t>
            </a:r>
            <a:r>
              <a:rPr sz="2600" spc="-15" dirty="0">
                <a:solidFill>
                  <a:srgbClr val="002060"/>
                </a:solidFill>
                <a:latin typeface="Times New Roman" panose="02020603050405020304" pitchFamily="18" charset="0"/>
                <a:cs typeface="Times New Roman" panose="02020603050405020304" pitchFamily="18" charset="0"/>
              </a:rPr>
              <a:t>d</a:t>
            </a:r>
            <a:r>
              <a:rPr sz="2600" spc="-5" dirty="0">
                <a:solidFill>
                  <a:srgbClr val="002060"/>
                </a:solidFill>
                <a:latin typeface="Times New Roman" panose="02020603050405020304" pitchFamily="18" charset="0"/>
                <a:cs typeface="Times New Roman" panose="02020603050405020304" pitchFamily="18" charset="0"/>
              </a:rPr>
              <a:t>dress</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Space</a:t>
            </a:r>
            <a:r>
              <a:rPr sz="2600" dirty="0">
                <a:solidFill>
                  <a:srgbClr val="002060"/>
                </a:solidFill>
                <a:latin typeface="Times New Roman" panose="02020603050405020304" pitchFamily="18" charset="0"/>
                <a:cs typeface="Times New Roman" panose="02020603050405020304" pitchFamily="18" charset="0"/>
              </a:rPr>
              <a:t>	</a:t>
            </a:r>
            <a:r>
              <a:rPr sz="2600" spc="-10" dirty="0">
                <a:solidFill>
                  <a:srgbClr val="002060"/>
                </a:solidFill>
                <a:latin typeface="Times New Roman" panose="02020603050405020304" pitchFamily="18" charset="0"/>
                <a:cs typeface="Times New Roman" panose="02020603050405020304" pitchFamily="18" charset="0"/>
              </a:rPr>
              <a:t>i</a:t>
            </a:r>
            <a:r>
              <a:rPr sz="2600" spc="-5" dirty="0">
                <a:solidFill>
                  <a:srgbClr val="002060"/>
                </a:solidFill>
                <a:latin typeface="Times New Roman" panose="02020603050405020304" pitchFamily="18" charset="0"/>
                <a:cs typeface="Times New Roman" panose="02020603050405020304" pitchFamily="18" charset="0"/>
              </a:rPr>
              <a:t>s</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used</a:t>
            </a:r>
            <a:r>
              <a:rPr sz="2600" dirty="0">
                <a:solidFill>
                  <a:srgbClr val="002060"/>
                </a:solidFill>
                <a:latin typeface="Times New Roman" panose="02020603050405020304" pitchFamily="18" charset="0"/>
                <a:cs typeface="Times New Roman" panose="02020603050405020304" pitchFamily="18" charset="0"/>
              </a:rPr>
              <a:t>	</a:t>
            </a:r>
            <a:r>
              <a:rPr sz="2600" spc="-53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for	</a:t>
            </a:r>
            <a:r>
              <a:rPr sz="2600" spc="-5" dirty="0">
                <a:solidFill>
                  <a:srgbClr val="002060"/>
                </a:solidFill>
                <a:latin typeface="Times New Roman" panose="02020603050405020304" pitchFamily="18" charset="0"/>
                <a:cs typeface="Times New Roman" panose="02020603050405020304" pitchFamily="18" charset="0"/>
              </a:rPr>
              <a:t>a</a:t>
            </a:r>
            <a:r>
              <a:rPr sz="2600" spc="-15" dirty="0">
                <a:solidFill>
                  <a:srgbClr val="002060"/>
                </a:solidFill>
                <a:latin typeface="Times New Roman" panose="02020603050405020304" pitchFamily="18" charset="0"/>
                <a:cs typeface="Times New Roman" panose="02020603050405020304" pitchFamily="18" charset="0"/>
              </a:rPr>
              <a:t>l</a:t>
            </a:r>
            <a:r>
              <a:rPr sz="2600" spc="-5" dirty="0">
                <a:solidFill>
                  <a:srgbClr val="002060"/>
                </a:solidFill>
                <a:latin typeface="Times New Roman" panose="02020603050405020304" pitchFamily="18" charset="0"/>
                <a:cs typeface="Times New Roman" panose="02020603050405020304" pitchFamily="18" charset="0"/>
              </a:rPr>
              <a:t>l</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physi</a:t>
            </a:r>
            <a:r>
              <a:rPr sz="2600" spc="5" dirty="0">
                <a:solidFill>
                  <a:srgbClr val="002060"/>
                </a:solidFill>
                <a:latin typeface="Times New Roman" panose="02020603050405020304" pitchFamily="18" charset="0"/>
                <a:cs typeface="Times New Roman" panose="02020603050405020304" pitchFamily="18" charset="0"/>
              </a:rPr>
              <a:t>c</a:t>
            </a:r>
            <a:r>
              <a:rPr sz="2600" spc="-5" dirty="0">
                <a:solidFill>
                  <a:srgbClr val="002060"/>
                </a:solidFill>
                <a:latin typeface="Times New Roman" panose="02020603050405020304" pitchFamily="18" charset="0"/>
                <a:cs typeface="Times New Roman" panose="02020603050405020304" pitchFamily="18" charset="0"/>
              </a:rPr>
              <a:t>al</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addresses  correspon</a:t>
            </a:r>
            <a:r>
              <a:rPr sz="2600" dirty="0">
                <a:solidFill>
                  <a:srgbClr val="002060"/>
                </a:solidFill>
                <a:latin typeface="Times New Roman" panose="02020603050405020304" pitchFamily="18" charset="0"/>
                <a:cs typeface="Times New Roman" panose="02020603050405020304" pitchFamily="18" charset="0"/>
              </a:rPr>
              <a:t>d</a:t>
            </a:r>
            <a:r>
              <a:rPr sz="2600" spc="-5" dirty="0">
                <a:solidFill>
                  <a:srgbClr val="002060"/>
                </a:solidFill>
                <a:latin typeface="Times New Roman" panose="02020603050405020304" pitchFamily="18" charset="0"/>
                <a:cs typeface="Times New Roman" panose="02020603050405020304" pitchFamily="18" charset="0"/>
              </a:rPr>
              <a:t>ing</a:t>
            </a:r>
            <a:r>
              <a:rPr sz="2600" dirty="0">
                <a:solidFill>
                  <a:srgbClr val="002060"/>
                </a:solidFill>
                <a:latin typeface="Times New Roman" panose="02020603050405020304" pitchFamily="18" charset="0"/>
                <a:cs typeface="Times New Roman" panose="02020603050405020304" pitchFamily="18" charset="0"/>
              </a:rPr>
              <a:t>	to	the	</a:t>
            </a:r>
            <a:r>
              <a:rPr sz="2600" spc="-5" dirty="0">
                <a:solidFill>
                  <a:srgbClr val="002060"/>
                </a:solidFill>
                <a:latin typeface="Times New Roman" panose="02020603050405020304" pitchFamily="18" charset="0"/>
                <a:cs typeface="Times New Roman" panose="02020603050405020304" pitchFamily="18" charset="0"/>
              </a:rPr>
              <a:t>logi</a:t>
            </a:r>
            <a:r>
              <a:rPr sz="2600" dirty="0">
                <a:solidFill>
                  <a:srgbClr val="002060"/>
                </a:solidFill>
                <a:latin typeface="Times New Roman" panose="02020603050405020304" pitchFamily="18" charset="0"/>
                <a:cs typeface="Times New Roman" panose="02020603050405020304" pitchFamily="18" charset="0"/>
              </a:rPr>
              <a:t>ca</a:t>
            </a:r>
            <a:r>
              <a:rPr sz="2600" spc="-5" dirty="0">
                <a:solidFill>
                  <a:srgbClr val="002060"/>
                </a:solidFill>
                <a:latin typeface="Times New Roman" panose="02020603050405020304" pitchFamily="18" charset="0"/>
                <a:cs typeface="Times New Roman" panose="02020603050405020304" pitchFamily="18" charset="0"/>
              </a:rPr>
              <a:t>l</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add</a:t>
            </a:r>
            <a:r>
              <a:rPr sz="2600" dirty="0">
                <a:solidFill>
                  <a:srgbClr val="002060"/>
                </a:solidFill>
                <a:latin typeface="Times New Roman" panose="02020603050405020304" pitchFamily="18" charset="0"/>
                <a:cs typeface="Times New Roman" panose="02020603050405020304" pitchFamily="18" charset="0"/>
              </a:rPr>
              <a:t>r</a:t>
            </a:r>
            <a:r>
              <a:rPr sz="2600" spc="-5" dirty="0">
                <a:solidFill>
                  <a:srgbClr val="002060"/>
                </a:solidFill>
                <a:latin typeface="Times New Roman" panose="02020603050405020304" pitchFamily="18" charset="0"/>
                <a:cs typeface="Times New Roman" panose="02020603050405020304" pitchFamily="18" charset="0"/>
              </a:rPr>
              <a:t>esses</a:t>
            </a:r>
            <a:r>
              <a:rPr sz="2600" dirty="0">
                <a:solidFill>
                  <a:srgbClr val="002060"/>
                </a:solidFill>
                <a:latin typeface="Times New Roman" panose="02020603050405020304" pitchFamily="18" charset="0"/>
                <a:cs typeface="Times New Roman" panose="02020603050405020304" pitchFamily="18" charset="0"/>
              </a:rPr>
              <a:t>	</a:t>
            </a:r>
            <a:r>
              <a:rPr sz="2600" spc="-10" dirty="0">
                <a:solidFill>
                  <a:srgbClr val="002060"/>
                </a:solidFill>
                <a:latin typeface="Times New Roman" panose="02020603050405020304" pitchFamily="18" charset="0"/>
                <a:cs typeface="Times New Roman" panose="02020603050405020304" pitchFamily="18" charset="0"/>
              </a:rPr>
              <a:t>i</a:t>
            </a:r>
            <a:r>
              <a:rPr sz="2600" spc="-5" dirty="0">
                <a:solidFill>
                  <a:srgbClr val="002060"/>
                </a:solidFill>
                <a:latin typeface="Times New Roman" panose="02020603050405020304" pitchFamily="18" charset="0"/>
                <a:cs typeface="Times New Roman" panose="02020603050405020304" pitchFamily="18" charset="0"/>
              </a:rPr>
              <a:t>n</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Logic</a:t>
            </a:r>
            <a:r>
              <a:rPr sz="2600" dirty="0">
                <a:solidFill>
                  <a:srgbClr val="002060"/>
                </a:solidFill>
                <a:latin typeface="Times New Roman" panose="02020603050405020304" pitchFamily="18" charset="0"/>
                <a:cs typeface="Times New Roman" panose="02020603050405020304" pitchFamily="18" charset="0"/>
              </a:rPr>
              <a:t>a</a:t>
            </a:r>
            <a:r>
              <a:rPr sz="2600" spc="-5" dirty="0">
                <a:solidFill>
                  <a:srgbClr val="002060"/>
                </a:solidFill>
                <a:latin typeface="Times New Roman" panose="02020603050405020304" pitchFamily="18" charset="0"/>
                <a:cs typeface="Times New Roman" panose="02020603050405020304" pitchFamily="18" charset="0"/>
              </a:rPr>
              <a:t>l</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ad</a:t>
            </a:r>
            <a:r>
              <a:rPr sz="2600" spc="-15" dirty="0">
                <a:solidFill>
                  <a:srgbClr val="002060"/>
                </a:solidFill>
                <a:latin typeface="Times New Roman" panose="02020603050405020304" pitchFamily="18" charset="0"/>
                <a:cs typeface="Times New Roman" panose="02020603050405020304" pitchFamily="18" charset="0"/>
              </a:rPr>
              <a:t>d</a:t>
            </a:r>
            <a:r>
              <a:rPr sz="2600" spc="-5" dirty="0">
                <a:solidFill>
                  <a:srgbClr val="002060"/>
                </a:solidFill>
                <a:latin typeface="Times New Roman" panose="02020603050405020304" pitchFamily="18" charset="0"/>
                <a:cs typeface="Times New Roman" panose="02020603050405020304" pitchFamily="18" charset="0"/>
              </a:rPr>
              <a:t>ress	</a:t>
            </a:r>
            <a:r>
              <a:rPr sz="2600" dirty="0">
                <a:solidFill>
                  <a:srgbClr val="002060"/>
                </a:solidFill>
                <a:latin typeface="Times New Roman" panose="02020603050405020304" pitchFamily="18" charset="0"/>
                <a:cs typeface="Times New Roman" panose="02020603050405020304" pitchFamily="18" charset="0"/>
              </a:rPr>
              <a:t>s</a:t>
            </a:r>
            <a:r>
              <a:rPr sz="2600" spc="-5" dirty="0">
                <a:solidFill>
                  <a:srgbClr val="002060"/>
                </a:solidFill>
                <a:latin typeface="Times New Roman" panose="02020603050405020304" pitchFamily="18" charset="0"/>
                <a:cs typeface="Times New Roman" panose="02020603050405020304" pitchFamily="18" charset="0"/>
              </a:rPr>
              <a:t>pac</a:t>
            </a:r>
            <a:r>
              <a:rPr sz="2600" spc="-10" dirty="0">
                <a:solidFill>
                  <a:srgbClr val="002060"/>
                </a:solidFill>
                <a:latin typeface="Times New Roman" panose="02020603050405020304" pitchFamily="18" charset="0"/>
                <a:cs typeface="Times New Roman" panose="02020603050405020304" pitchFamily="18" charset="0"/>
              </a:rPr>
              <a:t>e</a:t>
            </a:r>
            <a:r>
              <a:rPr sz="2600" dirty="0">
                <a:solidFill>
                  <a:srgbClr val="002060"/>
                </a:solidFill>
                <a:latin typeface="Times New Roman" panose="02020603050405020304" pitchFamily="18" charset="0"/>
                <a:cs typeface="Times New Roman" panose="02020603050405020304" pitchFamily="18" charset="0"/>
              </a:rPr>
              <a:t>.</a:t>
            </a:r>
          </a:p>
        </p:txBody>
      </p:sp>
      <p:sp>
        <p:nvSpPr>
          <p:cNvPr id="9" name="object 3"/>
          <p:cNvSpPr txBox="1">
            <a:spLocks noGrp="1"/>
          </p:cNvSpPr>
          <p:nvPr>
            <p:ph type="title"/>
          </p:nvPr>
        </p:nvSpPr>
        <p:spPr>
          <a:xfrm>
            <a:off x="1146629" y="813983"/>
            <a:ext cx="6288586" cy="504625"/>
          </a:xfrm>
          <a:prstGeom prst="rect">
            <a:avLst/>
          </a:prstGeom>
        </p:spPr>
        <p:txBody>
          <a:bodyPr vert="horz" wrap="square" lIns="0" tIns="12065" rIns="0" bIns="0" rtlCol="0">
            <a:spAutoFit/>
          </a:bodyPr>
          <a:lstStyle/>
          <a:p>
            <a:pPr marL="12700">
              <a:lnSpc>
                <a:spcPct val="100000"/>
              </a:lnSpc>
              <a:spcBef>
                <a:spcPts val="95"/>
              </a:spcBef>
            </a:pPr>
            <a:r>
              <a:rPr spc="-5" dirty="0"/>
              <a:t>Logical and Physical</a:t>
            </a:r>
            <a:r>
              <a:rPr spc="-175" dirty="0"/>
              <a:t> </a:t>
            </a:r>
            <a:r>
              <a:rPr spc="-10" dirty="0"/>
              <a:t>Address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0658" y="1828800"/>
            <a:ext cx="12188825" cy="4463561"/>
            <a:chOff x="10432" y="2840318"/>
            <a:chExt cx="12188825" cy="4463561"/>
          </a:xfrm>
        </p:grpSpPr>
        <p:pic>
          <p:nvPicPr>
            <p:cNvPr id="3" name="object 3"/>
            <p:cNvPicPr/>
            <p:nvPr/>
          </p:nvPicPr>
          <p:blipFill>
            <a:blip r:embed="rId2" cstate="print"/>
            <a:stretch>
              <a:fillRect/>
            </a:stretch>
          </p:blipFill>
          <p:spPr>
            <a:xfrm>
              <a:off x="10432" y="5862431"/>
              <a:ext cx="12188825" cy="1441448"/>
            </a:xfrm>
            <a:prstGeom prst="rect">
              <a:avLst/>
            </a:prstGeom>
          </p:spPr>
        </p:pic>
        <p:pic>
          <p:nvPicPr>
            <p:cNvPr id="4" name="object 4"/>
            <p:cNvPicPr/>
            <p:nvPr/>
          </p:nvPicPr>
          <p:blipFill>
            <a:blip r:embed="rId3" cstate="print"/>
            <a:stretch>
              <a:fillRect/>
            </a:stretch>
          </p:blipFill>
          <p:spPr>
            <a:xfrm>
              <a:off x="1016590" y="2840318"/>
              <a:ext cx="6882383" cy="4459224"/>
            </a:xfrm>
            <a:prstGeom prst="rect">
              <a:avLst/>
            </a:prstGeom>
          </p:spPr>
        </p:pic>
      </p:grpSp>
      <p:sp>
        <p:nvSpPr>
          <p:cNvPr id="5" name="object 5"/>
          <p:cNvSpPr txBox="1"/>
          <p:nvPr/>
        </p:nvSpPr>
        <p:spPr>
          <a:xfrm>
            <a:off x="9605009" y="2072766"/>
            <a:ext cx="1110615" cy="756920"/>
          </a:xfrm>
          <a:prstGeom prst="rect">
            <a:avLst/>
          </a:prstGeom>
        </p:spPr>
        <p:txBody>
          <a:bodyPr vert="horz" wrap="square" lIns="0" tIns="12700" rIns="0" bIns="0" rtlCol="0">
            <a:spAutoFit/>
          </a:bodyPr>
          <a:lstStyle/>
          <a:p>
            <a:pPr marL="12700" marR="5080" indent="245110">
              <a:lnSpc>
                <a:spcPct val="100000"/>
              </a:lnSpc>
              <a:spcBef>
                <a:spcPts val="100"/>
              </a:spcBef>
            </a:pPr>
            <a:r>
              <a:rPr sz="2400" dirty="0">
                <a:solidFill>
                  <a:srgbClr val="C00000"/>
                </a:solidFill>
                <a:latin typeface="Arial MT"/>
                <a:cs typeface="Arial MT"/>
              </a:rPr>
              <a:t>will </a:t>
            </a:r>
            <a:r>
              <a:rPr sz="2400" spc="5" dirty="0">
                <a:solidFill>
                  <a:srgbClr val="C00000"/>
                </a:solidFill>
                <a:latin typeface="Arial MT"/>
                <a:cs typeface="Arial MT"/>
              </a:rPr>
              <a:t> </a:t>
            </a:r>
            <a:r>
              <a:rPr sz="2400" spc="-5" dirty="0">
                <a:solidFill>
                  <a:srgbClr val="C00000"/>
                </a:solidFill>
                <a:latin typeface="Arial MT"/>
                <a:cs typeface="Arial MT"/>
              </a:rPr>
              <a:t>address</a:t>
            </a:r>
            <a:endParaRPr sz="2400">
              <a:latin typeface="Arial MT"/>
              <a:cs typeface="Arial MT"/>
            </a:endParaRPr>
          </a:p>
        </p:txBody>
      </p:sp>
      <p:sp>
        <p:nvSpPr>
          <p:cNvPr id="6" name="object 6"/>
          <p:cNvSpPr txBox="1"/>
          <p:nvPr/>
        </p:nvSpPr>
        <p:spPr>
          <a:xfrm>
            <a:off x="10714481" y="2072766"/>
            <a:ext cx="1229360" cy="756920"/>
          </a:xfrm>
          <a:prstGeom prst="rect">
            <a:avLst/>
          </a:prstGeom>
        </p:spPr>
        <p:txBody>
          <a:bodyPr vert="horz" wrap="square" lIns="0" tIns="12700" rIns="0" bIns="0" rtlCol="0">
            <a:spAutoFit/>
          </a:bodyPr>
          <a:lstStyle/>
          <a:p>
            <a:pPr marL="213995" marR="5080" indent="-201930">
              <a:lnSpc>
                <a:spcPct val="100000"/>
              </a:lnSpc>
              <a:spcBef>
                <a:spcPts val="100"/>
              </a:spcBef>
              <a:tabLst>
                <a:tab pos="793115" algn="l"/>
              </a:tabLst>
            </a:pPr>
            <a:r>
              <a:rPr sz="2400" spc="-5" dirty="0">
                <a:solidFill>
                  <a:srgbClr val="C00000"/>
                </a:solidFill>
                <a:latin typeface="Arial MT"/>
                <a:cs typeface="Arial MT"/>
              </a:rPr>
              <a:t>genera</a:t>
            </a:r>
            <a:r>
              <a:rPr sz="2400" dirty="0">
                <a:solidFill>
                  <a:srgbClr val="C00000"/>
                </a:solidFill>
                <a:latin typeface="Arial MT"/>
                <a:cs typeface="Arial MT"/>
              </a:rPr>
              <a:t>t</a:t>
            </a:r>
            <a:r>
              <a:rPr sz="2400" spc="-5" dirty="0">
                <a:solidFill>
                  <a:srgbClr val="C00000"/>
                </a:solidFill>
                <a:latin typeface="Arial MT"/>
                <a:cs typeface="Arial MT"/>
              </a:rPr>
              <a:t>e  </a:t>
            </a:r>
            <a:r>
              <a:rPr sz="2400" dirty="0">
                <a:solidFill>
                  <a:srgbClr val="C00000"/>
                </a:solidFill>
                <a:latin typeface="Arial MT"/>
                <a:cs typeface="Arial MT"/>
              </a:rPr>
              <a:t>for	</a:t>
            </a:r>
            <a:r>
              <a:rPr sz="2400" spc="-10" dirty="0">
                <a:solidFill>
                  <a:srgbClr val="C00000"/>
                </a:solidFill>
                <a:latin typeface="Arial MT"/>
                <a:cs typeface="Arial MT"/>
              </a:rPr>
              <a:t>eg</a:t>
            </a:r>
            <a:r>
              <a:rPr sz="2400" dirty="0">
                <a:solidFill>
                  <a:srgbClr val="C00000"/>
                </a:solidFill>
                <a:latin typeface="Arial MT"/>
                <a:cs typeface="Arial MT"/>
              </a:rPr>
              <a:t>:</a:t>
            </a:r>
            <a:endParaRPr sz="2400">
              <a:latin typeface="Arial MT"/>
              <a:cs typeface="Arial MT"/>
            </a:endParaRPr>
          </a:p>
        </p:txBody>
      </p:sp>
      <p:sp>
        <p:nvSpPr>
          <p:cNvPr id="7" name="object 7"/>
          <p:cNvSpPr txBox="1"/>
          <p:nvPr/>
        </p:nvSpPr>
        <p:spPr>
          <a:xfrm>
            <a:off x="8513826" y="2072766"/>
            <a:ext cx="1009650" cy="1489075"/>
          </a:xfrm>
          <a:prstGeom prst="rect">
            <a:avLst/>
          </a:prstGeom>
        </p:spPr>
        <p:txBody>
          <a:bodyPr vert="horz" wrap="square" lIns="0" tIns="12700" rIns="0" bIns="0" rtlCol="0">
            <a:spAutoFit/>
          </a:bodyPr>
          <a:lstStyle/>
          <a:p>
            <a:pPr marL="266700" indent="-254635">
              <a:lnSpc>
                <a:spcPct val="100000"/>
              </a:lnSpc>
              <a:spcBef>
                <a:spcPts val="100"/>
              </a:spcBef>
              <a:buSzPct val="95833"/>
              <a:buAutoNum type="arabicPeriod"/>
              <a:tabLst>
                <a:tab pos="267335" algn="l"/>
              </a:tabLst>
            </a:pPr>
            <a:r>
              <a:rPr sz="2400" spc="-5" dirty="0">
                <a:solidFill>
                  <a:srgbClr val="C00000"/>
                </a:solidFill>
                <a:latin typeface="Arial MT"/>
                <a:cs typeface="Arial MT"/>
              </a:rPr>
              <a:t>CPU</a:t>
            </a:r>
            <a:endParaRPr sz="2400" dirty="0">
              <a:latin typeface="Arial MT"/>
              <a:cs typeface="Arial MT"/>
            </a:endParaRPr>
          </a:p>
          <a:p>
            <a:pPr marL="12700" marR="123189">
              <a:lnSpc>
                <a:spcPct val="100000"/>
              </a:lnSpc>
            </a:pPr>
            <a:r>
              <a:rPr sz="2400" spc="-5" dirty="0">
                <a:solidFill>
                  <a:srgbClr val="C00000"/>
                </a:solidFill>
                <a:latin typeface="Arial MT"/>
                <a:cs typeface="Arial MT"/>
              </a:rPr>
              <a:t>logi</a:t>
            </a:r>
            <a:r>
              <a:rPr sz="2400" dirty="0">
                <a:solidFill>
                  <a:srgbClr val="C00000"/>
                </a:solidFill>
                <a:latin typeface="Arial MT"/>
                <a:cs typeface="Arial MT"/>
              </a:rPr>
              <a:t>ca</a:t>
            </a:r>
            <a:r>
              <a:rPr sz="2400" spc="-5" dirty="0">
                <a:solidFill>
                  <a:srgbClr val="C00000"/>
                </a:solidFill>
                <a:latin typeface="Arial MT"/>
                <a:cs typeface="Arial MT"/>
              </a:rPr>
              <a:t>l  346</a:t>
            </a:r>
            <a:endParaRPr sz="2400" dirty="0">
              <a:latin typeface="Arial MT"/>
              <a:cs typeface="Arial MT"/>
            </a:endParaRPr>
          </a:p>
          <a:p>
            <a:pPr marL="266700" indent="-254635">
              <a:lnSpc>
                <a:spcPct val="100000"/>
              </a:lnSpc>
              <a:buSzPct val="95833"/>
              <a:buAutoNum type="arabicPeriod" startAt="2"/>
              <a:tabLst>
                <a:tab pos="267335" algn="l"/>
              </a:tabLst>
            </a:pPr>
            <a:r>
              <a:rPr sz="2400" dirty="0">
                <a:solidFill>
                  <a:srgbClr val="001F5F"/>
                </a:solidFill>
                <a:latin typeface="Arial MT"/>
                <a:cs typeface="Arial MT"/>
              </a:rPr>
              <a:t>MMU</a:t>
            </a:r>
            <a:endParaRPr sz="2400" dirty="0">
              <a:latin typeface="Arial MT"/>
              <a:cs typeface="Arial MT"/>
            </a:endParaRPr>
          </a:p>
        </p:txBody>
      </p:sp>
      <p:sp>
        <p:nvSpPr>
          <p:cNvPr id="8" name="object 8"/>
          <p:cNvSpPr txBox="1"/>
          <p:nvPr/>
        </p:nvSpPr>
        <p:spPr>
          <a:xfrm>
            <a:off x="9705593" y="3170301"/>
            <a:ext cx="2239010" cy="391160"/>
          </a:xfrm>
          <a:prstGeom prst="rect">
            <a:avLst/>
          </a:prstGeom>
        </p:spPr>
        <p:txBody>
          <a:bodyPr vert="horz" wrap="square" lIns="0" tIns="12700" rIns="0" bIns="0" rtlCol="0">
            <a:spAutoFit/>
          </a:bodyPr>
          <a:lstStyle/>
          <a:p>
            <a:pPr marL="12700">
              <a:lnSpc>
                <a:spcPct val="100000"/>
              </a:lnSpc>
              <a:spcBef>
                <a:spcPts val="100"/>
              </a:spcBef>
              <a:tabLst>
                <a:tab pos="644525" algn="l"/>
                <a:tab pos="2056130" algn="l"/>
              </a:tabLst>
            </a:pPr>
            <a:r>
              <a:rPr sz="2400" spc="-5" dirty="0">
                <a:solidFill>
                  <a:srgbClr val="001F5F"/>
                </a:solidFill>
                <a:latin typeface="Arial MT"/>
                <a:cs typeface="Arial MT"/>
              </a:rPr>
              <a:t>w</a:t>
            </a:r>
            <a:r>
              <a:rPr sz="2400" spc="-15" dirty="0">
                <a:solidFill>
                  <a:srgbClr val="001F5F"/>
                </a:solidFill>
                <a:latin typeface="Arial MT"/>
                <a:cs typeface="Arial MT"/>
              </a:rPr>
              <a:t>i</a:t>
            </a:r>
            <a:r>
              <a:rPr sz="2400" spc="-5" dirty="0">
                <a:solidFill>
                  <a:srgbClr val="001F5F"/>
                </a:solidFill>
                <a:latin typeface="Arial MT"/>
                <a:cs typeface="Arial MT"/>
              </a:rPr>
              <a:t>ll</a:t>
            </a:r>
            <a:r>
              <a:rPr sz="2400" dirty="0">
                <a:solidFill>
                  <a:srgbClr val="001F5F"/>
                </a:solidFill>
                <a:latin typeface="Arial MT"/>
                <a:cs typeface="Arial MT"/>
              </a:rPr>
              <a:t>	</a:t>
            </a:r>
            <a:r>
              <a:rPr sz="2400" spc="-5" dirty="0">
                <a:solidFill>
                  <a:srgbClr val="001F5F"/>
                </a:solidFill>
                <a:latin typeface="Arial MT"/>
                <a:cs typeface="Arial MT"/>
              </a:rPr>
              <a:t>ge</a:t>
            </a:r>
            <a:r>
              <a:rPr sz="2400" spc="-15" dirty="0">
                <a:solidFill>
                  <a:srgbClr val="001F5F"/>
                </a:solidFill>
                <a:latin typeface="Arial MT"/>
                <a:cs typeface="Arial MT"/>
              </a:rPr>
              <a:t>n</a:t>
            </a:r>
            <a:r>
              <a:rPr sz="2400" spc="-5" dirty="0">
                <a:solidFill>
                  <a:srgbClr val="001F5F"/>
                </a:solidFill>
                <a:latin typeface="Arial MT"/>
                <a:cs typeface="Arial MT"/>
              </a:rPr>
              <a:t>erate</a:t>
            </a:r>
            <a:r>
              <a:rPr sz="2400" dirty="0">
                <a:solidFill>
                  <a:srgbClr val="001F5F"/>
                </a:solidFill>
                <a:latin typeface="Arial MT"/>
                <a:cs typeface="Arial MT"/>
              </a:rPr>
              <a:t>	</a:t>
            </a:r>
            <a:r>
              <a:rPr sz="2400" spc="-5" dirty="0">
                <a:solidFill>
                  <a:srgbClr val="001F5F"/>
                </a:solidFill>
                <a:latin typeface="Arial MT"/>
                <a:cs typeface="Arial MT"/>
              </a:rPr>
              <a:t>a</a:t>
            </a:r>
            <a:endParaRPr sz="2400">
              <a:latin typeface="Arial MT"/>
              <a:cs typeface="Arial MT"/>
            </a:endParaRPr>
          </a:p>
        </p:txBody>
      </p:sp>
      <p:sp>
        <p:nvSpPr>
          <p:cNvPr id="9" name="object 9"/>
          <p:cNvSpPr txBox="1"/>
          <p:nvPr/>
        </p:nvSpPr>
        <p:spPr>
          <a:xfrm>
            <a:off x="8513826" y="3536060"/>
            <a:ext cx="3429635" cy="756920"/>
          </a:xfrm>
          <a:prstGeom prst="rect">
            <a:avLst/>
          </a:prstGeom>
        </p:spPr>
        <p:txBody>
          <a:bodyPr vert="horz" wrap="square" lIns="0" tIns="12700" rIns="0" bIns="0" rtlCol="0">
            <a:spAutoFit/>
          </a:bodyPr>
          <a:lstStyle/>
          <a:p>
            <a:pPr marL="12700" marR="5080">
              <a:lnSpc>
                <a:spcPct val="100000"/>
              </a:lnSpc>
              <a:spcBef>
                <a:spcPts val="100"/>
              </a:spcBef>
              <a:tabLst>
                <a:tab pos="1485900" algn="l"/>
                <a:tab pos="2653665" algn="l"/>
              </a:tabLst>
            </a:pPr>
            <a:r>
              <a:rPr sz="2400" spc="-5" dirty="0">
                <a:solidFill>
                  <a:srgbClr val="001F5F"/>
                </a:solidFill>
                <a:latin typeface="Arial MT"/>
                <a:cs typeface="Arial MT"/>
              </a:rPr>
              <a:t>relocation	register	(base  register)</a:t>
            </a:r>
            <a:r>
              <a:rPr sz="2400" spc="5" dirty="0">
                <a:solidFill>
                  <a:srgbClr val="001F5F"/>
                </a:solidFill>
                <a:latin typeface="Arial MT"/>
                <a:cs typeface="Arial MT"/>
              </a:rPr>
              <a:t> </a:t>
            </a:r>
            <a:r>
              <a:rPr sz="2400" dirty="0">
                <a:solidFill>
                  <a:srgbClr val="001F5F"/>
                </a:solidFill>
                <a:latin typeface="Arial MT"/>
                <a:cs typeface="Arial MT"/>
              </a:rPr>
              <a:t>for</a:t>
            </a:r>
            <a:r>
              <a:rPr sz="2400" spc="-20" dirty="0">
                <a:solidFill>
                  <a:srgbClr val="001F5F"/>
                </a:solidFill>
                <a:latin typeface="Arial MT"/>
                <a:cs typeface="Arial MT"/>
              </a:rPr>
              <a:t> </a:t>
            </a:r>
            <a:r>
              <a:rPr sz="2400" spc="-5" dirty="0">
                <a:solidFill>
                  <a:srgbClr val="001F5F"/>
                </a:solidFill>
                <a:latin typeface="Arial MT"/>
                <a:cs typeface="Arial MT"/>
              </a:rPr>
              <a:t>eg:</a:t>
            </a:r>
            <a:r>
              <a:rPr sz="2400" spc="-10" dirty="0">
                <a:solidFill>
                  <a:srgbClr val="001F5F"/>
                </a:solidFill>
                <a:latin typeface="Arial MT"/>
                <a:cs typeface="Arial MT"/>
              </a:rPr>
              <a:t> </a:t>
            </a:r>
            <a:r>
              <a:rPr sz="2400" spc="-5" dirty="0">
                <a:solidFill>
                  <a:srgbClr val="001F5F"/>
                </a:solidFill>
                <a:latin typeface="Arial MT"/>
                <a:cs typeface="Arial MT"/>
              </a:rPr>
              <a:t>14000</a:t>
            </a:r>
            <a:endParaRPr sz="2400">
              <a:latin typeface="Arial MT"/>
              <a:cs typeface="Arial MT"/>
            </a:endParaRPr>
          </a:p>
        </p:txBody>
      </p:sp>
      <p:sp>
        <p:nvSpPr>
          <p:cNvPr id="10" name="object 10"/>
          <p:cNvSpPr txBox="1"/>
          <p:nvPr/>
        </p:nvSpPr>
        <p:spPr>
          <a:xfrm>
            <a:off x="8513826" y="4267580"/>
            <a:ext cx="1127125" cy="757555"/>
          </a:xfrm>
          <a:prstGeom prst="rect">
            <a:avLst/>
          </a:prstGeom>
        </p:spPr>
        <p:txBody>
          <a:bodyPr vert="horz" wrap="square" lIns="0" tIns="12700" rIns="0" bIns="0" rtlCol="0">
            <a:spAutoFit/>
          </a:bodyPr>
          <a:lstStyle/>
          <a:p>
            <a:pPr marL="12700">
              <a:lnSpc>
                <a:spcPct val="100000"/>
              </a:lnSpc>
              <a:spcBef>
                <a:spcPts val="100"/>
              </a:spcBef>
            </a:pPr>
            <a:r>
              <a:rPr sz="2400" spc="-5" dirty="0">
                <a:solidFill>
                  <a:schemeClr val="accent2">
                    <a:lumMod val="75000"/>
                  </a:schemeClr>
                </a:solidFill>
                <a:latin typeface="Arial MT"/>
                <a:cs typeface="Arial MT"/>
              </a:rPr>
              <a:t>3.In</a:t>
            </a:r>
            <a:endParaRPr sz="2400" dirty="0">
              <a:solidFill>
                <a:schemeClr val="accent2">
                  <a:lumMod val="75000"/>
                </a:schemeClr>
              </a:solidFill>
              <a:latin typeface="Arial MT"/>
              <a:cs typeface="Arial MT"/>
            </a:endParaRPr>
          </a:p>
          <a:p>
            <a:pPr marL="12700">
              <a:lnSpc>
                <a:spcPct val="100000"/>
              </a:lnSpc>
            </a:pPr>
            <a:r>
              <a:rPr sz="2400" spc="-5" dirty="0">
                <a:solidFill>
                  <a:schemeClr val="accent2">
                    <a:lumMod val="75000"/>
                  </a:schemeClr>
                </a:solidFill>
                <a:latin typeface="Arial MT"/>
                <a:cs typeface="Arial MT"/>
              </a:rPr>
              <a:t>physical</a:t>
            </a:r>
            <a:endParaRPr sz="2400" dirty="0">
              <a:solidFill>
                <a:schemeClr val="accent2">
                  <a:lumMod val="75000"/>
                </a:schemeClr>
              </a:solidFill>
              <a:latin typeface="Arial MT"/>
              <a:cs typeface="Arial MT"/>
            </a:endParaRPr>
          </a:p>
        </p:txBody>
      </p:sp>
      <p:sp>
        <p:nvSpPr>
          <p:cNvPr id="11" name="object 11"/>
          <p:cNvSpPr txBox="1"/>
          <p:nvPr/>
        </p:nvSpPr>
        <p:spPr>
          <a:xfrm>
            <a:off x="9678161" y="4267580"/>
            <a:ext cx="2265680" cy="757555"/>
          </a:xfrm>
          <a:prstGeom prst="rect">
            <a:avLst/>
          </a:prstGeom>
        </p:spPr>
        <p:txBody>
          <a:bodyPr vert="horz" wrap="square" lIns="0" tIns="12700" rIns="0" bIns="0" rtlCol="0">
            <a:spAutoFit/>
          </a:bodyPr>
          <a:lstStyle/>
          <a:p>
            <a:pPr marL="449580" marR="5080" indent="-437515">
              <a:lnSpc>
                <a:spcPct val="100000"/>
              </a:lnSpc>
              <a:spcBef>
                <a:spcPts val="100"/>
              </a:spcBef>
              <a:tabLst>
                <a:tab pos="1829435" algn="l"/>
                <a:tab pos="2033270" algn="l"/>
              </a:tabLst>
            </a:pPr>
            <a:r>
              <a:rPr sz="2400" spc="-5" dirty="0">
                <a:solidFill>
                  <a:schemeClr val="accent2">
                    <a:lumMod val="75000"/>
                  </a:schemeClr>
                </a:solidFill>
                <a:latin typeface="Arial MT"/>
                <a:cs typeface="Arial MT"/>
              </a:rPr>
              <a:t>m</a:t>
            </a:r>
            <a:r>
              <a:rPr sz="2400" spc="-15" dirty="0">
                <a:solidFill>
                  <a:schemeClr val="accent2">
                    <a:lumMod val="75000"/>
                  </a:schemeClr>
                </a:solidFill>
                <a:latin typeface="Arial MT"/>
                <a:cs typeface="Arial MT"/>
              </a:rPr>
              <a:t>e</a:t>
            </a:r>
            <a:r>
              <a:rPr sz="2400" spc="-5" dirty="0">
                <a:solidFill>
                  <a:schemeClr val="accent2">
                    <a:lumMod val="75000"/>
                  </a:schemeClr>
                </a:solidFill>
                <a:latin typeface="Arial MT"/>
                <a:cs typeface="Arial MT"/>
              </a:rPr>
              <a:t>mor</a:t>
            </a:r>
            <a:r>
              <a:rPr sz="2400" spc="-180" dirty="0">
                <a:solidFill>
                  <a:schemeClr val="accent2">
                    <a:lumMod val="75000"/>
                  </a:schemeClr>
                </a:solidFill>
                <a:latin typeface="Arial MT"/>
                <a:cs typeface="Arial MT"/>
              </a:rPr>
              <a:t>y</a:t>
            </a:r>
            <a:r>
              <a:rPr sz="2400" dirty="0">
                <a:solidFill>
                  <a:schemeClr val="accent2">
                    <a:lumMod val="75000"/>
                  </a:schemeClr>
                </a:solidFill>
                <a:latin typeface="Arial MT"/>
                <a:cs typeface="Arial MT"/>
              </a:rPr>
              <a:t>,	t</a:t>
            </a:r>
            <a:r>
              <a:rPr sz="2400" spc="-10" dirty="0">
                <a:solidFill>
                  <a:schemeClr val="accent2">
                    <a:lumMod val="75000"/>
                  </a:schemeClr>
                </a:solidFill>
                <a:latin typeface="Arial MT"/>
                <a:cs typeface="Arial MT"/>
              </a:rPr>
              <a:t>h</a:t>
            </a:r>
            <a:r>
              <a:rPr sz="2400" spc="-5" dirty="0">
                <a:solidFill>
                  <a:schemeClr val="accent2">
                    <a:lumMod val="75000"/>
                  </a:schemeClr>
                </a:solidFill>
                <a:latin typeface="Arial MT"/>
                <a:cs typeface="Arial MT"/>
              </a:rPr>
              <a:t>e  ad</a:t>
            </a:r>
            <a:r>
              <a:rPr sz="2400" spc="-15" dirty="0">
                <a:solidFill>
                  <a:schemeClr val="accent2">
                    <a:lumMod val="75000"/>
                  </a:schemeClr>
                </a:solidFill>
                <a:latin typeface="Arial MT"/>
                <a:cs typeface="Arial MT"/>
              </a:rPr>
              <a:t>d</a:t>
            </a:r>
            <a:r>
              <a:rPr sz="2400" spc="-5" dirty="0">
                <a:solidFill>
                  <a:schemeClr val="accent2">
                    <a:lumMod val="75000"/>
                  </a:schemeClr>
                </a:solidFill>
                <a:latin typeface="Arial MT"/>
                <a:cs typeface="Arial MT"/>
              </a:rPr>
              <a:t>re</a:t>
            </a:r>
            <a:r>
              <a:rPr sz="2400" spc="5" dirty="0">
                <a:solidFill>
                  <a:schemeClr val="accent2">
                    <a:lumMod val="75000"/>
                  </a:schemeClr>
                </a:solidFill>
                <a:latin typeface="Arial MT"/>
                <a:cs typeface="Arial MT"/>
              </a:rPr>
              <a:t>s</a:t>
            </a:r>
            <a:r>
              <a:rPr sz="2400" dirty="0">
                <a:solidFill>
                  <a:schemeClr val="accent2">
                    <a:lumMod val="75000"/>
                  </a:schemeClr>
                </a:solidFill>
                <a:latin typeface="Arial MT"/>
                <a:cs typeface="Arial MT"/>
              </a:rPr>
              <a:t>s		</a:t>
            </a:r>
            <a:r>
              <a:rPr sz="2400" spc="-10" dirty="0">
                <a:solidFill>
                  <a:schemeClr val="accent2">
                    <a:lumMod val="75000"/>
                  </a:schemeClr>
                </a:solidFill>
                <a:latin typeface="Arial MT"/>
                <a:cs typeface="Arial MT"/>
              </a:rPr>
              <a:t>is</a:t>
            </a:r>
            <a:endParaRPr sz="2400" dirty="0">
              <a:solidFill>
                <a:schemeClr val="accent2">
                  <a:lumMod val="75000"/>
                </a:schemeClr>
              </a:solidFill>
              <a:latin typeface="Arial MT"/>
              <a:cs typeface="Arial MT"/>
            </a:endParaRPr>
          </a:p>
        </p:txBody>
      </p:sp>
      <p:sp>
        <p:nvSpPr>
          <p:cNvPr id="12" name="object 12"/>
          <p:cNvSpPr txBox="1"/>
          <p:nvPr/>
        </p:nvSpPr>
        <p:spPr>
          <a:xfrm>
            <a:off x="8513826" y="4999482"/>
            <a:ext cx="3429000" cy="756920"/>
          </a:xfrm>
          <a:prstGeom prst="rect">
            <a:avLst/>
          </a:prstGeom>
        </p:spPr>
        <p:txBody>
          <a:bodyPr vert="horz" wrap="square" lIns="0" tIns="12700" rIns="0" bIns="0" rtlCol="0">
            <a:spAutoFit/>
          </a:bodyPr>
          <a:lstStyle/>
          <a:p>
            <a:pPr marL="12700" marR="5080">
              <a:lnSpc>
                <a:spcPct val="100000"/>
              </a:lnSpc>
              <a:spcBef>
                <a:spcPts val="100"/>
              </a:spcBef>
              <a:tabLst>
                <a:tab pos="1175385" algn="l"/>
              </a:tabLst>
            </a:pPr>
            <a:r>
              <a:rPr sz="2400" spc="-5" dirty="0">
                <a:solidFill>
                  <a:schemeClr val="accent2">
                    <a:lumMod val="75000"/>
                  </a:schemeClr>
                </a:solidFill>
                <a:latin typeface="Arial MT"/>
                <a:cs typeface="Arial MT"/>
              </a:rPr>
              <a:t>l</a:t>
            </a:r>
            <a:r>
              <a:rPr sz="2400" spc="-15" dirty="0">
                <a:solidFill>
                  <a:schemeClr val="accent2">
                    <a:lumMod val="75000"/>
                  </a:schemeClr>
                </a:solidFill>
                <a:latin typeface="Arial MT"/>
                <a:cs typeface="Arial MT"/>
              </a:rPr>
              <a:t>o</a:t>
            </a:r>
            <a:r>
              <a:rPr sz="2400" spc="5" dirty="0">
                <a:solidFill>
                  <a:schemeClr val="accent2">
                    <a:lumMod val="75000"/>
                  </a:schemeClr>
                </a:solidFill>
                <a:latin typeface="Arial MT"/>
                <a:cs typeface="Arial MT"/>
              </a:rPr>
              <a:t>c</a:t>
            </a:r>
            <a:r>
              <a:rPr sz="2400" spc="-5" dirty="0">
                <a:solidFill>
                  <a:schemeClr val="accent2">
                    <a:lumMod val="75000"/>
                  </a:schemeClr>
                </a:solidFill>
                <a:latin typeface="Arial MT"/>
                <a:cs typeface="Arial MT"/>
              </a:rPr>
              <a:t>ated</a:t>
            </a:r>
            <a:r>
              <a:rPr sz="2400" dirty="0">
                <a:solidFill>
                  <a:schemeClr val="accent2">
                    <a:lumMod val="75000"/>
                  </a:schemeClr>
                </a:solidFill>
                <a:latin typeface="Arial MT"/>
                <a:cs typeface="Arial MT"/>
              </a:rPr>
              <a:t>	</a:t>
            </a:r>
            <a:r>
              <a:rPr sz="2400" spc="-10" dirty="0">
                <a:solidFill>
                  <a:schemeClr val="accent2">
                    <a:lumMod val="75000"/>
                  </a:schemeClr>
                </a:solidFill>
                <a:latin typeface="Arial MT"/>
                <a:cs typeface="Arial MT"/>
              </a:rPr>
              <a:t>e</a:t>
            </a:r>
            <a:r>
              <a:rPr sz="2400" dirty="0">
                <a:solidFill>
                  <a:schemeClr val="accent2">
                    <a:lumMod val="75000"/>
                  </a:schemeClr>
                </a:solidFill>
                <a:latin typeface="Arial MT"/>
                <a:cs typeface="Arial MT"/>
              </a:rPr>
              <a:t>g:(</a:t>
            </a:r>
            <a:r>
              <a:rPr sz="2400" spc="-10" dirty="0">
                <a:solidFill>
                  <a:schemeClr val="accent2">
                    <a:lumMod val="75000"/>
                  </a:schemeClr>
                </a:solidFill>
                <a:latin typeface="Arial MT"/>
                <a:cs typeface="Arial MT"/>
              </a:rPr>
              <a:t>346</a:t>
            </a:r>
            <a:r>
              <a:rPr sz="2400" dirty="0">
                <a:solidFill>
                  <a:schemeClr val="accent2">
                    <a:lumMod val="75000"/>
                  </a:schemeClr>
                </a:solidFill>
                <a:latin typeface="Arial MT"/>
                <a:cs typeface="Arial MT"/>
              </a:rPr>
              <a:t>+</a:t>
            </a:r>
            <a:r>
              <a:rPr sz="2400" spc="-5" dirty="0">
                <a:solidFill>
                  <a:schemeClr val="accent2">
                    <a:lumMod val="75000"/>
                  </a:schemeClr>
                </a:solidFill>
                <a:latin typeface="Arial MT"/>
                <a:cs typeface="Arial MT"/>
              </a:rPr>
              <a:t>140</a:t>
            </a:r>
            <a:r>
              <a:rPr sz="2400" spc="5" dirty="0">
                <a:solidFill>
                  <a:schemeClr val="accent2">
                    <a:lumMod val="75000"/>
                  </a:schemeClr>
                </a:solidFill>
                <a:latin typeface="Arial MT"/>
                <a:cs typeface="Arial MT"/>
              </a:rPr>
              <a:t>0</a:t>
            </a:r>
            <a:r>
              <a:rPr sz="2400" spc="-5" dirty="0">
                <a:solidFill>
                  <a:schemeClr val="accent2">
                    <a:lumMod val="75000"/>
                  </a:schemeClr>
                </a:solidFill>
                <a:latin typeface="Arial MT"/>
                <a:cs typeface="Arial MT"/>
              </a:rPr>
              <a:t>0</a:t>
            </a:r>
            <a:r>
              <a:rPr sz="2400" dirty="0">
                <a:solidFill>
                  <a:schemeClr val="accent2">
                    <a:lumMod val="75000"/>
                  </a:schemeClr>
                </a:solidFill>
                <a:latin typeface="Arial MT"/>
                <a:cs typeface="Arial MT"/>
              </a:rPr>
              <a:t>=  </a:t>
            </a:r>
            <a:r>
              <a:rPr sz="2400" spc="-5" dirty="0">
                <a:solidFill>
                  <a:schemeClr val="accent2">
                    <a:lumMod val="75000"/>
                  </a:schemeClr>
                </a:solidFill>
                <a:latin typeface="Arial MT"/>
                <a:cs typeface="Arial MT"/>
              </a:rPr>
              <a:t>14346)</a:t>
            </a:r>
            <a:endParaRPr sz="2400" dirty="0">
              <a:solidFill>
                <a:schemeClr val="accent2">
                  <a:lumMod val="75000"/>
                </a:schemeClr>
              </a:solidFill>
              <a:latin typeface="Arial MT"/>
              <a:cs typeface="Arial MT"/>
            </a:endParaRPr>
          </a:p>
        </p:txBody>
      </p:sp>
      <p:sp>
        <p:nvSpPr>
          <p:cNvPr id="16" name="object 3"/>
          <p:cNvSpPr txBox="1">
            <a:spLocks noGrp="1"/>
          </p:cNvSpPr>
          <p:nvPr>
            <p:ph type="title"/>
          </p:nvPr>
        </p:nvSpPr>
        <p:spPr>
          <a:xfrm>
            <a:off x="1146629" y="813983"/>
            <a:ext cx="6288586" cy="504625"/>
          </a:xfrm>
          <a:prstGeom prst="rect">
            <a:avLst/>
          </a:prstGeom>
        </p:spPr>
        <p:txBody>
          <a:bodyPr vert="horz" wrap="square" lIns="0" tIns="12065" rIns="0" bIns="0" rtlCol="0">
            <a:spAutoFit/>
          </a:bodyPr>
          <a:lstStyle/>
          <a:p>
            <a:pPr marL="12700">
              <a:lnSpc>
                <a:spcPct val="100000"/>
              </a:lnSpc>
              <a:spcBef>
                <a:spcPts val="95"/>
              </a:spcBef>
            </a:pPr>
            <a:r>
              <a:rPr spc="-5" dirty="0"/>
              <a:t>Logical and Physical</a:t>
            </a:r>
            <a:r>
              <a:rPr spc="-175" dirty="0"/>
              <a:t> </a:t>
            </a:r>
            <a:r>
              <a:rPr spc="-10" dirty="0"/>
              <a:t>Address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p:nvPr/>
        </p:nvSpPr>
        <p:spPr>
          <a:xfrm>
            <a:off x="1395412" y="1881303"/>
            <a:ext cx="9398000" cy="2710357"/>
          </a:xfrm>
          <a:prstGeom prst="rect">
            <a:avLst/>
          </a:prstGeom>
        </p:spPr>
        <p:txBody>
          <a:bodyPr vert="horz" wrap="square" lIns="0" tIns="60325" rIns="0" bIns="0" rtlCol="0">
            <a:spAutoFit/>
          </a:bodyPr>
          <a:lstStyle/>
          <a:p>
            <a:pPr marL="12700" marR="5080">
              <a:lnSpc>
                <a:spcPct val="150000"/>
              </a:lnSpc>
              <a:spcBef>
                <a:spcPts val="475"/>
              </a:spcBef>
              <a:tabLst>
                <a:tab pos="523240" algn="l"/>
                <a:tab pos="1231900" algn="l"/>
                <a:tab pos="3010535" algn="l"/>
                <a:tab pos="4508500" algn="l"/>
                <a:tab pos="5534660" algn="l"/>
                <a:tab pos="6264910" algn="l"/>
                <a:tab pos="7031355" algn="l"/>
                <a:tab pos="8970010" algn="l"/>
              </a:tabLst>
            </a:pPr>
            <a:r>
              <a:rPr sz="2800" spc="-5" dirty="0">
                <a:solidFill>
                  <a:srgbClr val="002060"/>
                </a:solidFill>
                <a:latin typeface="Times New Roman" panose="02020603050405020304" pitchFamily="18" charset="0"/>
                <a:cs typeface="Times New Roman" panose="02020603050405020304" pitchFamily="18" charset="0"/>
              </a:rPr>
              <a:t>In	the	Oper</a:t>
            </a:r>
            <a:r>
              <a:rPr sz="2800" dirty="0">
                <a:solidFill>
                  <a:srgbClr val="002060"/>
                </a:solidFill>
                <a:latin typeface="Times New Roman" panose="02020603050405020304" pitchFamily="18" charset="0"/>
                <a:cs typeface="Times New Roman" panose="02020603050405020304" pitchFamily="18" charset="0"/>
              </a:rPr>
              <a:t>a</a:t>
            </a:r>
            <a:r>
              <a:rPr sz="2800" spc="-5" dirty="0">
                <a:solidFill>
                  <a:srgbClr val="002060"/>
                </a:solidFill>
                <a:latin typeface="Times New Roman" panose="02020603050405020304" pitchFamily="18" charset="0"/>
                <a:cs typeface="Times New Roman" panose="02020603050405020304" pitchFamily="18" charset="0"/>
              </a:rPr>
              <a:t>ti</a:t>
            </a:r>
            <a:r>
              <a:rPr sz="2800" dirty="0">
                <a:solidFill>
                  <a:srgbClr val="002060"/>
                </a:solidFill>
                <a:latin typeface="Times New Roman" panose="02020603050405020304" pitchFamily="18" charset="0"/>
                <a:cs typeface="Times New Roman" panose="02020603050405020304" pitchFamily="18" charset="0"/>
              </a:rPr>
              <a:t>n</a:t>
            </a:r>
            <a:r>
              <a:rPr sz="2800" spc="-5" dirty="0">
                <a:solidFill>
                  <a:srgbClr val="002060"/>
                </a:solidFill>
                <a:latin typeface="Times New Roman" panose="02020603050405020304" pitchFamily="18" charset="0"/>
                <a:cs typeface="Times New Roman" panose="02020603050405020304" pitchFamily="18" charset="0"/>
              </a:rPr>
              <a:t>g</a:t>
            </a:r>
            <a:r>
              <a:rPr sz="280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Syst</a:t>
            </a:r>
            <a:r>
              <a:rPr sz="2800" dirty="0">
                <a:solidFill>
                  <a:srgbClr val="002060"/>
                </a:solidFill>
                <a:latin typeface="Times New Roman" panose="02020603050405020304" pitchFamily="18" charset="0"/>
                <a:cs typeface="Times New Roman" panose="02020603050405020304" pitchFamily="18" charset="0"/>
              </a:rPr>
              <a:t>e</a:t>
            </a:r>
            <a:r>
              <a:rPr sz="2800" spc="-5" dirty="0">
                <a:solidFill>
                  <a:srgbClr val="002060"/>
                </a:solidFill>
                <a:latin typeface="Times New Roman" panose="02020603050405020304" pitchFamily="18" charset="0"/>
                <a:cs typeface="Times New Roman" panose="02020603050405020304" pitchFamily="18" charset="0"/>
              </a:rPr>
              <a:t>m,</a:t>
            </a:r>
            <a:r>
              <a:rPr sz="280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th</a:t>
            </a:r>
            <a:r>
              <a:rPr sz="2800" dirty="0">
                <a:solidFill>
                  <a:srgbClr val="002060"/>
                </a:solidFill>
                <a:latin typeface="Times New Roman" panose="02020603050405020304" pitchFamily="18" charset="0"/>
                <a:cs typeface="Times New Roman" panose="02020603050405020304" pitchFamily="18" charset="0"/>
              </a:rPr>
              <a:t>e</a:t>
            </a:r>
            <a:r>
              <a:rPr sz="2800" spc="-5" dirty="0">
                <a:solidFill>
                  <a:srgbClr val="002060"/>
                </a:solidFill>
                <a:latin typeface="Times New Roman" panose="02020603050405020304" pitchFamily="18" charset="0"/>
                <a:cs typeface="Times New Roman" panose="02020603050405020304" pitchFamily="18" charset="0"/>
              </a:rPr>
              <a:t>re</a:t>
            </a:r>
            <a:r>
              <a:rPr sz="280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are</a:t>
            </a:r>
            <a:r>
              <a:rPr sz="280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two</a:t>
            </a:r>
            <a:r>
              <a:rPr sz="280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te</a:t>
            </a:r>
            <a:r>
              <a:rPr sz="2800" dirty="0">
                <a:solidFill>
                  <a:srgbClr val="002060"/>
                </a:solidFill>
                <a:latin typeface="Times New Roman" panose="02020603050405020304" pitchFamily="18" charset="0"/>
                <a:cs typeface="Times New Roman" panose="02020603050405020304" pitchFamily="18" charset="0"/>
              </a:rPr>
              <a:t>c</a:t>
            </a:r>
            <a:r>
              <a:rPr sz="2800" spc="-5" dirty="0">
                <a:solidFill>
                  <a:srgbClr val="002060"/>
                </a:solidFill>
                <a:latin typeface="Times New Roman" panose="02020603050405020304" pitchFamily="18" charset="0"/>
                <a:cs typeface="Times New Roman" panose="02020603050405020304" pitchFamily="18" charset="0"/>
              </a:rPr>
              <a:t>hn</a:t>
            </a:r>
            <a:r>
              <a:rPr sz="2800" dirty="0">
                <a:solidFill>
                  <a:srgbClr val="002060"/>
                </a:solidFill>
                <a:latin typeface="Times New Roman" panose="02020603050405020304" pitchFamily="18" charset="0"/>
                <a:cs typeface="Times New Roman" panose="02020603050405020304" pitchFamily="18" charset="0"/>
              </a:rPr>
              <a:t>i</a:t>
            </a:r>
            <a:r>
              <a:rPr sz="2800" spc="-5" dirty="0">
                <a:solidFill>
                  <a:srgbClr val="002060"/>
                </a:solidFill>
                <a:latin typeface="Times New Roman" panose="02020603050405020304" pitchFamily="18" charset="0"/>
                <a:cs typeface="Times New Roman" panose="02020603050405020304" pitchFamily="18" charset="0"/>
              </a:rPr>
              <a:t>qu</a:t>
            </a:r>
            <a:r>
              <a:rPr sz="2800" dirty="0">
                <a:solidFill>
                  <a:srgbClr val="002060"/>
                </a:solidFill>
                <a:latin typeface="Times New Roman" panose="02020603050405020304" pitchFamily="18" charset="0"/>
                <a:cs typeface="Times New Roman" panose="02020603050405020304" pitchFamily="18" charset="0"/>
              </a:rPr>
              <a:t>e</a:t>
            </a:r>
            <a:r>
              <a:rPr sz="2800" spc="-5" dirty="0">
                <a:solidFill>
                  <a:srgbClr val="002060"/>
                </a:solidFill>
                <a:latin typeface="Times New Roman" panose="02020603050405020304" pitchFamily="18" charset="0"/>
                <a:cs typeface="Times New Roman" panose="02020603050405020304" pitchFamily="18" charset="0"/>
              </a:rPr>
              <a:t>s</a:t>
            </a:r>
            <a:r>
              <a:rPr sz="280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for  memory</a:t>
            </a:r>
            <a:r>
              <a:rPr sz="2800" spc="25"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allocation</a:t>
            </a:r>
            <a:r>
              <a:rPr sz="2800" spc="30"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and</a:t>
            </a:r>
            <a:r>
              <a:rPr sz="2800" spc="5"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these </a:t>
            </a:r>
            <a:r>
              <a:rPr sz="2800" dirty="0">
                <a:solidFill>
                  <a:srgbClr val="002060"/>
                </a:solidFill>
                <a:latin typeface="Times New Roman" panose="02020603050405020304" pitchFamily="18" charset="0"/>
                <a:cs typeface="Times New Roman" panose="02020603050405020304" pitchFamily="18" charset="0"/>
              </a:rPr>
              <a:t>are</a:t>
            </a:r>
            <a:r>
              <a:rPr sz="2800" spc="5"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as</a:t>
            </a:r>
            <a:r>
              <a:rPr sz="2800" spc="5"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follows:</a:t>
            </a:r>
          </a:p>
          <a:p>
            <a:pPr marL="983615" indent="-514350">
              <a:lnSpc>
                <a:spcPct val="150000"/>
              </a:lnSpc>
              <a:spcBef>
                <a:spcPts val="215"/>
              </a:spcBef>
              <a:buSzPct val="80357"/>
              <a:buFont typeface="+mj-lt"/>
              <a:buAutoNum type="arabicPeriod"/>
              <a:tabLst>
                <a:tab pos="698500" algn="l"/>
                <a:tab pos="699135" algn="l"/>
              </a:tabLst>
            </a:pPr>
            <a:r>
              <a:rPr sz="2800" spc="-5" dirty="0">
                <a:solidFill>
                  <a:srgbClr val="624722"/>
                </a:solidFill>
                <a:latin typeface="Times New Roman" panose="02020603050405020304" pitchFamily="18" charset="0"/>
                <a:cs typeface="Times New Roman" panose="02020603050405020304" pitchFamily="18" charset="0"/>
              </a:rPr>
              <a:t>Contiguous</a:t>
            </a:r>
            <a:r>
              <a:rPr sz="2800" spc="35" dirty="0">
                <a:solidFill>
                  <a:srgbClr val="624722"/>
                </a:solidFill>
                <a:latin typeface="Times New Roman" panose="02020603050405020304" pitchFamily="18" charset="0"/>
                <a:cs typeface="Times New Roman" panose="02020603050405020304" pitchFamily="18" charset="0"/>
              </a:rPr>
              <a:t> </a:t>
            </a:r>
            <a:r>
              <a:rPr sz="2800" spc="-5" dirty="0">
                <a:solidFill>
                  <a:srgbClr val="624722"/>
                </a:solidFill>
                <a:latin typeface="Times New Roman" panose="02020603050405020304" pitchFamily="18" charset="0"/>
                <a:cs typeface="Times New Roman" panose="02020603050405020304" pitchFamily="18" charset="0"/>
              </a:rPr>
              <a:t>Memory</a:t>
            </a:r>
            <a:r>
              <a:rPr sz="2800" spc="-130" dirty="0">
                <a:solidFill>
                  <a:srgbClr val="624722"/>
                </a:solidFill>
                <a:latin typeface="Times New Roman" panose="02020603050405020304" pitchFamily="18" charset="0"/>
                <a:cs typeface="Times New Roman" panose="02020603050405020304" pitchFamily="18" charset="0"/>
              </a:rPr>
              <a:t> </a:t>
            </a:r>
            <a:r>
              <a:rPr sz="2800" spc="-5" dirty="0">
                <a:solidFill>
                  <a:srgbClr val="624722"/>
                </a:solidFill>
                <a:latin typeface="Times New Roman" panose="02020603050405020304" pitchFamily="18" charset="0"/>
                <a:cs typeface="Times New Roman" panose="02020603050405020304" pitchFamily="18" charset="0"/>
              </a:rPr>
              <a:t>Allocation</a:t>
            </a:r>
            <a:endParaRPr sz="2800" dirty="0">
              <a:latin typeface="Times New Roman" panose="02020603050405020304" pitchFamily="18" charset="0"/>
              <a:cs typeface="Times New Roman" panose="02020603050405020304" pitchFamily="18" charset="0"/>
            </a:endParaRPr>
          </a:p>
          <a:p>
            <a:pPr marL="983615" indent="-514350">
              <a:lnSpc>
                <a:spcPct val="150000"/>
              </a:lnSpc>
              <a:spcBef>
                <a:spcPts val="260"/>
              </a:spcBef>
              <a:buSzPct val="80357"/>
              <a:buFont typeface="+mj-lt"/>
              <a:buAutoNum type="arabicPeriod"/>
              <a:tabLst>
                <a:tab pos="698500" algn="l"/>
                <a:tab pos="699135" algn="l"/>
              </a:tabLst>
            </a:pPr>
            <a:r>
              <a:rPr sz="2800" spc="-5" dirty="0">
                <a:solidFill>
                  <a:srgbClr val="624722"/>
                </a:solidFill>
                <a:latin typeface="Times New Roman" panose="02020603050405020304" pitchFamily="18" charset="0"/>
                <a:cs typeface="Times New Roman" panose="02020603050405020304" pitchFamily="18" charset="0"/>
              </a:rPr>
              <a:t>Non-Contiguous</a:t>
            </a:r>
            <a:r>
              <a:rPr sz="2800" spc="50" dirty="0">
                <a:solidFill>
                  <a:srgbClr val="624722"/>
                </a:solidFill>
                <a:latin typeface="Times New Roman" panose="02020603050405020304" pitchFamily="18" charset="0"/>
                <a:cs typeface="Times New Roman" panose="02020603050405020304" pitchFamily="18" charset="0"/>
              </a:rPr>
              <a:t> </a:t>
            </a:r>
            <a:r>
              <a:rPr sz="2800" spc="-5" dirty="0">
                <a:solidFill>
                  <a:srgbClr val="624722"/>
                </a:solidFill>
                <a:latin typeface="Times New Roman" panose="02020603050405020304" pitchFamily="18" charset="0"/>
                <a:cs typeface="Times New Roman" panose="02020603050405020304" pitchFamily="18" charset="0"/>
              </a:rPr>
              <a:t>Memory</a:t>
            </a:r>
            <a:r>
              <a:rPr sz="2800" spc="-114" dirty="0">
                <a:solidFill>
                  <a:srgbClr val="624722"/>
                </a:solidFill>
                <a:latin typeface="Times New Roman" panose="02020603050405020304" pitchFamily="18" charset="0"/>
                <a:cs typeface="Times New Roman" panose="02020603050405020304" pitchFamily="18" charset="0"/>
              </a:rPr>
              <a:t> </a:t>
            </a:r>
            <a:r>
              <a:rPr sz="2800" spc="-5" dirty="0">
                <a:solidFill>
                  <a:srgbClr val="624722"/>
                </a:solidFill>
                <a:latin typeface="Times New Roman" panose="02020603050405020304" pitchFamily="18" charset="0"/>
                <a:cs typeface="Times New Roman" panose="02020603050405020304" pitchFamily="18" charset="0"/>
              </a:rPr>
              <a:t>Allocation</a:t>
            </a:r>
            <a:endParaRPr sz="2800" dirty="0">
              <a:latin typeface="Times New Roman" panose="02020603050405020304" pitchFamily="18" charset="0"/>
              <a:cs typeface="Times New Roman" panose="02020603050405020304" pitchFamily="18" charset="0"/>
            </a:endParaRPr>
          </a:p>
        </p:txBody>
      </p:sp>
      <p:sp>
        <p:nvSpPr>
          <p:cNvPr id="5" name="Title 4"/>
          <p:cNvSpPr>
            <a:spLocks noGrp="1"/>
          </p:cNvSpPr>
          <p:nvPr>
            <p:ph type="title"/>
          </p:nvPr>
        </p:nvSpPr>
        <p:spPr/>
        <p:txBody>
          <a:bodyPr/>
          <a:lstStyle/>
          <a:p>
            <a:r>
              <a:rPr lang="en-IN" dirty="0" smtClean="0"/>
              <a:t>Memory Allocation</a:t>
            </a:r>
            <a:endParaRPr lang="en-IN"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p:nvPr/>
        </p:nvSpPr>
        <p:spPr>
          <a:xfrm>
            <a:off x="1143000" y="1650644"/>
            <a:ext cx="10515600" cy="5189241"/>
          </a:xfrm>
          <a:prstGeom prst="rect">
            <a:avLst/>
          </a:prstGeom>
        </p:spPr>
        <p:txBody>
          <a:bodyPr vert="horz" wrap="square" lIns="0" tIns="155575" rIns="0" bIns="0" rtlCol="0">
            <a:spAutoFit/>
          </a:bodyPr>
          <a:lstStyle/>
          <a:p>
            <a:pPr marL="241300" marR="5080" indent="-229235" algn="just">
              <a:lnSpc>
                <a:spcPct val="150000"/>
              </a:lnSpc>
              <a:spcBef>
                <a:spcPts val="1800"/>
              </a:spcBef>
              <a:buSzPct val="80357"/>
              <a:buChar char="•"/>
              <a:tabLst>
                <a:tab pos="241935" algn="l"/>
              </a:tabLst>
            </a:pPr>
            <a:r>
              <a:rPr sz="2600" spc="-5" dirty="0" smtClean="0">
                <a:solidFill>
                  <a:srgbClr val="002060"/>
                </a:solidFill>
                <a:latin typeface="Times New Roman" panose="02020603050405020304" pitchFamily="18" charset="0"/>
                <a:cs typeface="Times New Roman" panose="02020603050405020304" pitchFamily="18" charset="0"/>
              </a:rPr>
              <a:t>In</a:t>
            </a:r>
            <a:r>
              <a:rPr sz="2600" dirty="0" smtClean="0">
                <a:solidFill>
                  <a:srgbClr val="002060"/>
                </a:solidFill>
                <a:latin typeface="Times New Roman" panose="02020603050405020304" pitchFamily="18" charset="0"/>
                <a:cs typeface="Times New Roman" panose="02020603050405020304" pitchFamily="18" charset="0"/>
              </a:rPr>
              <a:t> </a:t>
            </a:r>
            <a:r>
              <a:rPr sz="2600" b="1" spc="-5" dirty="0">
                <a:solidFill>
                  <a:srgbClr val="002060"/>
                </a:solidFill>
                <a:latin typeface="Times New Roman" panose="02020603050405020304" pitchFamily="18" charset="0"/>
                <a:cs typeface="Times New Roman" panose="02020603050405020304" pitchFamily="18" charset="0"/>
              </a:rPr>
              <a:t>Contiguous</a:t>
            </a:r>
            <a:r>
              <a:rPr sz="2600" b="1" dirty="0">
                <a:solidFill>
                  <a:srgbClr val="002060"/>
                </a:solidFill>
                <a:latin typeface="Times New Roman" panose="02020603050405020304" pitchFamily="18" charset="0"/>
                <a:cs typeface="Times New Roman" panose="02020603050405020304" pitchFamily="18" charset="0"/>
              </a:rPr>
              <a:t> Memory</a:t>
            </a:r>
            <a:r>
              <a:rPr sz="2600" b="1" spc="5" dirty="0">
                <a:solidFill>
                  <a:srgbClr val="002060"/>
                </a:solidFill>
                <a:latin typeface="Times New Roman" panose="02020603050405020304" pitchFamily="18" charset="0"/>
                <a:cs typeface="Times New Roman" panose="02020603050405020304" pitchFamily="18" charset="0"/>
              </a:rPr>
              <a:t> </a:t>
            </a:r>
            <a:r>
              <a:rPr sz="2600" b="1" spc="-5" dirty="0">
                <a:solidFill>
                  <a:srgbClr val="002060"/>
                </a:solidFill>
                <a:latin typeface="Times New Roman" panose="02020603050405020304" pitchFamily="18" charset="0"/>
                <a:cs typeface="Times New Roman" panose="02020603050405020304" pitchFamily="18" charset="0"/>
              </a:rPr>
              <a:t>Allocation</a:t>
            </a:r>
            <a:r>
              <a:rPr sz="2600" b="1"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whenever</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any</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user </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process request for the </a:t>
            </a:r>
            <a:r>
              <a:rPr sz="2600" dirty="0">
                <a:solidFill>
                  <a:srgbClr val="002060"/>
                </a:solidFill>
                <a:latin typeface="Times New Roman" panose="02020603050405020304" pitchFamily="18" charset="0"/>
                <a:cs typeface="Times New Roman" panose="02020603050405020304" pitchFamily="18" charset="0"/>
              </a:rPr>
              <a:t>memory then </a:t>
            </a:r>
            <a:r>
              <a:rPr sz="2600" spc="-5" dirty="0">
                <a:solidFill>
                  <a:srgbClr val="002060"/>
                </a:solidFill>
                <a:latin typeface="Times New Roman" panose="02020603050405020304" pitchFamily="18" charset="0"/>
                <a:cs typeface="Times New Roman" panose="02020603050405020304" pitchFamily="18" charset="0"/>
              </a:rPr>
              <a:t>a single </a:t>
            </a:r>
            <a:r>
              <a:rPr sz="2600" dirty="0">
                <a:solidFill>
                  <a:srgbClr val="002060"/>
                </a:solidFill>
                <a:latin typeface="Times New Roman" panose="02020603050405020304" pitchFamily="18" charset="0"/>
                <a:cs typeface="Times New Roman" panose="02020603050405020304" pitchFamily="18" charset="0"/>
              </a:rPr>
              <a:t>section </a:t>
            </a:r>
            <a:r>
              <a:rPr sz="2600" spc="-5" dirty="0">
                <a:solidFill>
                  <a:srgbClr val="002060"/>
                </a:solidFill>
                <a:latin typeface="Times New Roman" panose="02020603050405020304" pitchFamily="18" charset="0"/>
                <a:cs typeface="Times New Roman" panose="02020603050405020304" pitchFamily="18" charset="0"/>
              </a:rPr>
              <a:t>of the </a:t>
            </a:r>
            <a:r>
              <a:rPr sz="2600" dirty="0">
                <a:solidFill>
                  <a:srgbClr val="002060"/>
                </a:solidFill>
                <a:latin typeface="Times New Roman" panose="02020603050405020304" pitchFamily="18" charset="0"/>
                <a:cs typeface="Times New Roman" panose="02020603050405020304" pitchFamily="18" charset="0"/>
              </a:rPr>
              <a:t> contiguous</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memory</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block</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allocated</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a:t>
            </a:r>
            <a:r>
              <a:rPr sz="2600" dirty="0">
                <a:solidFill>
                  <a:srgbClr val="002060"/>
                </a:solidFill>
                <a:latin typeface="Times New Roman" panose="02020603050405020304" pitchFamily="18" charset="0"/>
                <a:cs typeface="Times New Roman" panose="02020603050405020304" pitchFamily="18" charset="0"/>
              </a:rPr>
              <a:t> that</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process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according </a:t>
            </a:r>
            <a:r>
              <a:rPr sz="2600" spc="-5" dirty="0">
                <a:solidFill>
                  <a:srgbClr val="002060"/>
                </a:solidFill>
                <a:latin typeface="Times New Roman" panose="02020603050405020304" pitchFamily="18" charset="0"/>
                <a:cs typeface="Times New Roman" panose="02020603050405020304" pitchFamily="18" charset="0"/>
              </a:rPr>
              <a:t>to the </a:t>
            </a:r>
            <a:r>
              <a:rPr sz="2600" dirty="0">
                <a:solidFill>
                  <a:srgbClr val="002060"/>
                </a:solidFill>
                <a:latin typeface="Times New Roman" panose="02020603050405020304" pitchFamily="18" charset="0"/>
                <a:cs typeface="Times New Roman" panose="02020603050405020304" pitchFamily="18" charset="0"/>
              </a:rPr>
              <a:t>requirements of </a:t>
            </a:r>
            <a:r>
              <a:rPr sz="2600" spc="-5" dirty="0">
                <a:solidFill>
                  <a:srgbClr val="002060"/>
                </a:solidFill>
                <a:latin typeface="Times New Roman" panose="02020603050405020304" pitchFamily="18" charset="0"/>
                <a:cs typeface="Times New Roman" panose="02020603050405020304" pitchFamily="18" charset="0"/>
              </a:rPr>
              <a:t>the </a:t>
            </a:r>
            <a:r>
              <a:rPr sz="2600" dirty="0">
                <a:solidFill>
                  <a:srgbClr val="002060"/>
                </a:solidFill>
                <a:latin typeface="Times New Roman" panose="02020603050405020304" pitchFamily="18" charset="0"/>
                <a:cs typeface="Times New Roman" panose="02020603050405020304" pitchFamily="18" charset="0"/>
              </a:rPr>
              <a:t>process. </a:t>
            </a:r>
            <a:r>
              <a:rPr sz="2600" spc="-5" dirty="0">
                <a:solidFill>
                  <a:srgbClr val="002060"/>
                </a:solidFill>
                <a:latin typeface="Times New Roman" panose="02020603050405020304" pitchFamily="18" charset="0"/>
                <a:cs typeface="Times New Roman" panose="02020603050405020304" pitchFamily="18" charset="0"/>
              </a:rPr>
              <a:t>Contiguous </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memory </a:t>
            </a:r>
            <a:r>
              <a:rPr sz="2600" dirty="0">
                <a:solidFill>
                  <a:srgbClr val="002060"/>
                </a:solidFill>
                <a:latin typeface="Times New Roman" panose="02020603050405020304" pitchFamily="18" charset="0"/>
                <a:cs typeface="Times New Roman" panose="02020603050405020304" pitchFamily="18" charset="0"/>
              </a:rPr>
              <a:t>allocation </a:t>
            </a:r>
            <a:r>
              <a:rPr sz="2600" spc="-5" dirty="0">
                <a:solidFill>
                  <a:srgbClr val="002060"/>
                </a:solidFill>
                <a:latin typeface="Times New Roman" panose="02020603050405020304" pitchFamily="18" charset="0"/>
                <a:cs typeface="Times New Roman" panose="02020603050405020304" pitchFamily="18" charset="0"/>
              </a:rPr>
              <a:t>is achieved just </a:t>
            </a:r>
            <a:r>
              <a:rPr sz="2600" dirty="0">
                <a:solidFill>
                  <a:srgbClr val="002060"/>
                </a:solidFill>
                <a:latin typeface="Times New Roman" panose="02020603050405020304" pitchFamily="18" charset="0"/>
                <a:cs typeface="Times New Roman" panose="02020603050405020304" pitchFamily="18" charset="0"/>
              </a:rPr>
              <a:t>by </a:t>
            </a:r>
            <a:r>
              <a:rPr sz="2600" b="1" spc="-5" dirty="0">
                <a:solidFill>
                  <a:schemeClr val="accent2">
                    <a:lumMod val="75000"/>
                  </a:schemeClr>
                </a:solidFill>
                <a:latin typeface="Times New Roman" panose="02020603050405020304" pitchFamily="18" charset="0"/>
                <a:cs typeface="Times New Roman" panose="02020603050405020304" pitchFamily="18" charset="0"/>
              </a:rPr>
              <a:t>dividing the </a:t>
            </a:r>
            <a:r>
              <a:rPr sz="2600" b="1" dirty="0">
                <a:solidFill>
                  <a:schemeClr val="accent2">
                    <a:lumMod val="75000"/>
                  </a:schemeClr>
                </a:solidFill>
                <a:latin typeface="Times New Roman" panose="02020603050405020304" pitchFamily="18" charset="0"/>
                <a:cs typeface="Times New Roman" panose="02020603050405020304" pitchFamily="18" charset="0"/>
              </a:rPr>
              <a:t>memory </a:t>
            </a:r>
            <a:r>
              <a:rPr sz="2600" b="1" spc="-76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into</a:t>
            </a:r>
            <a:r>
              <a:rPr sz="2600" spc="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the</a:t>
            </a:r>
            <a:r>
              <a:rPr sz="2600" dirty="0">
                <a:solidFill>
                  <a:schemeClr val="accent2">
                    <a:lumMod val="75000"/>
                  </a:schemeClr>
                </a:solidFill>
                <a:latin typeface="Times New Roman" panose="02020603050405020304" pitchFamily="18" charset="0"/>
                <a:cs typeface="Times New Roman" panose="02020603050405020304" pitchFamily="18" charset="0"/>
              </a:rPr>
              <a:t> </a:t>
            </a:r>
            <a:r>
              <a:rPr sz="2600" b="1" dirty="0">
                <a:solidFill>
                  <a:schemeClr val="accent2">
                    <a:lumMod val="75000"/>
                  </a:schemeClr>
                </a:solidFill>
                <a:latin typeface="Times New Roman" panose="02020603050405020304" pitchFamily="18" charset="0"/>
                <a:cs typeface="Times New Roman" panose="02020603050405020304" pitchFamily="18" charset="0"/>
              </a:rPr>
              <a:t>fixed-sized</a:t>
            </a:r>
            <a:r>
              <a:rPr sz="2600" b="1" spc="15" dirty="0">
                <a:solidFill>
                  <a:schemeClr val="accent2">
                    <a:lumMod val="75000"/>
                  </a:schemeClr>
                </a:solidFill>
                <a:latin typeface="Times New Roman" panose="02020603050405020304" pitchFamily="18" charset="0"/>
                <a:cs typeface="Times New Roman" panose="02020603050405020304" pitchFamily="18" charset="0"/>
              </a:rPr>
              <a:t> </a:t>
            </a:r>
            <a:r>
              <a:rPr sz="2600" b="1" spc="-5" dirty="0">
                <a:solidFill>
                  <a:schemeClr val="accent2">
                    <a:lumMod val="75000"/>
                  </a:schemeClr>
                </a:solidFill>
                <a:latin typeface="Times New Roman" panose="02020603050405020304" pitchFamily="18" charset="0"/>
                <a:cs typeface="Times New Roman" panose="02020603050405020304" pitchFamily="18" charset="0"/>
              </a:rPr>
              <a:t>partition</a:t>
            </a:r>
            <a:r>
              <a:rPr sz="2600" spc="-5" dirty="0">
                <a:solidFill>
                  <a:srgbClr val="002060"/>
                </a:solidFill>
                <a:latin typeface="Times New Roman" panose="02020603050405020304" pitchFamily="18" charset="0"/>
                <a:cs typeface="Times New Roman" panose="02020603050405020304" pitchFamily="18" charset="0"/>
              </a:rPr>
              <a:t>.</a:t>
            </a:r>
            <a:endParaRPr sz="2600" dirty="0">
              <a:solidFill>
                <a:srgbClr val="002060"/>
              </a:solidFill>
              <a:latin typeface="Times New Roman" panose="02020603050405020304" pitchFamily="18" charset="0"/>
              <a:cs typeface="Times New Roman" panose="02020603050405020304" pitchFamily="18" charset="0"/>
            </a:endParaRPr>
          </a:p>
          <a:p>
            <a:pPr marL="241300" marR="5080" indent="-229235" algn="just">
              <a:lnSpc>
                <a:spcPct val="150000"/>
              </a:lnSpc>
              <a:spcBef>
                <a:spcPts val="1780"/>
              </a:spcBef>
              <a:buSzPct val="80357"/>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In this, all the </a:t>
            </a:r>
            <a:r>
              <a:rPr sz="2600" b="1" spc="-5" dirty="0">
                <a:solidFill>
                  <a:schemeClr val="accent2">
                    <a:lumMod val="75000"/>
                  </a:schemeClr>
                </a:solidFill>
                <a:latin typeface="Times New Roman" panose="02020603050405020304" pitchFamily="18" charset="0"/>
                <a:cs typeface="Times New Roman" panose="02020603050405020304" pitchFamily="18" charset="0"/>
              </a:rPr>
              <a:t>available memory </a:t>
            </a:r>
            <a:r>
              <a:rPr sz="2600" b="1" dirty="0">
                <a:solidFill>
                  <a:schemeClr val="accent2">
                    <a:lumMod val="75000"/>
                  </a:schemeClr>
                </a:solidFill>
                <a:latin typeface="Times New Roman" panose="02020603050405020304" pitchFamily="18" charset="0"/>
                <a:cs typeface="Times New Roman" panose="02020603050405020304" pitchFamily="18" charset="0"/>
              </a:rPr>
              <a:t>space </a:t>
            </a:r>
            <a:r>
              <a:rPr sz="2600" b="1" spc="-5" dirty="0">
                <a:solidFill>
                  <a:schemeClr val="accent2">
                    <a:lumMod val="75000"/>
                  </a:schemeClr>
                </a:solidFill>
                <a:latin typeface="Times New Roman" panose="02020603050405020304" pitchFamily="18" charset="0"/>
                <a:cs typeface="Times New Roman" panose="02020603050405020304" pitchFamily="18" charset="0"/>
              </a:rPr>
              <a:t>remains together </a:t>
            </a:r>
            <a:r>
              <a:rPr sz="2600" b="1" dirty="0">
                <a:solidFill>
                  <a:schemeClr val="accent2">
                    <a:lumMod val="75000"/>
                  </a:schemeClr>
                </a:solidFill>
                <a:latin typeface="Times New Roman" panose="02020603050405020304" pitchFamily="18" charset="0"/>
                <a:cs typeface="Times New Roman" panose="02020603050405020304" pitchFamily="18" charset="0"/>
              </a:rPr>
              <a:t>at </a:t>
            </a:r>
            <a:r>
              <a:rPr sz="2600" b="1" spc="5" dirty="0">
                <a:solidFill>
                  <a:schemeClr val="accent2">
                    <a:lumMod val="75000"/>
                  </a:schemeClr>
                </a:solidFill>
                <a:latin typeface="Times New Roman" panose="02020603050405020304" pitchFamily="18" charset="0"/>
                <a:cs typeface="Times New Roman" panose="02020603050405020304" pitchFamily="18" charset="0"/>
              </a:rPr>
              <a:t> </a:t>
            </a:r>
            <a:r>
              <a:rPr sz="2600" b="1" spc="-5" dirty="0">
                <a:solidFill>
                  <a:schemeClr val="accent2">
                    <a:lumMod val="75000"/>
                  </a:schemeClr>
                </a:solidFill>
                <a:latin typeface="Times New Roman" panose="02020603050405020304" pitchFamily="18" charset="0"/>
                <a:cs typeface="Times New Roman" panose="02020603050405020304" pitchFamily="18" charset="0"/>
              </a:rPr>
              <a:t>one </a:t>
            </a:r>
            <a:r>
              <a:rPr sz="2600" b="1" dirty="0">
                <a:solidFill>
                  <a:schemeClr val="accent2">
                    <a:lumMod val="75000"/>
                  </a:schemeClr>
                </a:solidFill>
                <a:latin typeface="Times New Roman" panose="02020603050405020304" pitchFamily="18" charset="0"/>
                <a:cs typeface="Times New Roman" panose="02020603050405020304" pitchFamily="18" charset="0"/>
              </a:rPr>
              <a:t>place </a:t>
            </a:r>
            <a:r>
              <a:rPr sz="2600" dirty="0">
                <a:solidFill>
                  <a:srgbClr val="002060"/>
                </a:solidFill>
                <a:latin typeface="Times New Roman" panose="02020603050405020304" pitchFamily="18" charset="0"/>
                <a:cs typeface="Times New Roman" panose="02020603050405020304" pitchFamily="18" charset="0"/>
              </a:rPr>
              <a:t>and freely </a:t>
            </a:r>
            <a:r>
              <a:rPr sz="2600" b="1" dirty="0">
                <a:solidFill>
                  <a:schemeClr val="accent2">
                    <a:lumMod val="75000"/>
                  </a:schemeClr>
                </a:solidFill>
                <a:latin typeface="Times New Roman" panose="02020603050405020304" pitchFamily="18" charset="0"/>
                <a:cs typeface="Times New Roman" panose="02020603050405020304" pitchFamily="18" charset="0"/>
              </a:rPr>
              <a:t>available memory </a:t>
            </a:r>
            <a:r>
              <a:rPr sz="2600" b="1" spc="-5" dirty="0">
                <a:solidFill>
                  <a:schemeClr val="accent2">
                    <a:lumMod val="75000"/>
                  </a:schemeClr>
                </a:solidFill>
                <a:latin typeface="Times New Roman" panose="02020603050405020304" pitchFamily="18" charset="0"/>
                <a:cs typeface="Times New Roman" panose="02020603050405020304" pitchFamily="18" charset="0"/>
              </a:rPr>
              <a:t>partitions are </a:t>
            </a:r>
            <a:r>
              <a:rPr sz="2600" b="1" spc="-10" dirty="0">
                <a:solidFill>
                  <a:schemeClr val="accent2">
                    <a:lumMod val="75000"/>
                  </a:schemeClr>
                </a:solidFill>
                <a:latin typeface="Times New Roman" panose="02020603050405020304" pitchFamily="18" charset="0"/>
                <a:cs typeface="Times New Roman" panose="02020603050405020304" pitchFamily="18" charset="0"/>
              </a:rPr>
              <a:t>not </a:t>
            </a:r>
            <a:r>
              <a:rPr sz="2600" b="1" spc="-5" dirty="0" smtClean="0">
                <a:solidFill>
                  <a:schemeClr val="accent2">
                    <a:lumMod val="75000"/>
                  </a:schemeClr>
                </a:solidFill>
                <a:latin typeface="Times New Roman" panose="02020603050405020304" pitchFamily="18" charset="0"/>
                <a:cs typeface="Times New Roman" panose="02020603050405020304" pitchFamily="18" charset="0"/>
              </a:rPr>
              <a:t>distributed</a:t>
            </a:r>
            <a:r>
              <a:rPr sz="2600" b="1" dirty="0" smtClean="0">
                <a:solidFill>
                  <a:schemeClr val="accent2">
                    <a:lumMod val="75000"/>
                  </a:schemeClr>
                </a:solidFill>
                <a:latin typeface="Times New Roman" panose="02020603050405020304" pitchFamily="18" charset="0"/>
                <a:cs typeface="Times New Roman" panose="02020603050405020304" pitchFamily="18" charset="0"/>
              </a:rPr>
              <a:t> </a:t>
            </a:r>
            <a:r>
              <a:rPr sz="2600" b="1" dirty="0">
                <a:solidFill>
                  <a:schemeClr val="accent2">
                    <a:lumMod val="75000"/>
                  </a:schemeClr>
                </a:solidFill>
                <a:latin typeface="Times New Roman" panose="02020603050405020304" pitchFamily="18" charset="0"/>
                <a:cs typeface="Times New Roman" panose="02020603050405020304" pitchFamily="18" charset="0"/>
              </a:rPr>
              <a:t>here</a:t>
            </a:r>
            <a:r>
              <a:rPr sz="2600" b="1" spc="5" dirty="0">
                <a:solidFill>
                  <a:schemeClr val="accent2">
                    <a:lumMod val="75000"/>
                  </a:schemeClr>
                </a:solidFill>
                <a:latin typeface="Times New Roman" panose="02020603050405020304" pitchFamily="18" charset="0"/>
                <a:cs typeface="Times New Roman" panose="02020603050405020304" pitchFamily="18" charset="0"/>
              </a:rPr>
              <a:t> </a:t>
            </a:r>
            <a:r>
              <a:rPr sz="2600" b="1" dirty="0">
                <a:solidFill>
                  <a:schemeClr val="accent2">
                    <a:lumMod val="75000"/>
                  </a:schemeClr>
                </a:solidFill>
                <a:latin typeface="Times New Roman" panose="02020603050405020304" pitchFamily="18" charset="0"/>
                <a:cs typeface="Times New Roman" panose="02020603050405020304" pitchFamily="18" charset="0"/>
              </a:rPr>
              <a:t>and</a:t>
            </a:r>
            <a:r>
              <a:rPr sz="2600" b="1" spc="5" dirty="0">
                <a:solidFill>
                  <a:schemeClr val="accent2">
                    <a:lumMod val="75000"/>
                  </a:schemeClr>
                </a:solidFill>
                <a:latin typeface="Times New Roman" panose="02020603050405020304" pitchFamily="18" charset="0"/>
                <a:cs typeface="Times New Roman" panose="02020603050405020304" pitchFamily="18" charset="0"/>
              </a:rPr>
              <a:t> </a:t>
            </a:r>
            <a:r>
              <a:rPr sz="2600" b="1" dirty="0">
                <a:solidFill>
                  <a:schemeClr val="accent2">
                    <a:lumMod val="75000"/>
                  </a:schemeClr>
                </a:solidFill>
                <a:latin typeface="Times New Roman" panose="02020603050405020304" pitchFamily="18" charset="0"/>
                <a:cs typeface="Times New Roman" panose="02020603050405020304" pitchFamily="18" charset="0"/>
              </a:rPr>
              <a:t>there</a:t>
            </a:r>
            <a:r>
              <a:rPr sz="2600" b="1" spc="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across</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whole</a:t>
            </a:r>
            <a:r>
              <a:rPr sz="2600" dirty="0">
                <a:solidFill>
                  <a:srgbClr val="002060"/>
                </a:solidFill>
                <a:latin typeface="Times New Roman" panose="02020603050405020304" pitchFamily="18" charset="0"/>
                <a:cs typeface="Times New Roman" panose="02020603050405020304" pitchFamily="18" charset="0"/>
              </a:rPr>
              <a:t> memory </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space</a:t>
            </a:r>
            <a:r>
              <a:rPr sz="2600" b="1" spc="-5" dirty="0">
                <a:solidFill>
                  <a:srgbClr val="002060"/>
                </a:solidFill>
                <a:latin typeface="Times New Roman" panose="02020603050405020304" pitchFamily="18" charset="0"/>
                <a:cs typeface="Times New Roman" panose="02020603050405020304" pitchFamily="18" charset="0"/>
              </a:rPr>
              <a:t>.</a:t>
            </a:r>
            <a:endParaRPr sz="2600" dirty="0">
              <a:solidFill>
                <a:srgbClr val="002060"/>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1295400" y="914400"/>
            <a:ext cx="5638800" cy="523220"/>
          </a:xfrm>
          <a:prstGeom prst="rect">
            <a:avLst/>
          </a:prstGeom>
          <a:noFill/>
        </p:spPr>
        <p:txBody>
          <a:bodyPr wrap="square" rtlCol="0">
            <a:spAutoFit/>
          </a:bodyPr>
          <a:lstStyle/>
          <a:p>
            <a:r>
              <a:rPr lang="en-IN" sz="2800" b="1" spc="-5" dirty="0">
                <a:solidFill>
                  <a:srgbClr val="C00000"/>
                </a:solidFill>
                <a:uFill>
                  <a:solidFill>
                    <a:srgbClr val="624722"/>
                  </a:solidFill>
                </a:uFill>
                <a:latin typeface="Times New Roman" panose="02020603050405020304" pitchFamily="18" charset="0"/>
                <a:cs typeface="Times New Roman" panose="02020603050405020304" pitchFamily="18" charset="0"/>
              </a:rPr>
              <a:t>Contiguous</a:t>
            </a:r>
            <a:r>
              <a:rPr lang="en-IN" sz="2800" b="1" spc="45" dirty="0">
                <a:solidFill>
                  <a:srgbClr val="C00000"/>
                </a:solidFill>
                <a:uFill>
                  <a:solidFill>
                    <a:srgbClr val="624722"/>
                  </a:solidFill>
                </a:uFill>
                <a:latin typeface="Times New Roman" panose="02020603050405020304" pitchFamily="18" charset="0"/>
                <a:cs typeface="Times New Roman" panose="02020603050405020304" pitchFamily="18" charset="0"/>
              </a:rPr>
              <a:t> </a:t>
            </a:r>
            <a:r>
              <a:rPr lang="en-IN" sz="2800" b="1" spc="-5" dirty="0">
                <a:solidFill>
                  <a:srgbClr val="C00000"/>
                </a:solidFill>
                <a:uFill>
                  <a:solidFill>
                    <a:srgbClr val="624722"/>
                  </a:solidFill>
                </a:uFill>
                <a:latin typeface="Times New Roman" panose="02020603050405020304" pitchFamily="18" charset="0"/>
                <a:cs typeface="Times New Roman" panose="02020603050405020304" pitchFamily="18" charset="0"/>
              </a:rPr>
              <a:t>Memory</a:t>
            </a:r>
            <a:r>
              <a:rPr lang="en-IN" sz="2800" b="1" spc="-95" dirty="0">
                <a:solidFill>
                  <a:srgbClr val="C00000"/>
                </a:solidFill>
                <a:uFill>
                  <a:solidFill>
                    <a:srgbClr val="624722"/>
                  </a:solidFill>
                </a:uFill>
                <a:latin typeface="Times New Roman" panose="02020603050405020304" pitchFamily="18" charset="0"/>
                <a:cs typeface="Times New Roman" panose="02020603050405020304" pitchFamily="18" charset="0"/>
              </a:rPr>
              <a:t> </a:t>
            </a:r>
            <a:r>
              <a:rPr lang="en-IN" sz="2800" b="1" spc="-5" dirty="0" smtClean="0">
                <a:solidFill>
                  <a:srgbClr val="C00000"/>
                </a:solidFill>
                <a:uFill>
                  <a:solidFill>
                    <a:srgbClr val="624722"/>
                  </a:solidFill>
                </a:uFill>
                <a:latin typeface="Times New Roman" panose="02020603050405020304" pitchFamily="18" charset="0"/>
                <a:cs typeface="Times New Roman" panose="02020603050405020304" pitchFamily="18" charset="0"/>
              </a:rPr>
              <a:t>Allocation</a:t>
            </a:r>
            <a:endParaRPr lang="en-IN" sz="2800" dirty="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828800"/>
            <a:ext cx="12188825" cy="4821425"/>
            <a:chOff x="0" y="1828800"/>
            <a:chExt cx="12188825" cy="4821425"/>
          </a:xfrm>
        </p:grpSpPr>
        <p:pic>
          <p:nvPicPr>
            <p:cNvPr id="3" name="object 3"/>
            <p:cNvPicPr/>
            <p:nvPr/>
          </p:nvPicPr>
          <p:blipFill>
            <a:blip r:embed="rId2" cstate="print"/>
            <a:stretch>
              <a:fillRect/>
            </a:stretch>
          </p:blipFill>
          <p:spPr>
            <a:xfrm>
              <a:off x="0" y="5208777"/>
              <a:ext cx="12188825" cy="1441448"/>
            </a:xfrm>
            <a:prstGeom prst="rect">
              <a:avLst/>
            </a:prstGeom>
          </p:spPr>
        </p:pic>
        <p:pic>
          <p:nvPicPr>
            <p:cNvPr id="4" name="object 4"/>
            <p:cNvPicPr/>
            <p:nvPr/>
          </p:nvPicPr>
          <p:blipFill rotWithShape="1">
            <a:blip r:embed="rId3" cstate="print"/>
            <a:srcRect t="2227"/>
            <a:stretch/>
          </p:blipFill>
          <p:spPr>
            <a:xfrm>
              <a:off x="2863596" y="1828800"/>
              <a:ext cx="6461759" cy="4349494"/>
            </a:xfrm>
            <a:prstGeom prst="rect">
              <a:avLst/>
            </a:prstGeom>
          </p:spPr>
        </p:pic>
      </p:grpSp>
      <p:sp>
        <p:nvSpPr>
          <p:cNvPr id="8" name="TextBox 7"/>
          <p:cNvSpPr txBox="1"/>
          <p:nvPr/>
        </p:nvSpPr>
        <p:spPr>
          <a:xfrm>
            <a:off x="1295400" y="914400"/>
            <a:ext cx="5638800" cy="523220"/>
          </a:xfrm>
          <a:prstGeom prst="rect">
            <a:avLst/>
          </a:prstGeom>
          <a:noFill/>
        </p:spPr>
        <p:txBody>
          <a:bodyPr wrap="square" rtlCol="0">
            <a:spAutoFit/>
          </a:bodyPr>
          <a:lstStyle/>
          <a:p>
            <a:r>
              <a:rPr lang="en-IN" sz="2800" b="1" spc="-5" dirty="0">
                <a:solidFill>
                  <a:srgbClr val="C00000"/>
                </a:solidFill>
                <a:uFill>
                  <a:solidFill>
                    <a:srgbClr val="624722"/>
                  </a:solidFill>
                </a:uFill>
                <a:latin typeface="Times New Roman" panose="02020603050405020304" pitchFamily="18" charset="0"/>
                <a:cs typeface="Times New Roman" panose="02020603050405020304" pitchFamily="18" charset="0"/>
              </a:rPr>
              <a:t>Contiguous</a:t>
            </a:r>
            <a:r>
              <a:rPr lang="en-IN" sz="2800" b="1" spc="45" dirty="0">
                <a:solidFill>
                  <a:srgbClr val="C00000"/>
                </a:solidFill>
                <a:uFill>
                  <a:solidFill>
                    <a:srgbClr val="624722"/>
                  </a:solidFill>
                </a:uFill>
                <a:latin typeface="Times New Roman" panose="02020603050405020304" pitchFamily="18" charset="0"/>
                <a:cs typeface="Times New Roman" panose="02020603050405020304" pitchFamily="18" charset="0"/>
              </a:rPr>
              <a:t> </a:t>
            </a:r>
            <a:r>
              <a:rPr lang="en-IN" sz="2800" b="1" spc="-5" dirty="0">
                <a:solidFill>
                  <a:srgbClr val="C00000"/>
                </a:solidFill>
                <a:uFill>
                  <a:solidFill>
                    <a:srgbClr val="624722"/>
                  </a:solidFill>
                </a:uFill>
                <a:latin typeface="Times New Roman" panose="02020603050405020304" pitchFamily="18" charset="0"/>
                <a:cs typeface="Times New Roman" panose="02020603050405020304" pitchFamily="18" charset="0"/>
              </a:rPr>
              <a:t>Memory</a:t>
            </a:r>
            <a:r>
              <a:rPr lang="en-IN" sz="2800" b="1" spc="-95" dirty="0">
                <a:solidFill>
                  <a:srgbClr val="C00000"/>
                </a:solidFill>
                <a:uFill>
                  <a:solidFill>
                    <a:srgbClr val="624722"/>
                  </a:solidFill>
                </a:uFill>
                <a:latin typeface="Times New Roman" panose="02020603050405020304" pitchFamily="18" charset="0"/>
                <a:cs typeface="Times New Roman" panose="02020603050405020304" pitchFamily="18" charset="0"/>
              </a:rPr>
              <a:t> </a:t>
            </a:r>
            <a:r>
              <a:rPr lang="en-IN" sz="2800" b="1" spc="-5" dirty="0" smtClean="0">
                <a:solidFill>
                  <a:srgbClr val="C00000"/>
                </a:solidFill>
                <a:uFill>
                  <a:solidFill>
                    <a:srgbClr val="624722"/>
                  </a:solidFill>
                </a:uFill>
                <a:latin typeface="Times New Roman" panose="02020603050405020304" pitchFamily="18" charset="0"/>
                <a:cs typeface="Times New Roman" panose="02020603050405020304" pitchFamily="18" charset="0"/>
              </a:rPr>
              <a:t>Allocation</a:t>
            </a:r>
            <a:endParaRPr lang="en-IN" sz="2800" dirty="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p:nvPr/>
        </p:nvSpPr>
        <p:spPr>
          <a:xfrm>
            <a:off x="1097280" y="1549400"/>
            <a:ext cx="10637520" cy="5421356"/>
          </a:xfrm>
          <a:prstGeom prst="rect">
            <a:avLst/>
          </a:prstGeom>
        </p:spPr>
        <p:txBody>
          <a:bodyPr vert="horz" wrap="square" lIns="0" tIns="156845" rIns="0" bIns="0" rtlCol="0">
            <a:spAutoFit/>
          </a:bodyPr>
          <a:lstStyle/>
          <a:p>
            <a:pPr marL="241300" marR="5715" indent="-229235" algn="just">
              <a:lnSpc>
                <a:spcPct val="150000"/>
              </a:lnSpc>
              <a:spcBef>
                <a:spcPts val="1800"/>
              </a:spcBef>
              <a:buSzPct val="80357"/>
              <a:buChar char="•"/>
              <a:tabLst>
                <a:tab pos="241935" algn="l"/>
              </a:tabLst>
            </a:pPr>
            <a:r>
              <a:rPr sz="2600" spc="-5" dirty="0" smtClean="0">
                <a:solidFill>
                  <a:srgbClr val="002060"/>
                </a:solidFill>
                <a:latin typeface="Times New Roman" panose="02020603050405020304" pitchFamily="18" charset="0"/>
                <a:cs typeface="Times New Roman" panose="02020603050405020304" pitchFamily="18" charset="0"/>
              </a:rPr>
              <a:t>With</a:t>
            </a:r>
            <a:r>
              <a:rPr sz="2600" dirty="0" smtClean="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help</a:t>
            </a:r>
            <a:r>
              <a:rPr sz="2600" dirty="0">
                <a:solidFill>
                  <a:srgbClr val="002060"/>
                </a:solidFill>
                <a:latin typeface="Times New Roman" panose="02020603050405020304" pitchFamily="18" charset="0"/>
                <a:cs typeface="Times New Roman" panose="02020603050405020304" pitchFamily="18" charset="0"/>
              </a:rPr>
              <a:t> of</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Non-contiguous</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memory</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allocation,</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 </a:t>
            </a:r>
            <a:r>
              <a:rPr sz="2600" dirty="0">
                <a:solidFill>
                  <a:srgbClr val="002060"/>
                </a:solidFill>
                <a:latin typeface="Times New Roman" panose="02020603050405020304" pitchFamily="18" charset="0"/>
                <a:cs typeface="Times New Roman" panose="02020603050405020304" pitchFamily="18" charset="0"/>
              </a:rPr>
              <a:t> process </a:t>
            </a:r>
            <a:r>
              <a:rPr sz="2600" spc="-5" dirty="0">
                <a:solidFill>
                  <a:srgbClr val="002060"/>
                </a:solidFill>
                <a:latin typeface="Times New Roman" panose="02020603050405020304" pitchFamily="18" charset="0"/>
                <a:cs typeface="Times New Roman" panose="02020603050405020304" pitchFamily="18" charset="0"/>
              </a:rPr>
              <a:t>is allowed to </a:t>
            </a:r>
            <a:r>
              <a:rPr sz="2600" b="1" spc="-5" dirty="0">
                <a:solidFill>
                  <a:schemeClr val="accent2">
                    <a:lumMod val="75000"/>
                  </a:schemeClr>
                </a:solidFill>
                <a:latin typeface="Times New Roman" panose="02020603050405020304" pitchFamily="18" charset="0"/>
                <a:cs typeface="Times New Roman" panose="02020603050405020304" pitchFamily="18" charset="0"/>
              </a:rPr>
              <a:t>acquire several memory </a:t>
            </a:r>
            <a:r>
              <a:rPr sz="2600" b="1" dirty="0">
                <a:solidFill>
                  <a:schemeClr val="accent2">
                    <a:lumMod val="75000"/>
                  </a:schemeClr>
                </a:solidFill>
                <a:latin typeface="Times New Roman" panose="02020603050405020304" pitchFamily="18" charset="0"/>
                <a:cs typeface="Times New Roman" panose="02020603050405020304" pitchFamily="18" charset="0"/>
              </a:rPr>
              <a:t>blocks at </a:t>
            </a:r>
            <a:r>
              <a:rPr sz="2600" b="1" spc="-5" dirty="0" smtClean="0">
                <a:solidFill>
                  <a:schemeClr val="accent2">
                    <a:lumMod val="75000"/>
                  </a:schemeClr>
                </a:solidFill>
                <a:latin typeface="Times New Roman" panose="02020603050405020304" pitchFamily="18" charset="0"/>
                <a:cs typeface="Times New Roman" panose="02020603050405020304" pitchFamily="18" charset="0"/>
              </a:rPr>
              <a:t>different </a:t>
            </a:r>
            <a:r>
              <a:rPr sz="2600" b="1" spc="-5" dirty="0">
                <a:solidFill>
                  <a:schemeClr val="accent2">
                    <a:lumMod val="75000"/>
                  </a:schemeClr>
                </a:solidFill>
                <a:latin typeface="Times New Roman" panose="02020603050405020304" pitchFamily="18" charset="0"/>
                <a:cs typeface="Times New Roman" panose="02020603050405020304" pitchFamily="18" charset="0"/>
              </a:rPr>
              <a:t>locations in the </a:t>
            </a:r>
            <a:r>
              <a:rPr sz="2600" b="1" dirty="0">
                <a:solidFill>
                  <a:schemeClr val="accent2">
                    <a:lumMod val="75000"/>
                  </a:schemeClr>
                </a:solidFill>
                <a:latin typeface="Times New Roman" panose="02020603050405020304" pitchFamily="18" charset="0"/>
                <a:cs typeface="Times New Roman" panose="02020603050405020304" pitchFamily="18" charset="0"/>
              </a:rPr>
              <a:t>memory </a:t>
            </a:r>
            <a:r>
              <a:rPr sz="2600" dirty="0">
                <a:solidFill>
                  <a:srgbClr val="002060"/>
                </a:solidFill>
                <a:latin typeface="Times New Roman" panose="02020603050405020304" pitchFamily="18" charset="0"/>
                <a:cs typeface="Times New Roman" panose="02020603050405020304" pitchFamily="18" charset="0"/>
              </a:rPr>
              <a:t>according </a:t>
            </a:r>
            <a:r>
              <a:rPr sz="2600" spc="-5" dirty="0">
                <a:solidFill>
                  <a:srgbClr val="002060"/>
                </a:solidFill>
                <a:latin typeface="Times New Roman" panose="02020603050405020304" pitchFamily="18" charset="0"/>
                <a:cs typeface="Times New Roman" panose="02020603050405020304" pitchFamily="18" charset="0"/>
              </a:rPr>
              <a:t>to its need. </a:t>
            </a:r>
            <a:r>
              <a:rPr sz="2600" dirty="0">
                <a:solidFill>
                  <a:srgbClr val="002060"/>
                </a:solidFill>
                <a:latin typeface="Times New Roman" panose="02020603050405020304" pitchFamily="18" charset="0"/>
                <a:cs typeface="Times New Roman" panose="02020603050405020304" pitchFamily="18" charset="0"/>
              </a:rPr>
              <a:t> </a:t>
            </a:r>
            <a:endParaRPr lang="en-IN" sz="2600" dirty="0" smtClean="0">
              <a:solidFill>
                <a:srgbClr val="002060"/>
              </a:solidFill>
              <a:latin typeface="Times New Roman" panose="02020603050405020304" pitchFamily="18" charset="0"/>
              <a:cs typeface="Times New Roman" panose="02020603050405020304" pitchFamily="18" charset="0"/>
            </a:endParaRPr>
          </a:p>
          <a:p>
            <a:pPr marL="241300" marR="5715" indent="-229235" algn="just">
              <a:lnSpc>
                <a:spcPct val="150000"/>
              </a:lnSpc>
              <a:spcBef>
                <a:spcPts val="1800"/>
              </a:spcBef>
              <a:buSzPct val="80357"/>
              <a:buChar char="•"/>
              <a:tabLst>
                <a:tab pos="241935" algn="l"/>
              </a:tabLst>
            </a:pPr>
            <a:r>
              <a:rPr sz="2600" spc="-5" dirty="0" smtClean="0">
                <a:solidFill>
                  <a:srgbClr val="002060"/>
                </a:solidFill>
                <a:latin typeface="Times New Roman" panose="02020603050405020304" pitchFamily="18" charset="0"/>
                <a:cs typeface="Times New Roman" panose="02020603050405020304" pitchFamily="18" charset="0"/>
              </a:rPr>
              <a:t>In </a:t>
            </a:r>
            <a:r>
              <a:rPr sz="2600" spc="-5" dirty="0">
                <a:solidFill>
                  <a:srgbClr val="002060"/>
                </a:solidFill>
                <a:latin typeface="Times New Roman" panose="02020603050405020304" pitchFamily="18" charset="0"/>
                <a:cs typeface="Times New Roman" panose="02020603050405020304" pitchFamily="18" charset="0"/>
              </a:rPr>
              <a:t>the </a:t>
            </a:r>
            <a:r>
              <a:rPr sz="2600" dirty="0">
                <a:solidFill>
                  <a:srgbClr val="002060"/>
                </a:solidFill>
                <a:latin typeface="Times New Roman" panose="02020603050405020304" pitchFamily="18" charset="0"/>
                <a:cs typeface="Times New Roman" panose="02020603050405020304" pitchFamily="18" charset="0"/>
              </a:rPr>
              <a:t>non-contiguous memory </a:t>
            </a:r>
            <a:r>
              <a:rPr sz="2600" spc="-5" dirty="0">
                <a:solidFill>
                  <a:srgbClr val="002060"/>
                </a:solidFill>
                <a:latin typeface="Times New Roman" panose="02020603050405020304" pitchFamily="18" charset="0"/>
                <a:cs typeface="Times New Roman" panose="02020603050405020304" pitchFamily="18" charset="0"/>
              </a:rPr>
              <a:t>allocation</a:t>
            </a:r>
            <a:r>
              <a:rPr sz="2600" b="1"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 </a:t>
            </a:r>
            <a:r>
              <a:rPr sz="2600" dirty="0">
                <a:solidFill>
                  <a:srgbClr val="002060"/>
                </a:solidFill>
                <a:latin typeface="Times New Roman" panose="02020603050405020304" pitchFamily="18" charset="0"/>
                <a:cs typeface="Times New Roman" panose="02020603050405020304" pitchFamily="18" charset="0"/>
              </a:rPr>
              <a:t>available </a:t>
            </a:r>
            <a:r>
              <a:rPr sz="2600" b="1" dirty="0" smtClean="0">
                <a:solidFill>
                  <a:schemeClr val="accent2">
                    <a:lumMod val="75000"/>
                  </a:schemeClr>
                </a:solidFill>
                <a:latin typeface="Times New Roman" panose="02020603050405020304" pitchFamily="18" charset="0"/>
                <a:cs typeface="Times New Roman" panose="02020603050405020304" pitchFamily="18" charset="0"/>
              </a:rPr>
              <a:t>free</a:t>
            </a:r>
            <a:r>
              <a:rPr sz="2600" b="1" spc="760" dirty="0" smtClean="0">
                <a:solidFill>
                  <a:schemeClr val="accent2">
                    <a:lumMod val="75000"/>
                  </a:schemeClr>
                </a:solidFill>
                <a:latin typeface="Times New Roman" panose="02020603050405020304" pitchFamily="18" charset="0"/>
                <a:cs typeface="Times New Roman" panose="02020603050405020304" pitchFamily="18" charset="0"/>
              </a:rPr>
              <a:t> </a:t>
            </a:r>
            <a:r>
              <a:rPr sz="2600" b="1" spc="-5" dirty="0">
                <a:solidFill>
                  <a:schemeClr val="accent2">
                    <a:lumMod val="75000"/>
                  </a:schemeClr>
                </a:solidFill>
                <a:latin typeface="Times New Roman" panose="02020603050405020304" pitchFamily="18" charset="0"/>
                <a:cs typeface="Times New Roman" panose="02020603050405020304" pitchFamily="18" charset="0"/>
              </a:rPr>
              <a:t>memory</a:t>
            </a:r>
            <a:r>
              <a:rPr sz="2600" b="1" spc="765" dirty="0">
                <a:solidFill>
                  <a:schemeClr val="accent2">
                    <a:lumMod val="75000"/>
                  </a:schemeClr>
                </a:solidFill>
                <a:latin typeface="Times New Roman" panose="02020603050405020304" pitchFamily="18" charset="0"/>
                <a:cs typeface="Times New Roman" panose="02020603050405020304" pitchFamily="18" charset="0"/>
              </a:rPr>
              <a:t> </a:t>
            </a:r>
            <a:r>
              <a:rPr sz="2600" b="1" dirty="0">
                <a:solidFill>
                  <a:schemeClr val="accent2">
                    <a:lumMod val="75000"/>
                  </a:schemeClr>
                </a:solidFill>
                <a:latin typeface="Times New Roman" panose="02020603050405020304" pitchFamily="18" charset="0"/>
                <a:cs typeface="Times New Roman" panose="02020603050405020304" pitchFamily="18" charset="0"/>
              </a:rPr>
              <a:t>space</a:t>
            </a:r>
            <a:r>
              <a:rPr sz="2600" b="1" spc="750" dirty="0">
                <a:solidFill>
                  <a:schemeClr val="accent2">
                    <a:lumMod val="75000"/>
                  </a:schemeClr>
                </a:solidFill>
                <a:latin typeface="Times New Roman" panose="02020603050405020304" pitchFamily="18" charset="0"/>
                <a:cs typeface="Times New Roman" panose="02020603050405020304" pitchFamily="18" charset="0"/>
              </a:rPr>
              <a:t> </a:t>
            </a:r>
            <a:r>
              <a:rPr sz="2600" b="1" spc="-5" dirty="0">
                <a:solidFill>
                  <a:schemeClr val="accent2">
                    <a:lumMod val="75000"/>
                  </a:schemeClr>
                </a:solidFill>
                <a:latin typeface="Times New Roman" panose="02020603050405020304" pitchFamily="18" charset="0"/>
                <a:cs typeface="Times New Roman" panose="02020603050405020304" pitchFamily="18" charset="0"/>
              </a:rPr>
              <a:t>is</a:t>
            </a:r>
            <a:r>
              <a:rPr sz="2600" b="1" spc="765" dirty="0">
                <a:solidFill>
                  <a:schemeClr val="accent2">
                    <a:lumMod val="75000"/>
                  </a:schemeClr>
                </a:solidFill>
                <a:latin typeface="Times New Roman" panose="02020603050405020304" pitchFamily="18" charset="0"/>
                <a:cs typeface="Times New Roman" panose="02020603050405020304" pitchFamily="18" charset="0"/>
              </a:rPr>
              <a:t> </a:t>
            </a:r>
            <a:r>
              <a:rPr sz="2600" b="1" dirty="0">
                <a:solidFill>
                  <a:schemeClr val="accent2">
                    <a:lumMod val="75000"/>
                  </a:schemeClr>
                </a:solidFill>
                <a:latin typeface="Times New Roman" panose="02020603050405020304" pitchFamily="18" charset="0"/>
                <a:cs typeface="Times New Roman" panose="02020603050405020304" pitchFamily="18" charset="0"/>
              </a:rPr>
              <a:t>distributed</a:t>
            </a:r>
            <a:r>
              <a:rPr sz="2600" b="1" spc="770" dirty="0">
                <a:solidFill>
                  <a:schemeClr val="accent2">
                    <a:lumMod val="75000"/>
                  </a:schemeClr>
                </a:solidFill>
                <a:latin typeface="Times New Roman" panose="02020603050405020304" pitchFamily="18" charset="0"/>
                <a:cs typeface="Times New Roman" panose="02020603050405020304" pitchFamily="18" charset="0"/>
              </a:rPr>
              <a:t> </a:t>
            </a:r>
            <a:r>
              <a:rPr sz="2600" b="1" dirty="0">
                <a:solidFill>
                  <a:schemeClr val="accent2">
                    <a:lumMod val="75000"/>
                  </a:schemeClr>
                </a:solidFill>
                <a:latin typeface="Times New Roman" panose="02020603050405020304" pitchFamily="18" charset="0"/>
                <a:cs typeface="Times New Roman" panose="02020603050405020304" pitchFamily="18" charset="0"/>
              </a:rPr>
              <a:t>here</a:t>
            </a:r>
            <a:r>
              <a:rPr sz="2600" b="1" spc="760" dirty="0">
                <a:solidFill>
                  <a:schemeClr val="accent2">
                    <a:lumMod val="75000"/>
                  </a:schemeClr>
                </a:solidFill>
                <a:latin typeface="Times New Roman" panose="02020603050405020304" pitchFamily="18" charset="0"/>
                <a:cs typeface="Times New Roman" panose="02020603050405020304" pitchFamily="18" charset="0"/>
              </a:rPr>
              <a:t> </a:t>
            </a:r>
            <a:r>
              <a:rPr sz="2600" b="1" dirty="0">
                <a:solidFill>
                  <a:schemeClr val="accent2">
                    <a:lumMod val="75000"/>
                  </a:schemeClr>
                </a:solidFill>
                <a:latin typeface="Times New Roman" panose="02020603050405020304" pitchFamily="18" charset="0"/>
                <a:cs typeface="Times New Roman" panose="02020603050405020304" pitchFamily="18" charset="0"/>
              </a:rPr>
              <a:t>and</a:t>
            </a:r>
            <a:r>
              <a:rPr sz="2600" b="1" spc="765" dirty="0">
                <a:solidFill>
                  <a:schemeClr val="accent2">
                    <a:lumMod val="75000"/>
                  </a:schemeClr>
                </a:solidFill>
                <a:latin typeface="Times New Roman" panose="02020603050405020304" pitchFamily="18" charset="0"/>
                <a:cs typeface="Times New Roman" panose="02020603050405020304" pitchFamily="18" charset="0"/>
              </a:rPr>
              <a:t> </a:t>
            </a:r>
            <a:r>
              <a:rPr sz="2600" b="1" dirty="0">
                <a:solidFill>
                  <a:schemeClr val="accent2">
                    <a:lumMod val="75000"/>
                  </a:schemeClr>
                </a:solidFill>
                <a:latin typeface="Times New Roman" panose="02020603050405020304" pitchFamily="18" charset="0"/>
                <a:cs typeface="Times New Roman" panose="02020603050405020304" pitchFamily="18" charset="0"/>
              </a:rPr>
              <a:t>there</a:t>
            </a:r>
            <a:r>
              <a:rPr sz="2600" spc="77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which </a:t>
            </a:r>
            <a:r>
              <a:rPr sz="2600" spc="-76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means</a:t>
            </a:r>
            <a:r>
              <a:rPr sz="2600" spc="2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that</a:t>
            </a:r>
            <a:r>
              <a:rPr sz="2600" spc="-5" dirty="0">
                <a:solidFill>
                  <a:srgbClr val="002060"/>
                </a:solidFill>
                <a:latin typeface="Times New Roman" panose="02020603050405020304" pitchFamily="18" charset="0"/>
                <a:cs typeface="Times New Roman" panose="02020603050405020304" pitchFamily="18" charset="0"/>
              </a:rPr>
              <a:t> all</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dirty="0">
                <a:solidFill>
                  <a:srgbClr val="002060"/>
                </a:solidFill>
                <a:latin typeface="Times New Roman" panose="02020603050405020304" pitchFamily="18" charset="0"/>
                <a:cs typeface="Times New Roman" panose="02020603050405020304" pitchFamily="18" charset="0"/>
              </a:rPr>
              <a:t> free</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memory</a:t>
            </a:r>
            <a:r>
              <a:rPr sz="2600" spc="3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space</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 </a:t>
            </a:r>
            <a:r>
              <a:rPr sz="2600" dirty="0">
                <a:solidFill>
                  <a:srgbClr val="002060"/>
                </a:solidFill>
                <a:latin typeface="Times New Roman" panose="02020603050405020304" pitchFamily="18" charset="0"/>
                <a:cs typeface="Times New Roman" panose="02020603050405020304" pitchFamily="18" charset="0"/>
              </a:rPr>
              <a:t>not </a:t>
            </a:r>
            <a:r>
              <a:rPr sz="2600" spc="-5" dirty="0">
                <a:solidFill>
                  <a:srgbClr val="002060"/>
                </a:solidFill>
                <a:latin typeface="Times New Roman" panose="02020603050405020304" pitchFamily="18" charset="0"/>
                <a:cs typeface="Times New Roman" panose="02020603050405020304" pitchFamily="18" charset="0"/>
              </a:rPr>
              <a:t>in</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one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place.</a:t>
            </a:r>
          </a:p>
          <a:p>
            <a:pPr marL="241300" marR="5080" indent="-229235" algn="just">
              <a:lnSpc>
                <a:spcPct val="150000"/>
              </a:lnSpc>
              <a:spcBef>
                <a:spcPts val="1800"/>
              </a:spcBef>
              <a:buSzPct val="80357"/>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In this technique, memory </a:t>
            </a:r>
            <a:r>
              <a:rPr sz="2600" dirty="0">
                <a:solidFill>
                  <a:srgbClr val="002060"/>
                </a:solidFill>
                <a:latin typeface="Times New Roman" panose="02020603050405020304" pitchFamily="18" charset="0"/>
                <a:cs typeface="Times New Roman" panose="02020603050405020304" pitchFamily="18" charset="0"/>
              </a:rPr>
              <a:t>space acquired by </a:t>
            </a:r>
            <a:r>
              <a:rPr sz="2600" spc="-5" dirty="0">
                <a:solidFill>
                  <a:srgbClr val="002060"/>
                </a:solidFill>
                <a:latin typeface="Times New Roman" panose="02020603050405020304" pitchFamily="18" charset="0"/>
                <a:cs typeface="Times New Roman" panose="02020603050405020304" pitchFamily="18" charset="0"/>
              </a:rPr>
              <a:t>a </a:t>
            </a:r>
            <a:r>
              <a:rPr sz="2600" dirty="0">
                <a:solidFill>
                  <a:srgbClr val="002060"/>
                </a:solidFill>
                <a:latin typeface="Times New Roman" panose="02020603050405020304" pitchFamily="18" charset="0"/>
                <a:cs typeface="Times New Roman" panose="02020603050405020304" pitchFamily="18" charset="0"/>
              </a:rPr>
              <a:t>process </a:t>
            </a:r>
            <a:r>
              <a:rPr sz="2600" spc="-5" dirty="0">
                <a:solidFill>
                  <a:srgbClr val="002060"/>
                </a:solidFill>
                <a:latin typeface="Times New Roman" panose="02020603050405020304" pitchFamily="18" charset="0"/>
                <a:cs typeface="Times New Roman" panose="02020603050405020304" pitchFamily="18" charset="0"/>
              </a:rPr>
              <a:t>is </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not at one place but it is at different locations </a:t>
            </a:r>
            <a:r>
              <a:rPr sz="2600" dirty="0">
                <a:solidFill>
                  <a:srgbClr val="002060"/>
                </a:solidFill>
                <a:latin typeface="Times New Roman" panose="02020603050405020304" pitchFamily="18" charset="0"/>
                <a:cs typeface="Times New Roman" panose="02020603050405020304" pitchFamily="18" charset="0"/>
              </a:rPr>
              <a:t>according </a:t>
            </a:r>
            <a:r>
              <a:rPr sz="2600" spc="-5" dirty="0">
                <a:solidFill>
                  <a:srgbClr val="002060"/>
                </a:solidFill>
                <a:latin typeface="Times New Roman" panose="02020603050405020304" pitchFamily="18" charset="0"/>
                <a:cs typeface="Times New Roman" panose="02020603050405020304" pitchFamily="18" charset="0"/>
              </a:rPr>
              <a:t>to </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1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requirements</a:t>
            </a:r>
            <a:r>
              <a:rPr sz="2600" spc="3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of</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1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process.</a:t>
            </a:r>
          </a:p>
        </p:txBody>
      </p:sp>
      <p:sp>
        <p:nvSpPr>
          <p:cNvPr id="5" name="Title 4"/>
          <p:cNvSpPr>
            <a:spLocks noGrp="1"/>
          </p:cNvSpPr>
          <p:nvPr>
            <p:ph type="title"/>
          </p:nvPr>
        </p:nvSpPr>
        <p:spPr>
          <a:xfrm>
            <a:off x="1097280" y="286603"/>
            <a:ext cx="10058400" cy="1237397"/>
          </a:xfrm>
        </p:spPr>
        <p:txBody>
          <a:bodyPr/>
          <a:lstStyle/>
          <a:p>
            <a:r>
              <a:rPr lang="en-IN" b="1" spc="-5" dirty="0">
                <a:uFill>
                  <a:solidFill>
                    <a:srgbClr val="624722"/>
                  </a:solidFill>
                </a:uFill>
              </a:rPr>
              <a:t>Non-Contiguous</a:t>
            </a:r>
            <a:r>
              <a:rPr lang="en-IN" b="1" spc="60" dirty="0">
                <a:uFill>
                  <a:solidFill>
                    <a:srgbClr val="624722"/>
                  </a:solidFill>
                </a:uFill>
              </a:rPr>
              <a:t> </a:t>
            </a:r>
            <a:r>
              <a:rPr lang="en-IN" b="1" spc="-5" dirty="0">
                <a:uFill>
                  <a:solidFill>
                    <a:srgbClr val="624722"/>
                  </a:solidFill>
                </a:uFill>
              </a:rPr>
              <a:t>Memory</a:t>
            </a:r>
            <a:r>
              <a:rPr lang="en-IN" b="1" spc="-80" dirty="0">
                <a:uFill>
                  <a:solidFill>
                    <a:srgbClr val="624722"/>
                  </a:solidFill>
                </a:uFill>
              </a:rPr>
              <a:t> </a:t>
            </a:r>
            <a:r>
              <a:rPr lang="en-IN" b="1" spc="-5" dirty="0" smtClean="0">
                <a:uFill>
                  <a:solidFill>
                    <a:srgbClr val="624722"/>
                  </a:solidFill>
                </a:uFill>
              </a:rPr>
              <a:t>Allocation</a:t>
            </a:r>
            <a:endParaRPr lang="en-IN" b="1"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904999"/>
            <a:ext cx="12188825" cy="4745226"/>
            <a:chOff x="0" y="1904999"/>
            <a:chExt cx="12188825" cy="4745226"/>
          </a:xfrm>
        </p:grpSpPr>
        <p:pic>
          <p:nvPicPr>
            <p:cNvPr id="3" name="object 3"/>
            <p:cNvPicPr/>
            <p:nvPr/>
          </p:nvPicPr>
          <p:blipFill>
            <a:blip r:embed="rId2" cstate="print"/>
            <a:stretch>
              <a:fillRect/>
            </a:stretch>
          </p:blipFill>
          <p:spPr>
            <a:xfrm>
              <a:off x="0" y="5208777"/>
              <a:ext cx="12188825" cy="1441448"/>
            </a:xfrm>
            <a:prstGeom prst="rect">
              <a:avLst/>
            </a:prstGeom>
          </p:spPr>
        </p:pic>
        <p:pic>
          <p:nvPicPr>
            <p:cNvPr id="4" name="object 4"/>
            <p:cNvPicPr/>
            <p:nvPr/>
          </p:nvPicPr>
          <p:blipFill rotWithShape="1">
            <a:blip r:embed="rId3" cstate="print"/>
            <a:srcRect t="2797"/>
            <a:stretch/>
          </p:blipFill>
          <p:spPr>
            <a:xfrm>
              <a:off x="3096768" y="1904999"/>
              <a:ext cx="5657087" cy="4236719"/>
            </a:xfrm>
            <a:prstGeom prst="rect">
              <a:avLst/>
            </a:prstGeom>
          </p:spPr>
        </p:pic>
      </p:grpSp>
      <p:sp>
        <p:nvSpPr>
          <p:cNvPr id="8" name="Title 4"/>
          <p:cNvSpPr>
            <a:spLocks noGrp="1"/>
          </p:cNvSpPr>
          <p:nvPr>
            <p:ph type="title"/>
          </p:nvPr>
        </p:nvSpPr>
        <p:spPr>
          <a:xfrm>
            <a:off x="1097280" y="286603"/>
            <a:ext cx="10058400" cy="1237397"/>
          </a:xfrm>
        </p:spPr>
        <p:txBody>
          <a:bodyPr/>
          <a:lstStyle/>
          <a:p>
            <a:r>
              <a:rPr lang="en-IN" b="1" spc="-5" dirty="0">
                <a:uFill>
                  <a:solidFill>
                    <a:srgbClr val="624722"/>
                  </a:solidFill>
                </a:uFill>
              </a:rPr>
              <a:t>Non-Contiguous</a:t>
            </a:r>
            <a:r>
              <a:rPr lang="en-IN" b="1" spc="60" dirty="0">
                <a:uFill>
                  <a:solidFill>
                    <a:srgbClr val="624722"/>
                  </a:solidFill>
                </a:uFill>
              </a:rPr>
              <a:t> </a:t>
            </a:r>
            <a:r>
              <a:rPr lang="en-IN" b="1" spc="-5" dirty="0">
                <a:uFill>
                  <a:solidFill>
                    <a:srgbClr val="624722"/>
                  </a:solidFill>
                </a:uFill>
              </a:rPr>
              <a:t>Memory</a:t>
            </a:r>
            <a:r>
              <a:rPr lang="en-IN" b="1" spc="-80" dirty="0">
                <a:uFill>
                  <a:solidFill>
                    <a:srgbClr val="624722"/>
                  </a:solidFill>
                </a:uFill>
              </a:rPr>
              <a:t> </a:t>
            </a:r>
            <a:r>
              <a:rPr lang="en-IN" b="1" spc="-5" dirty="0" smtClean="0">
                <a:uFill>
                  <a:solidFill>
                    <a:srgbClr val="624722"/>
                  </a:solidFill>
                </a:uFill>
              </a:rPr>
              <a:t>Allocation</a:t>
            </a:r>
            <a:endParaRPr lang="en-IN" b="1"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2017" y="184981"/>
            <a:ext cx="2990901" cy="574040"/>
          </a:xfrm>
          <a:prstGeom prst="rect">
            <a:avLst/>
          </a:prstGeom>
        </p:spPr>
        <p:txBody>
          <a:bodyPr vert="horz" wrap="square" lIns="0" tIns="12700" rIns="0" bIns="0" rtlCol="0">
            <a:spAutoFit/>
          </a:bodyPr>
          <a:lstStyle/>
          <a:p>
            <a:pPr marL="12700">
              <a:lnSpc>
                <a:spcPct val="100000"/>
              </a:lnSpc>
              <a:spcBef>
                <a:spcPts val="100"/>
              </a:spcBef>
            </a:pPr>
            <a:r>
              <a:rPr sz="3600" dirty="0" smtClean="0"/>
              <a:t>Difference</a:t>
            </a:r>
            <a:r>
              <a:rPr lang="en-IN" sz="3600" dirty="0" smtClean="0"/>
              <a:t>s</a:t>
            </a:r>
            <a:endParaRPr sz="3600" dirty="0"/>
          </a:p>
        </p:txBody>
      </p:sp>
      <p:pic>
        <p:nvPicPr>
          <p:cNvPr id="3" name="object 3"/>
          <p:cNvPicPr/>
          <p:nvPr/>
        </p:nvPicPr>
        <p:blipFill>
          <a:blip r:embed="rId3" cstate="print"/>
          <a:stretch>
            <a:fillRect/>
          </a:stretch>
        </p:blipFill>
        <p:spPr>
          <a:xfrm>
            <a:off x="0" y="787153"/>
            <a:ext cx="12188825" cy="6070844"/>
          </a:xfrm>
          <a:prstGeom prst="rect">
            <a:avLst/>
          </a:prstGeom>
        </p:spPr>
      </p:pic>
      <p:graphicFrame>
        <p:nvGraphicFramePr>
          <p:cNvPr id="4" name="object 4"/>
          <p:cNvGraphicFramePr>
            <a:graphicFrameLocks noGrp="1"/>
          </p:cNvGraphicFramePr>
          <p:nvPr/>
        </p:nvGraphicFramePr>
        <p:xfrm>
          <a:off x="573874" y="783970"/>
          <a:ext cx="11301730" cy="6070849"/>
        </p:xfrm>
        <a:graphic>
          <a:graphicData uri="http://schemas.openxmlformats.org/drawingml/2006/table">
            <a:tbl>
              <a:tblPr firstRow="1" bandRow="1">
                <a:tableStyleId>{2D5ABB26-0587-4C30-8999-92F81FD0307C}</a:tableStyleId>
              </a:tblPr>
              <a:tblGrid>
                <a:gridCol w="5650865">
                  <a:extLst>
                    <a:ext uri="{9D8B030D-6E8A-4147-A177-3AD203B41FA5}">
                      <a16:colId xmlns:a16="http://schemas.microsoft.com/office/drawing/2014/main" val="20000"/>
                    </a:ext>
                  </a:extLst>
                </a:gridCol>
                <a:gridCol w="5650865">
                  <a:extLst>
                    <a:ext uri="{9D8B030D-6E8A-4147-A177-3AD203B41FA5}">
                      <a16:colId xmlns:a16="http://schemas.microsoft.com/office/drawing/2014/main" val="20001"/>
                    </a:ext>
                  </a:extLst>
                </a:gridCol>
              </a:tblGrid>
              <a:tr h="403351">
                <a:tc>
                  <a:txBody>
                    <a:bodyPr/>
                    <a:lstStyle/>
                    <a:p>
                      <a:pPr algn="ctr">
                        <a:lnSpc>
                          <a:spcPct val="100000"/>
                        </a:lnSpc>
                        <a:spcBef>
                          <a:spcPts val="275"/>
                        </a:spcBef>
                      </a:pPr>
                      <a:r>
                        <a:rPr sz="2000" b="1" u="heavy" spc="-5" dirty="0">
                          <a:solidFill>
                            <a:srgbClr val="624722"/>
                          </a:solidFill>
                          <a:uFill>
                            <a:solidFill>
                              <a:srgbClr val="624722"/>
                            </a:solidFill>
                          </a:uFill>
                          <a:latin typeface="Corbel"/>
                          <a:cs typeface="Corbel"/>
                        </a:rPr>
                        <a:t>Conti</a:t>
                      </a:r>
                      <a:r>
                        <a:rPr sz="2000" b="1" u="heavy" dirty="0">
                          <a:solidFill>
                            <a:srgbClr val="624722"/>
                          </a:solidFill>
                          <a:uFill>
                            <a:solidFill>
                              <a:srgbClr val="624722"/>
                            </a:solidFill>
                          </a:uFill>
                          <a:latin typeface="Corbel"/>
                          <a:cs typeface="Corbel"/>
                        </a:rPr>
                        <a:t>gu</a:t>
                      </a:r>
                      <a:r>
                        <a:rPr sz="2000" b="1" u="heavy" spc="-10" dirty="0">
                          <a:solidFill>
                            <a:srgbClr val="624722"/>
                          </a:solidFill>
                          <a:uFill>
                            <a:solidFill>
                              <a:srgbClr val="624722"/>
                            </a:solidFill>
                          </a:uFill>
                          <a:latin typeface="Corbel"/>
                          <a:cs typeface="Corbel"/>
                        </a:rPr>
                        <a:t>o</a:t>
                      </a:r>
                      <a:r>
                        <a:rPr sz="2000" b="1" u="heavy" dirty="0">
                          <a:solidFill>
                            <a:srgbClr val="624722"/>
                          </a:solidFill>
                          <a:uFill>
                            <a:solidFill>
                              <a:srgbClr val="624722"/>
                            </a:solidFill>
                          </a:uFill>
                          <a:latin typeface="Corbel"/>
                          <a:cs typeface="Corbel"/>
                        </a:rPr>
                        <a:t>us </a:t>
                      </a:r>
                      <a:r>
                        <a:rPr sz="2000" b="1" u="heavy" spc="-5" dirty="0">
                          <a:solidFill>
                            <a:srgbClr val="624722"/>
                          </a:solidFill>
                          <a:uFill>
                            <a:solidFill>
                              <a:srgbClr val="624722"/>
                            </a:solidFill>
                          </a:uFill>
                          <a:latin typeface="Corbel"/>
                          <a:cs typeface="Corbel"/>
                        </a:rPr>
                        <a:t>Mem</a:t>
                      </a:r>
                      <a:r>
                        <a:rPr sz="2000" b="1" u="heavy" spc="-10" dirty="0">
                          <a:solidFill>
                            <a:srgbClr val="624722"/>
                          </a:solidFill>
                          <a:uFill>
                            <a:solidFill>
                              <a:srgbClr val="624722"/>
                            </a:solidFill>
                          </a:uFill>
                          <a:latin typeface="Corbel"/>
                          <a:cs typeface="Corbel"/>
                        </a:rPr>
                        <a:t>o</a:t>
                      </a:r>
                      <a:r>
                        <a:rPr sz="2000" b="1" u="heavy" dirty="0">
                          <a:solidFill>
                            <a:srgbClr val="624722"/>
                          </a:solidFill>
                          <a:uFill>
                            <a:solidFill>
                              <a:srgbClr val="624722"/>
                            </a:solidFill>
                          </a:uFill>
                          <a:latin typeface="Corbel"/>
                          <a:cs typeface="Corbel"/>
                        </a:rPr>
                        <a:t>ry</a:t>
                      </a:r>
                      <a:r>
                        <a:rPr sz="2000" b="1" u="heavy" spc="-105" dirty="0">
                          <a:solidFill>
                            <a:srgbClr val="624722"/>
                          </a:solidFill>
                          <a:uFill>
                            <a:solidFill>
                              <a:srgbClr val="624722"/>
                            </a:solidFill>
                          </a:uFill>
                          <a:latin typeface="Corbel"/>
                          <a:cs typeface="Corbel"/>
                        </a:rPr>
                        <a:t> </a:t>
                      </a:r>
                      <a:r>
                        <a:rPr sz="2000" b="1" u="heavy" spc="-5" dirty="0">
                          <a:solidFill>
                            <a:srgbClr val="624722"/>
                          </a:solidFill>
                          <a:uFill>
                            <a:solidFill>
                              <a:srgbClr val="624722"/>
                            </a:solidFill>
                          </a:uFill>
                          <a:latin typeface="Corbel"/>
                          <a:cs typeface="Corbel"/>
                        </a:rPr>
                        <a:t>Allocation</a:t>
                      </a:r>
                      <a:endParaRPr sz="2000" dirty="0">
                        <a:latin typeface="Corbel"/>
                        <a:cs typeface="Corbel"/>
                      </a:endParaRPr>
                    </a:p>
                  </a:txBody>
                  <a:tcPr marL="0" marR="0" marT="34925" marB="0">
                    <a:lnL w="6350">
                      <a:solidFill>
                        <a:srgbClr val="5A94A3"/>
                      </a:solidFill>
                      <a:prstDash val="solid"/>
                    </a:lnL>
                    <a:lnR w="6350">
                      <a:solidFill>
                        <a:srgbClr val="5A94A3"/>
                      </a:solidFill>
                      <a:prstDash val="solid"/>
                    </a:lnR>
                    <a:lnT w="6350">
                      <a:solidFill>
                        <a:srgbClr val="5A94A3"/>
                      </a:solidFill>
                      <a:prstDash val="solid"/>
                    </a:lnT>
                    <a:lnB w="6350">
                      <a:solidFill>
                        <a:srgbClr val="5A94A3"/>
                      </a:solidFill>
                      <a:prstDash val="solid"/>
                    </a:lnB>
                  </a:tcPr>
                </a:tc>
                <a:tc>
                  <a:txBody>
                    <a:bodyPr/>
                    <a:lstStyle/>
                    <a:p>
                      <a:pPr marL="635" algn="ctr">
                        <a:lnSpc>
                          <a:spcPct val="100000"/>
                        </a:lnSpc>
                        <a:spcBef>
                          <a:spcPts val="275"/>
                        </a:spcBef>
                      </a:pPr>
                      <a:r>
                        <a:rPr sz="2000" b="1" u="heavy" dirty="0">
                          <a:solidFill>
                            <a:srgbClr val="624722"/>
                          </a:solidFill>
                          <a:uFill>
                            <a:solidFill>
                              <a:srgbClr val="624722"/>
                            </a:solidFill>
                          </a:uFill>
                          <a:latin typeface="Corbel"/>
                          <a:cs typeface="Corbel"/>
                        </a:rPr>
                        <a:t>Non</a:t>
                      </a:r>
                      <a:r>
                        <a:rPr sz="2000" b="1" u="heavy" spc="5" dirty="0">
                          <a:solidFill>
                            <a:srgbClr val="624722"/>
                          </a:solidFill>
                          <a:uFill>
                            <a:solidFill>
                              <a:srgbClr val="624722"/>
                            </a:solidFill>
                          </a:uFill>
                          <a:latin typeface="Corbel"/>
                          <a:cs typeface="Corbel"/>
                        </a:rPr>
                        <a:t>-</a:t>
                      </a:r>
                      <a:r>
                        <a:rPr sz="2000" b="1" u="heavy" spc="-5" dirty="0">
                          <a:solidFill>
                            <a:srgbClr val="624722"/>
                          </a:solidFill>
                          <a:uFill>
                            <a:solidFill>
                              <a:srgbClr val="624722"/>
                            </a:solidFill>
                          </a:uFill>
                          <a:latin typeface="Corbel"/>
                          <a:cs typeface="Corbel"/>
                        </a:rPr>
                        <a:t>Conti</a:t>
                      </a:r>
                      <a:r>
                        <a:rPr sz="2000" b="1" u="heavy" dirty="0">
                          <a:solidFill>
                            <a:srgbClr val="624722"/>
                          </a:solidFill>
                          <a:uFill>
                            <a:solidFill>
                              <a:srgbClr val="624722"/>
                            </a:solidFill>
                          </a:uFill>
                          <a:latin typeface="Corbel"/>
                          <a:cs typeface="Corbel"/>
                        </a:rPr>
                        <a:t>gu</a:t>
                      </a:r>
                      <a:r>
                        <a:rPr sz="2000" b="1" u="heavy" spc="-10" dirty="0">
                          <a:solidFill>
                            <a:srgbClr val="624722"/>
                          </a:solidFill>
                          <a:uFill>
                            <a:solidFill>
                              <a:srgbClr val="624722"/>
                            </a:solidFill>
                          </a:uFill>
                          <a:latin typeface="Corbel"/>
                          <a:cs typeface="Corbel"/>
                        </a:rPr>
                        <a:t>o</a:t>
                      </a:r>
                      <a:r>
                        <a:rPr sz="2000" b="1" u="heavy" dirty="0">
                          <a:solidFill>
                            <a:srgbClr val="624722"/>
                          </a:solidFill>
                          <a:uFill>
                            <a:solidFill>
                              <a:srgbClr val="624722"/>
                            </a:solidFill>
                          </a:uFill>
                          <a:latin typeface="Corbel"/>
                          <a:cs typeface="Corbel"/>
                        </a:rPr>
                        <a:t>us</a:t>
                      </a:r>
                      <a:r>
                        <a:rPr sz="2000" b="1" u="heavy" spc="-15" dirty="0">
                          <a:solidFill>
                            <a:srgbClr val="624722"/>
                          </a:solidFill>
                          <a:uFill>
                            <a:solidFill>
                              <a:srgbClr val="624722"/>
                            </a:solidFill>
                          </a:uFill>
                          <a:latin typeface="Corbel"/>
                          <a:cs typeface="Corbel"/>
                        </a:rPr>
                        <a:t> </a:t>
                      </a:r>
                      <a:r>
                        <a:rPr sz="2000" b="1" u="heavy" spc="-5" dirty="0">
                          <a:solidFill>
                            <a:srgbClr val="624722"/>
                          </a:solidFill>
                          <a:uFill>
                            <a:solidFill>
                              <a:srgbClr val="624722"/>
                            </a:solidFill>
                          </a:uFill>
                          <a:latin typeface="Corbel"/>
                          <a:cs typeface="Corbel"/>
                        </a:rPr>
                        <a:t>Memo</a:t>
                      </a:r>
                      <a:r>
                        <a:rPr sz="2000" b="1" u="heavy" spc="-15" dirty="0">
                          <a:solidFill>
                            <a:srgbClr val="624722"/>
                          </a:solidFill>
                          <a:uFill>
                            <a:solidFill>
                              <a:srgbClr val="624722"/>
                            </a:solidFill>
                          </a:uFill>
                          <a:latin typeface="Corbel"/>
                          <a:cs typeface="Corbel"/>
                        </a:rPr>
                        <a:t>r</a:t>
                      </a:r>
                      <a:r>
                        <a:rPr sz="2000" b="1" u="heavy" dirty="0">
                          <a:solidFill>
                            <a:srgbClr val="624722"/>
                          </a:solidFill>
                          <a:uFill>
                            <a:solidFill>
                              <a:srgbClr val="624722"/>
                            </a:solidFill>
                          </a:uFill>
                          <a:latin typeface="Corbel"/>
                          <a:cs typeface="Corbel"/>
                        </a:rPr>
                        <a:t>y</a:t>
                      </a:r>
                      <a:r>
                        <a:rPr sz="2000" b="1" u="heavy" spc="-100" dirty="0">
                          <a:solidFill>
                            <a:srgbClr val="624722"/>
                          </a:solidFill>
                          <a:uFill>
                            <a:solidFill>
                              <a:srgbClr val="624722"/>
                            </a:solidFill>
                          </a:uFill>
                          <a:latin typeface="Corbel"/>
                          <a:cs typeface="Corbel"/>
                        </a:rPr>
                        <a:t> </a:t>
                      </a:r>
                      <a:r>
                        <a:rPr sz="2000" b="1" u="heavy" spc="-5" dirty="0">
                          <a:solidFill>
                            <a:srgbClr val="624722"/>
                          </a:solidFill>
                          <a:uFill>
                            <a:solidFill>
                              <a:srgbClr val="624722"/>
                            </a:solidFill>
                          </a:uFill>
                          <a:latin typeface="Corbel"/>
                          <a:cs typeface="Corbel"/>
                        </a:rPr>
                        <a:t>Allocation</a:t>
                      </a:r>
                      <a:endParaRPr sz="2000">
                        <a:latin typeface="Corbel"/>
                        <a:cs typeface="Corbel"/>
                      </a:endParaRPr>
                    </a:p>
                  </a:txBody>
                  <a:tcPr marL="0" marR="0" marT="34925" marB="0">
                    <a:lnL w="6350">
                      <a:solidFill>
                        <a:srgbClr val="5A94A3"/>
                      </a:solidFill>
                      <a:prstDash val="solid"/>
                    </a:lnL>
                    <a:lnR w="6350">
                      <a:solidFill>
                        <a:srgbClr val="5A94A3"/>
                      </a:solidFill>
                      <a:prstDash val="solid"/>
                    </a:lnR>
                    <a:lnT w="6350">
                      <a:solidFill>
                        <a:srgbClr val="5A94A3"/>
                      </a:solidFill>
                      <a:prstDash val="solid"/>
                    </a:lnT>
                    <a:lnB w="6350">
                      <a:solidFill>
                        <a:srgbClr val="5A94A3"/>
                      </a:solidFill>
                      <a:prstDash val="solid"/>
                    </a:lnB>
                  </a:tcPr>
                </a:tc>
                <a:extLst>
                  <a:ext uri="{0D108BD9-81ED-4DB2-BD59-A6C34878D82A}">
                    <a16:rowId xmlns:a16="http://schemas.microsoft.com/office/drawing/2014/main" val="10000"/>
                  </a:ext>
                </a:extLst>
              </a:tr>
              <a:tr h="1622552">
                <a:tc>
                  <a:txBody>
                    <a:bodyPr/>
                    <a:lstStyle/>
                    <a:p>
                      <a:pPr marL="48895" marR="40640" algn="just">
                        <a:lnSpc>
                          <a:spcPct val="100200"/>
                        </a:lnSpc>
                        <a:spcBef>
                          <a:spcPts val="1460"/>
                        </a:spcBef>
                      </a:pPr>
                      <a:r>
                        <a:rPr sz="2000" spc="-5" dirty="0">
                          <a:solidFill>
                            <a:srgbClr val="624722"/>
                          </a:solidFill>
                          <a:latin typeface="Corbel"/>
                          <a:cs typeface="Corbel"/>
                        </a:rPr>
                        <a:t>The</a:t>
                      </a:r>
                      <a:r>
                        <a:rPr sz="2000" dirty="0">
                          <a:solidFill>
                            <a:srgbClr val="624722"/>
                          </a:solidFill>
                          <a:latin typeface="Corbel"/>
                          <a:cs typeface="Corbel"/>
                        </a:rPr>
                        <a:t> </a:t>
                      </a:r>
                      <a:r>
                        <a:rPr sz="2000" spc="-5" dirty="0">
                          <a:solidFill>
                            <a:srgbClr val="624722"/>
                          </a:solidFill>
                          <a:latin typeface="Corbel"/>
                          <a:cs typeface="Corbel"/>
                        </a:rPr>
                        <a:t>contiguous</a:t>
                      </a:r>
                      <a:r>
                        <a:rPr sz="2000" dirty="0">
                          <a:solidFill>
                            <a:srgbClr val="624722"/>
                          </a:solidFill>
                          <a:latin typeface="Corbel"/>
                          <a:cs typeface="Corbel"/>
                        </a:rPr>
                        <a:t> </a:t>
                      </a:r>
                      <a:r>
                        <a:rPr sz="2000" spc="-5" dirty="0">
                          <a:solidFill>
                            <a:srgbClr val="624722"/>
                          </a:solidFill>
                          <a:latin typeface="Corbel"/>
                          <a:cs typeface="Corbel"/>
                        </a:rPr>
                        <a:t>Memory</a:t>
                      </a:r>
                      <a:r>
                        <a:rPr sz="2000" dirty="0">
                          <a:solidFill>
                            <a:srgbClr val="624722"/>
                          </a:solidFill>
                          <a:latin typeface="Corbel"/>
                          <a:cs typeface="Corbel"/>
                        </a:rPr>
                        <a:t> </a:t>
                      </a:r>
                      <a:r>
                        <a:rPr sz="2000" spc="-5" dirty="0">
                          <a:solidFill>
                            <a:srgbClr val="624722"/>
                          </a:solidFill>
                          <a:latin typeface="Corbel"/>
                          <a:cs typeface="Corbel"/>
                        </a:rPr>
                        <a:t>Allocation</a:t>
                      </a:r>
                      <a:r>
                        <a:rPr sz="2000" dirty="0">
                          <a:solidFill>
                            <a:srgbClr val="624722"/>
                          </a:solidFill>
                          <a:latin typeface="Corbel"/>
                          <a:cs typeface="Corbel"/>
                        </a:rPr>
                        <a:t> </a:t>
                      </a:r>
                      <a:r>
                        <a:rPr sz="2000" spc="-5" dirty="0">
                          <a:solidFill>
                            <a:srgbClr val="624722"/>
                          </a:solidFill>
                          <a:latin typeface="Corbel"/>
                          <a:cs typeface="Corbel"/>
                        </a:rPr>
                        <a:t>technique </a:t>
                      </a:r>
                      <a:r>
                        <a:rPr sz="2000" dirty="0">
                          <a:solidFill>
                            <a:srgbClr val="624722"/>
                          </a:solidFill>
                          <a:latin typeface="Corbel"/>
                          <a:cs typeface="Corbel"/>
                        </a:rPr>
                        <a:t> </a:t>
                      </a:r>
                      <a:r>
                        <a:rPr sz="2000" spc="-5" dirty="0">
                          <a:solidFill>
                            <a:srgbClr val="624722"/>
                          </a:solidFill>
                          <a:latin typeface="Corbel"/>
                          <a:cs typeface="Corbel"/>
                        </a:rPr>
                        <a:t>allocates </a:t>
                      </a:r>
                      <a:r>
                        <a:rPr sz="2000" b="1" spc="-5" dirty="0">
                          <a:solidFill>
                            <a:srgbClr val="624722"/>
                          </a:solidFill>
                          <a:latin typeface="Corbel"/>
                          <a:cs typeface="Corbel"/>
                        </a:rPr>
                        <a:t>one </a:t>
                      </a:r>
                      <a:r>
                        <a:rPr sz="2000" b="1" dirty="0">
                          <a:solidFill>
                            <a:srgbClr val="624722"/>
                          </a:solidFill>
                          <a:latin typeface="Corbel"/>
                          <a:cs typeface="Corbel"/>
                        </a:rPr>
                        <a:t>single contiguous </a:t>
                      </a:r>
                      <a:r>
                        <a:rPr sz="2000" b="1" spc="-5" dirty="0">
                          <a:solidFill>
                            <a:srgbClr val="624722"/>
                          </a:solidFill>
                          <a:latin typeface="Corbel"/>
                          <a:cs typeface="Corbel"/>
                        </a:rPr>
                        <a:t>block of memory </a:t>
                      </a:r>
                      <a:r>
                        <a:rPr sz="2000" dirty="0">
                          <a:solidFill>
                            <a:srgbClr val="624722"/>
                          </a:solidFill>
                          <a:latin typeface="Corbel"/>
                          <a:cs typeface="Corbel"/>
                        </a:rPr>
                        <a:t>to </a:t>
                      </a:r>
                      <a:r>
                        <a:rPr sz="2000" spc="-390" dirty="0">
                          <a:solidFill>
                            <a:srgbClr val="624722"/>
                          </a:solidFill>
                          <a:latin typeface="Corbel"/>
                          <a:cs typeface="Corbel"/>
                        </a:rPr>
                        <a:t> </a:t>
                      </a:r>
                      <a:r>
                        <a:rPr sz="2000" spc="-5" dirty="0">
                          <a:solidFill>
                            <a:srgbClr val="624722"/>
                          </a:solidFill>
                          <a:latin typeface="Corbel"/>
                          <a:cs typeface="Corbel"/>
                        </a:rPr>
                        <a:t>the</a:t>
                      </a:r>
                      <a:r>
                        <a:rPr sz="2000" dirty="0">
                          <a:solidFill>
                            <a:srgbClr val="624722"/>
                          </a:solidFill>
                          <a:latin typeface="Corbel"/>
                          <a:cs typeface="Corbel"/>
                        </a:rPr>
                        <a:t> process </a:t>
                      </a:r>
                      <a:r>
                        <a:rPr sz="2000" spc="-5" dirty="0">
                          <a:solidFill>
                            <a:srgbClr val="624722"/>
                          </a:solidFill>
                          <a:latin typeface="Corbel"/>
                          <a:cs typeface="Corbel"/>
                        </a:rPr>
                        <a:t>and </a:t>
                      </a:r>
                      <a:r>
                        <a:rPr sz="2000" dirty="0">
                          <a:solidFill>
                            <a:srgbClr val="624722"/>
                          </a:solidFill>
                          <a:latin typeface="Corbel"/>
                          <a:cs typeface="Corbel"/>
                        </a:rPr>
                        <a:t>memory is</a:t>
                      </a:r>
                      <a:r>
                        <a:rPr sz="2000" spc="400" dirty="0">
                          <a:solidFill>
                            <a:srgbClr val="624722"/>
                          </a:solidFill>
                          <a:latin typeface="Corbel"/>
                          <a:cs typeface="Corbel"/>
                        </a:rPr>
                        <a:t> </a:t>
                      </a:r>
                      <a:r>
                        <a:rPr sz="2000" spc="-5" dirty="0">
                          <a:solidFill>
                            <a:srgbClr val="624722"/>
                          </a:solidFill>
                          <a:latin typeface="Corbel"/>
                          <a:cs typeface="Corbel"/>
                        </a:rPr>
                        <a:t>allocated </a:t>
                      </a:r>
                      <a:r>
                        <a:rPr sz="2000" dirty="0">
                          <a:solidFill>
                            <a:srgbClr val="624722"/>
                          </a:solidFill>
                          <a:latin typeface="Corbel"/>
                          <a:cs typeface="Corbel"/>
                        </a:rPr>
                        <a:t>to the process </a:t>
                      </a:r>
                      <a:r>
                        <a:rPr sz="2000" spc="5" dirty="0">
                          <a:solidFill>
                            <a:srgbClr val="624722"/>
                          </a:solidFill>
                          <a:latin typeface="Corbel"/>
                          <a:cs typeface="Corbel"/>
                        </a:rPr>
                        <a:t> </a:t>
                      </a:r>
                      <a:r>
                        <a:rPr sz="2000" dirty="0">
                          <a:solidFill>
                            <a:srgbClr val="624722"/>
                          </a:solidFill>
                          <a:latin typeface="Corbel"/>
                          <a:cs typeface="Corbel"/>
                        </a:rPr>
                        <a:t>in</a:t>
                      </a:r>
                      <a:r>
                        <a:rPr sz="2000" spc="-25" dirty="0">
                          <a:solidFill>
                            <a:srgbClr val="624722"/>
                          </a:solidFill>
                          <a:latin typeface="Corbel"/>
                          <a:cs typeface="Corbel"/>
                        </a:rPr>
                        <a:t> </a:t>
                      </a:r>
                      <a:r>
                        <a:rPr sz="2000" dirty="0">
                          <a:solidFill>
                            <a:srgbClr val="624722"/>
                          </a:solidFill>
                          <a:latin typeface="Corbel"/>
                          <a:cs typeface="Corbel"/>
                        </a:rPr>
                        <a:t>a</a:t>
                      </a:r>
                      <a:r>
                        <a:rPr sz="2000" spc="-5" dirty="0">
                          <a:solidFill>
                            <a:srgbClr val="624722"/>
                          </a:solidFill>
                          <a:latin typeface="Corbel"/>
                          <a:cs typeface="Corbel"/>
                        </a:rPr>
                        <a:t> continuous </a:t>
                      </a:r>
                      <a:r>
                        <a:rPr sz="2000" dirty="0">
                          <a:solidFill>
                            <a:srgbClr val="624722"/>
                          </a:solidFill>
                          <a:latin typeface="Corbel"/>
                          <a:cs typeface="Corbel"/>
                        </a:rPr>
                        <a:t>fashion.</a:t>
                      </a:r>
                      <a:endParaRPr sz="2000" dirty="0">
                        <a:latin typeface="Corbel"/>
                        <a:cs typeface="Corbel"/>
                      </a:endParaRPr>
                    </a:p>
                  </a:txBody>
                  <a:tcPr marL="0" marR="0" marT="185420" marB="0">
                    <a:lnL w="6350">
                      <a:solidFill>
                        <a:srgbClr val="5A94A3"/>
                      </a:solidFill>
                      <a:prstDash val="solid"/>
                    </a:lnL>
                    <a:lnR w="6350">
                      <a:solidFill>
                        <a:srgbClr val="5A94A3"/>
                      </a:solidFill>
                      <a:prstDash val="solid"/>
                    </a:lnR>
                    <a:lnT w="6350">
                      <a:solidFill>
                        <a:srgbClr val="5A94A3"/>
                      </a:solidFill>
                      <a:prstDash val="solid"/>
                    </a:lnT>
                    <a:lnB w="6350">
                      <a:solidFill>
                        <a:srgbClr val="5A94A3"/>
                      </a:solidFill>
                      <a:prstDash val="solid"/>
                    </a:lnB>
                  </a:tcPr>
                </a:tc>
                <a:tc>
                  <a:txBody>
                    <a:bodyPr/>
                    <a:lstStyle/>
                    <a:p>
                      <a:pPr marL="49530" marR="40005" algn="just">
                        <a:lnSpc>
                          <a:spcPct val="100099"/>
                        </a:lnSpc>
                        <a:spcBef>
                          <a:spcPts val="260"/>
                        </a:spcBef>
                      </a:pPr>
                      <a:r>
                        <a:rPr sz="2000" spc="-5" dirty="0">
                          <a:solidFill>
                            <a:srgbClr val="624722"/>
                          </a:solidFill>
                          <a:latin typeface="Corbel"/>
                          <a:cs typeface="Corbel"/>
                        </a:rPr>
                        <a:t>The</a:t>
                      </a:r>
                      <a:r>
                        <a:rPr sz="2000" dirty="0">
                          <a:solidFill>
                            <a:srgbClr val="624722"/>
                          </a:solidFill>
                          <a:latin typeface="Corbel"/>
                          <a:cs typeface="Corbel"/>
                        </a:rPr>
                        <a:t> </a:t>
                      </a:r>
                      <a:r>
                        <a:rPr sz="2000" spc="-5" dirty="0">
                          <a:solidFill>
                            <a:srgbClr val="624722"/>
                          </a:solidFill>
                          <a:latin typeface="Corbel"/>
                          <a:cs typeface="Corbel"/>
                        </a:rPr>
                        <a:t>non-Contiguous</a:t>
                      </a:r>
                      <a:r>
                        <a:rPr sz="2000" dirty="0">
                          <a:solidFill>
                            <a:srgbClr val="624722"/>
                          </a:solidFill>
                          <a:latin typeface="Corbel"/>
                          <a:cs typeface="Corbel"/>
                        </a:rPr>
                        <a:t> </a:t>
                      </a:r>
                      <a:r>
                        <a:rPr sz="2000" spc="-5" dirty="0">
                          <a:solidFill>
                            <a:srgbClr val="624722"/>
                          </a:solidFill>
                          <a:latin typeface="Corbel"/>
                          <a:cs typeface="Corbel"/>
                        </a:rPr>
                        <a:t>Memory</a:t>
                      </a:r>
                      <a:r>
                        <a:rPr sz="2000" dirty="0">
                          <a:solidFill>
                            <a:srgbClr val="624722"/>
                          </a:solidFill>
                          <a:latin typeface="Corbel"/>
                          <a:cs typeface="Corbel"/>
                        </a:rPr>
                        <a:t> </a:t>
                      </a:r>
                      <a:r>
                        <a:rPr sz="2000" spc="-5" dirty="0">
                          <a:solidFill>
                            <a:srgbClr val="624722"/>
                          </a:solidFill>
                          <a:latin typeface="Corbel"/>
                          <a:cs typeface="Corbel"/>
                        </a:rPr>
                        <a:t>allocation</a:t>
                      </a:r>
                      <a:r>
                        <a:rPr sz="2000" dirty="0">
                          <a:solidFill>
                            <a:srgbClr val="624722"/>
                          </a:solidFill>
                          <a:latin typeface="Corbel"/>
                          <a:cs typeface="Corbel"/>
                        </a:rPr>
                        <a:t> </a:t>
                      </a:r>
                      <a:r>
                        <a:rPr sz="2000" spc="-5" dirty="0">
                          <a:solidFill>
                            <a:srgbClr val="624722"/>
                          </a:solidFill>
                          <a:latin typeface="Corbel"/>
                          <a:cs typeface="Corbel"/>
                        </a:rPr>
                        <a:t>technique </a:t>
                      </a:r>
                      <a:r>
                        <a:rPr sz="2000" dirty="0">
                          <a:solidFill>
                            <a:srgbClr val="624722"/>
                          </a:solidFill>
                          <a:latin typeface="Corbel"/>
                          <a:cs typeface="Corbel"/>
                        </a:rPr>
                        <a:t> divides</a:t>
                      </a:r>
                      <a:r>
                        <a:rPr sz="2000" spc="5" dirty="0">
                          <a:solidFill>
                            <a:srgbClr val="624722"/>
                          </a:solidFill>
                          <a:latin typeface="Corbel"/>
                          <a:cs typeface="Corbel"/>
                        </a:rPr>
                        <a:t> </a:t>
                      </a:r>
                      <a:r>
                        <a:rPr sz="2000" spc="-5" dirty="0">
                          <a:solidFill>
                            <a:srgbClr val="624722"/>
                          </a:solidFill>
                          <a:latin typeface="Corbel"/>
                          <a:cs typeface="Corbel"/>
                        </a:rPr>
                        <a:t>the</a:t>
                      </a:r>
                      <a:r>
                        <a:rPr sz="2000" dirty="0">
                          <a:solidFill>
                            <a:srgbClr val="624722"/>
                          </a:solidFill>
                          <a:latin typeface="Corbel"/>
                          <a:cs typeface="Corbel"/>
                        </a:rPr>
                        <a:t> </a:t>
                      </a:r>
                      <a:r>
                        <a:rPr sz="2000" b="1" dirty="0">
                          <a:solidFill>
                            <a:srgbClr val="624722"/>
                          </a:solidFill>
                          <a:latin typeface="Corbel"/>
                          <a:cs typeface="Corbel"/>
                        </a:rPr>
                        <a:t>process</a:t>
                      </a:r>
                      <a:r>
                        <a:rPr sz="2000" b="1" spc="5" dirty="0">
                          <a:solidFill>
                            <a:srgbClr val="624722"/>
                          </a:solidFill>
                          <a:latin typeface="Corbel"/>
                          <a:cs typeface="Corbel"/>
                        </a:rPr>
                        <a:t> </a:t>
                      </a:r>
                      <a:r>
                        <a:rPr sz="2000" b="1" dirty="0">
                          <a:solidFill>
                            <a:srgbClr val="624722"/>
                          </a:solidFill>
                          <a:latin typeface="Corbel"/>
                          <a:cs typeface="Corbel"/>
                        </a:rPr>
                        <a:t>into</a:t>
                      </a:r>
                      <a:r>
                        <a:rPr sz="2000" b="1" spc="5" dirty="0">
                          <a:solidFill>
                            <a:srgbClr val="624722"/>
                          </a:solidFill>
                          <a:latin typeface="Corbel"/>
                          <a:cs typeface="Corbel"/>
                        </a:rPr>
                        <a:t> </a:t>
                      </a:r>
                      <a:r>
                        <a:rPr sz="2000" b="1" dirty="0">
                          <a:solidFill>
                            <a:srgbClr val="624722"/>
                          </a:solidFill>
                          <a:latin typeface="Corbel"/>
                          <a:cs typeface="Corbel"/>
                        </a:rPr>
                        <a:t>several</a:t>
                      </a:r>
                      <a:r>
                        <a:rPr sz="2000" b="1" spc="5" dirty="0">
                          <a:solidFill>
                            <a:srgbClr val="624722"/>
                          </a:solidFill>
                          <a:latin typeface="Corbel"/>
                          <a:cs typeface="Corbel"/>
                        </a:rPr>
                        <a:t> </a:t>
                      </a:r>
                      <a:r>
                        <a:rPr sz="2000" b="1" spc="-5" dirty="0">
                          <a:solidFill>
                            <a:srgbClr val="624722"/>
                          </a:solidFill>
                          <a:latin typeface="Corbel"/>
                          <a:cs typeface="Corbel"/>
                        </a:rPr>
                        <a:t>blocks</a:t>
                      </a:r>
                      <a:r>
                        <a:rPr sz="2000" b="1" dirty="0">
                          <a:solidFill>
                            <a:srgbClr val="624722"/>
                          </a:solidFill>
                          <a:latin typeface="Corbel"/>
                          <a:cs typeface="Corbel"/>
                        </a:rPr>
                        <a:t> </a:t>
                      </a:r>
                      <a:r>
                        <a:rPr sz="2000" dirty="0">
                          <a:solidFill>
                            <a:srgbClr val="624722"/>
                          </a:solidFill>
                          <a:latin typeface="Corbel"/>
                          <a:cs typeface="Corbel"/>
                        </a:rPr>
                        <a:t>and</a:t>
                      </a:r>
                      <a:r>
                        <a:rPr sz="2000" spc="5" dirty="0">
                          <a:solidFill>
                            <a:srgbClr val="624722"/>
                          </a:solidFill>
                          <a:latin typeface="Corbel"/>
                          <a:cs typeface="Corbel"/>
                        </a:rPr>
                        <a:t> </a:t>
                      </a:r>
                      <a:r>
                        <a:rPr sz="2000" spc="-5" dirty="0">
                          <a:solidFill>
                            <a:srgbClr val="624722"/>
                          </a:solidFill>
                          <a:latin typeface="Corbel"/>
                          <a:cs typeface="Corbel"/>
                        </a:rPr>
                        <a:t>then </a:t>
                      </a:r>
                      <a:r>
                        <a:rPr sz="2000" dirty="0">
                          <a:solidFill>
                            <a:srgbClr val="624722"/>
                          </a:solidFill>
                          <a:latin typeface="Corbel"/>
                          <a:cs typeface="Corbel"/>
                        </a:rPr>
                        <a:t> places </a:t>
                      </a:r>
                      <a:r>
                        <a:rPr sz="2000" spc="-5" dirty="0">
                          <a:solidFill>
                            <a:srgbClr val="624722"/>
                          </a:solidFill>
                          <a:latin typeface="Corbel"/>
                          <a:cs typeface="Corbel"/>
                        </a:rPr>
                        <a:t>them </a:t>
                      </a:r>
                      <a:r>
                        <a:rPr sz="2000" spc="5" dirty="0">
                          <a:solidFill>
                            <a:srgbClr val="624722"/>
                          </a:solidFill>
                          <a:latin typeface="Corbel"/>
                          <a:cs typeface="Corbel"/>
                        </a:rPr>
                        <a:t>in </a:t>
                      </a:r>
                      <a:r>
                        <a:rPr sz="2000" spc="-5" dirty="0">
                          <a:solidFill>
                            <a:srgbClr val="624722"/>
                          </a:solidFill>
                          <a:latin typeface="Corbel"/>
                          <a:cs typeface="Corbel"/>
                        </a:rPr>
                        <a:t>the </a:t>
                      </a:r>
                      <a:r>
                        <a:rPr sz="2000" b="1" dirty="0">
                          <a:solidFill>
                            <a:srgbClr val="624722"/>
                          </a:solidFill>
                          <a:latin typeface="Corbel"/>
                          <a:cs typeface="Corbel"/>
                        </a:rPr>
                        <a:t>different address space </a:t>
                      </a:r>
                      <a:r>
                        <a:rPr sz="2000" b="1" spc="-5" dirty="0">
                          <a:solidFill>
                            <a:srgbClr val="624722"/>
                          </a:solidFill>
                          <a:latin typeface="Corbel"/>
                          <a:cs typeface="Corbel"/>
                        </a:rPr>
                        <a:t>of </a:t>
                      </a:r>
                      <a:r>
                        <a:rPr sz="2000" b="1" dirty="0">
                          <a:solidFill>
                            <a:srgbClr val="624722"/>
                          </a:solidFill>
                          <a:latin typeface="Corbel"/>
                          <a:cs typeface="Corbel"/>
                        </a:rPr>
                        <a:t>the </a:t>
                      </a:r>
                      <a:r>
                        <a:rPr sz="2000" b="1" spc="5" dirty="0">
                          <a:solidFill>
                            <a:srgbClr val="624722"/>
                          </a:solidFill>
                          <a:latin typeface="Corbel"/>
                          <a:cs typeface="Corbel"/>
                        </a:rPr>
                        <a:t> </a:t>
                      </a:r>
                      <a:r>
                        <a:rPr sz="2000" b="1" spc="-5" dirty="0">
                          <a:solidFill>
                            <a:srgbClr val="624722"/>
                          </a:solidFill>
                          <a:latin typeface="Corbel"/>
                          <a:cs typeface="Corbel"/>
                        </a:rPr>
                        <a:t>memory</a:t>
                      </a:r>
                      <a:r>
                        <a:rPr sz="2000" b="1" spc="210" dirty="0">
                          <a:solidFill>
                            <a:srgbClr val="624722"/>
                          </a:solidFill>
                          <a:latin typeface="Corbel"/>
                          <a:cs typeface="Corbel"/>
                        </a:rPr>
                        <a:t> </a:t>
                      </a:r>
                      <a:r>
                        <a:rPr sz="2000" spc="-5" dirty="0">
                          <a:solidFill>
                            <a:srgbClr val="624722"/>
                          </a:solidFill>
                          <a:latin typeface="Corbel"/>
                          <a:cs typeface="Corbel"/>
                        </a:rPr>
                        <a:t>that</a:t>
                      </a:r>
                      <a:r>
                        <a:rPr sz="2000" spc="215" dirty="0">
                          <a:solidFill>
                            <a:srgbClr val="624722"/>
                          </a:solidFill>
                          <a:latin typeface="Corbel"/>
                          <a:cs typeface="Corbel"/>
                        </a:rPr>
                        <a:t> </a:t>
                      </a:r>
                      <a:r>
                        <a:rPr sz="2000" dirty="0">
                          <a:solidFill>
                            <a:srgbClr val="624722"/>
                          </a:solidFill>
                          <a:latin typeface="Corbel"/>
                          <a:cs typeface="Corbel"/>
                        </a:rPr>
                        <a:t>is</a:t>
                      </a:r>
                      <a:r>
                        <a:rPr sz="2000" spc="225" dirty="0">
                          <a:solidFill>
                            <a:srgbClr val="624722"/>
                          </a:solidFill>
                          <a:latin typeface="Corbel"/>
                          <a:cs typeface="Corbel"/>
                        </a:rPr>
                        <a:t> </a:t>
                      </a:r>
                      <a:r>
                        <a:rPr sz="2000" dirty="0">
                          <a:solidFill>
                            <a:srgbClr val="624722"/>
                          </a:solidFill>
                          <a:latin typeface="Corbel"/>
                          <a:cs typeface="Corbel"/>
                        </a:rPr>
                        <a:t>memory</a:t>
                      </a:r>
                      <a:r>
                        <a:rPr sz="2000" spc="215" dirty="0">
                          <a:solidFill>
                            <a:srgbClr val="624722"/>
                          </a:solidFill>
                          <a:latin typeface="Corbel"/>
                          <a:cs typeface="Corbel"/>
                        </a:rPr>
                        <a:t> </a:t>
                      </a:r>
                      <a:r>
                        <a:rPr sz="2000" dirty="0">
                          <a:solidFill>
                            <a:srgbClr val="624722"/>
                          </a:solidFill>
                          <a:latin typeface="Corbel"/>
                          <a:cs typeface="Corbel"/>
                        </a:rPr>
                        <a:t>is</a:t>
                      </a:r>
                      <a:r>
                        <a:rPr sz="2000" spc="245" dirty="0">
                          <a:solidFill>
                            <a:srgbClr val="624722"/>
                          </a:solidFill>
                          <a:latin typeface="Corbel"/>
                          <a:cs typeface="Corbel"/>
                        </a:rPr>
                        <a:t> </a:t>
                      </a:r>
                      <a:r>
                        <a:rPr sz="2000" spc="-5" dirty="0">
                          <a:solidFill>
                            <a:srgbClr val="624722"/>
                          </a:solidFill>
                          <a:latin typeface="Corbel"/>
                          <a:cs typeface="Corbel"/>
                        </a:rPr>
                        <a:t>allocated</a:t>
                      </a:r>
                      <a:r>
                        <a:rPr sz="2000" spc="210" dirty="0">
                          <a:solidFill>
                            <a:srgbClr val="624722"/>
                          </a:solidFill>
                          <a:latin typeface="Corbel"/>
                          <a:cs typeface="Corbel"/>
                        </a:rPr>
                        <a:t> </a:t>
                      </a:r>
                      <a:r>
                        <a:rPr sz="2000" dirty="0">
                          <a:solidFill>
                            <a:srgbClr val="624722"/>
                          </a:solidFill>
                          <a:latin typeface="Corbel"/>
                          <a:cs typeface="Corbel"/>
                        </a:rPr>
                        <a:t>to</a:t>
                      </a:r>
                      <a:r>
                        <a:rPr sz="2000" spc="220" dirty="0">
                          <a:solidFill>
                            <a:srgbClr val="624722"/>
                          </a:solidFill>
                          <a:latin typeface="Corbel"/>
                          <a:cs typeface="Corbel"/>
                        </a:rPr>
                        <a:t> </a:t>
                      </a:r>
                      <a:r>
                        <a:rPr sz="2000" dirty="0">
                          <a:solidFill>
                            <a:srgbClr val="624722"/>
                          </a:solidFill>
                          <a:latin typeface="Corbel"/>
                          <a:cs typeface="Corbel"/>
                        </a:rPr>
                        <a:t>the</a:t>
                      </a:r>
                      <a:r>
                        <a:rPr sz="2000" spc="225" dirty="0">
                          <a:solidFill>
                            <a:srgbClr val="624722"/>
                          </a:solidFill>
                          <a:latin typeface="Corbel"/>
                          <a:cs typeface="Corbel"/>
                        </a:rPr>
                        <a:t> </a:t>
                      </a:r>
                      <a:r>
                        <a:rPr sz="2000" dirty="0">
                          <a:solidFill>
                            <a:srgbClr val="624722"/>
                          </a:solidFill>
                          <a:latin typeface="Corbel"/>
                          <a:cs typeface="Corbel"/>
                        </a:rPr>
                        <a:t>process </a:t>
                      </a:r>
                      <a:r>
                        <a:rPr sz="2000" spc="-390" dirty="0">
                          <a:solidFill>
                            <a:srgbClr val="624722"/>
                          </a:solidFill>
                          <a:latin typeface="Corbel"/>
                          <a:cs typeface="Corbel"/>
                        </a:rPr>
                        <a:t> </a:t>
                      </a:r>
                      <a:r>
                        <a:rPr sz="2000" dirty="0">
                          <a:solidFill>
                            <a:srgbClr val="624722"/>
                          </a:solidFill>
                          <a:latin typeface="Corbel"/>
                          <a:cs typeface="Corbel"/>
                        </a:rPr>
                        <a:t>in</a:t>
                      </a:r>
                      <a:r>
                        <a:rPr sz="2000" spc="-20" dirty="0">
                          <a:solidFill>
                            <a:srgbClr val="624722"/>
                          </a:solidFill>
                          <a:latin typeface="Corbel"/>
                          <a:cs typeface="Corbel"/>
                        </a:rPr>
                        <a:t> </a:t>
                      </a:r>
                      <a:r>
                        <a:rPr sz="2000" dirty="0">
                          <a:solidFill>
                            <a:srgbClr val="624722"/>
                          </a:solidFill>
                          <a:latin typeface="Corbel"/>
                          <a:cs typeface="Corbel"/>
                        </a:rPr>
                        <a:t>a</a:t>
                      </a:r>
                      <a:r>
                        <a:rPr sz="2000" spc="-5" dirty="0">
                          <a:solidFill>
                            <a:srgbClr val="624722"/>
                          </a:solidFill>
                          <a:latin typeface="Corbel"/>
                          <a:cs typeface="Corbel"/>
                        </a:rPr>
                        <a:t> non-contiguous</a:t>
                      </a:r>
                      <a:r>
                        <a:rPr sz="2000" spc="-20" dirty="0">
                          <a:solidFill>
                            <a:srgbClr val="624722"/>
                          </a:solidFill>
                          <a:latin typeface="Corbel"/>
                          <a:cs typeface="Corbel"/>
                        </a:rPr>
                        <a:t> </a:t>
                      </a:r>
                      <a:r>
                        <a:rPr sz="2000" dirty="0">
                          <a:solidFill>
                            <a:srgbClr val="624722"/>
                          </a:solidFill>
                          <a:latin typeface="Corbel"/>
                          <a:cs typeface="Corbel"/>
                        </a:rPr>
                        <a:t>fashion.</a:t>
                      </a:r>
                      <a:endParaRPr sz="2000">
                        <a:latin typeface="Corbel"/>
                        <a:cs typeface="Corbel"/>
                      </a:endParaRPr>
                    </a:p>
                  </a:txBody>
                  <a:tcPr marL="0" marR="0" marT="33020" marB="0">
                    <a:lnL w="6350">
                      <a:solidFill>
                        <a:srgbClr val="5A94A3"/>
                      </a:solidFill>
                      <a:prstDash val="solid"/>
                    </a:lnL>
                    <a:lnR w="6350">
                      <a:solidFill>
                        <a:srgbClr val="5A94A3"/>
                      </a:solidFill>
                      <a:prstDash val="solid"/>
                    </a:lnR>
                    <a:lnT w="6350">
                      <a:solidFill>
                        <a:srgbClr val="5A94A3"/>
                      </a:solidFill>
                      <a:prstDash val="solid"/>
                    </a:lnT>
                    <a:lnB w="6350">
                      <a:solidFill>
                        <a:srgbClr val="5A94A3"/>
                      </a:solidFill>
                      <a:prstDash val="solid"/>
                    </a:lnB>
                  </a:tcPr>
                </a:tc>
                <a:extLst>
                  <a:ext uri="{0D108BD9-81ED-4DB2-BD59-A6C34878D82A}">
                    <a16:rowId xmlns:a16="http://schemas.microsoft.com/office/drawing/2014/main" val="10001"/>
                  </a:ext>
                </a:extLst>
              </a:tr>
              <a:tr h="1012951">
                <a:tc>
                  <a:txBody>
                    <a:bodyPr/>
                    <a:lstStyle/>
                    <a:p>
                      <a:pPr marL="48895" marR="41910" algn="just">
                        <a:lnSpc>
                          <a:spcPct val="100299"/>
                        </a:lnSpc>
                        <a:spcBef>
                          <a:spcPts val="254"/>
                        </a:spcBef>
                      </a:pPr>
                      <a:r>
                        <a:rPr sz="2000" spc="-5" dirty="0">
                          <a:solidFill>
                            <a:srgbClr val="624722"/>
                          </a:solidFill>
                          <a:latin typeface="Corbel"/>
                          <a:cs typeface="Corbel"/>
                        </a:rPr>
                        <a:t>In</a:t>
                      </a:r>
                      <a:r>
                        <a:rPr sz="2000" dirty="0">
                          <a:solidFill>
                            <a:srgbClr val="624722"/>
                          </a:solidFill>
                          <a:latin typeface="Corbel"/>
                          <a:cs typeface="Corbel"/>
                        </a:rPr>
                        <a:t> </a:t>
                      </a:r>
                      <a:r>
                        <a:rPr sz="2000" spc="-5" dirty="0">
                          <a:solidFill>
                            <a:srgbClr val="624722"/>
                          </a:solidFill>
                          <a:latin typeface="Corbel"/>
                          <a:cs typeface="Corbel"/>
                        </a:rPr>
                        <a:t>this</a:t>
                      </a:r>
                      <a:r>
                        <a:rPr sz="2000" dirty="0">
                          <a:solidFill>
                            <a:srgbClr val="624722"/>
                          </a:solidFill>
                          <a:latin typeface="Corbel"/>
                          <a:cs typeface="Corbel"/>
                        </a:rPr>
                        <a:t> </a:t>
                      </a:r>
                      <a:r>
                        <a:rPr sz="2000" spc="-5" dirty="0">
                          <a:solidFill>
                            <a:srgbClr val="624722"/>
                          </a:solidFill>
                          <a:latin typeface="Corbel"/>
                          <a:cs typeface="Corbel"/>
                        </a:rPr>
                        <a:t>Allocation</a:t>
                      </a:r>
                      <a:r>
                        <a:rPr sz="2000" dirty="0">
                          <a:solidFill>
                            <a:srgbClr val="624722"/>
                          </a:solidFill>
                          <a:latin typeface="Corbel"/>
                          <a:cs typeface="Corbel"/>
                        </a:rPr>
                        <a:t> </a:t>
                      </a:r>
                      <a:r>
                        <a:rPr sz="2000" spc="-5" dirty="0">
                          <a:solidFill>
                            <a:srgbClr val="624722"/>
                          </a:solidFill>
                          <a:latin typeface="Corbel"/>
                          <a:cs typeface="Corbel"/>
                        </a:rPr>
                        <a:t>scheme,</a:t>
                      </a:r>
                      <a:r>
                        <a:rPr sz="2000" dirty="0">
                          <a:solidFill>
                            <a:srgbClr val="624722"/>
                          </a:solidFill>
                          <a:latin typeface="Corbel"/>
                          <a:cs typeface="Corbel"/>
                        </a:rPr>
                        <a:t> </a:t>
                      </a:r>
                      <a:r>
                        <a:rPr sz="2000" spc="-5" dirty="0">
                          <a:solidFill>
                            <a:srgbClr val="624722"/>
                          </a:solidFill>
                          <a:latin typeface="Corbel"/>
                          <a:cs typeface="Corbel"/>
                        </a:rPr>
                        <a:t>there</a:t>
                      </a:r>
                      <a:r>
                        <a:rPr sz="2000" spc="390" dirty="0">
                          <a:solidFill>
                            <a:srgbClr val="624722"/>
                          </a:solidFill>
                          <a:latin typeface="Corbel"/>
                          <a:cs typeface="Corbel"/>
                        </a:rPr>
                        <a:t> </a:t>
                      </a:r>
                      <a:r>
                        <a:rPr sz="2000" dirty="0">
                          <a:solidFill>
                            <a:srgbClr val="624722"/>
                          </a:solidFill>
                          <a:latin typeface="Corbel"/>
                          <a:cs typeface="Corbel"/>
                        </a:rPr>
                        <a:t>is</a:t>
                      </a:r>
                      <a:r>
                        <a:rPr sz="2000" spc="400" dirty="0">
                          <a:solidFill>
                            <a:srgbClr val="624722"/>
                          </a:solidFill>
                          <a:latin typeface="Corbel"/>
                          <a:cs typeface="Corbel"/>
                        </a:rPr>
                        <a:t> </a:t>
                      </a:r>
                      <a:r>
                        <a:rPr sz="2000" b="1" dirty="0">
                          <a:solidFill>
                            <a:srgbClr val="624722"/>
                          </a:solidFill>
                          <a:latin typeface="Corbel"/>
                          <a:cs typeface="Corbel"/>
                        </a:rPr>
                        <a:t>no overhead </a:t>
                      </a:r>
                      <a:r>
                        <a:rPr sz="2000" spc="-10" dirty="0">
                          <a:solidFill>
                            <a:srgbClr val="624722"/>
                          </a:solidFill>
                          <a:latin typeface="Corbel"/>
                          <a:cs typeface="Corbel"/>
                        </a:rPr>
                        <a:t>in </a:t>
                      </a:r>
                      <a:r>
                        <a:rPr sz="2000" spc="-5" dirty="0">
                          <a:solidFill>
                            <a:srgbClr val="624722"/>
                          </a:solidFill>
                          <a:latin typeface="Corbel"/>
                          <a:cs typeface="Corbel"/>
                        </a:rPr>
                        <a:t> the</a:t>
                      </a:r>
                      <a:r>
                        <a:rPr sz="2000" dirty="0">
                          <a:solidFill>
                            <a:srgbClr val="624722"/>
                          </a:solidFill>
                          <a:latin typeface="Corbel"/>
                          <a:cs typeface="Corbel"/>
                        </a:rPr>
                        <a:t> address</a:t>
                      </a:r>
                      <a:r>
                        <a:rPr sz="2000" spc="5" dirty="0">
                          <a:solidFill>
                            <a:srgbClr val="624722"/>
                          </a:solidFill>
                          <a:latin typeface="Corbel"/>
                          <a:cs typeface="Corbel"/>
                        </a:rPr>
                        <a:t> </a:t>
                      </a:r>
                      <a:r>
                        <a:rPr sz="2000" spc="-5" dirty="0">
                          <a:solidFill>
                            <a:srgbClr val="624722"/>
                          </a:solidFill>
                          <a:latin typeface="Corbel"/>
                          <a:cs typeface="Corbel"/>
                        </a:rPr>
                        <a:t>translation</a:t>
                      </a:r>
                      <a:r>
                        <a:rPr sz="2000" dirty="0">
                          <a:solidFill>
                            <a:srgbClr val="624722"/>
                          </a:solidFill>
                          <a:latin typeface="Corbel"/>
                          <a:cs typeface="Corbel"/>
                        </a:rPr>
                        <a:t> </a:t>
                      </a:r>
                      <a:r>
                        <a:rPr sz="2000" spc="-5" dirty="0">
                          <a:solidFill>
                            <a:srgbClr val="624722"/>
                          </a:solidFill>
                          <a:latin typeface="Corbel"/>
                          <a:cs typeface="Corbel"/>
                        </a:rPr>
                        <a:t>while</a:t>
                      </a:r>
                      <a:r>
                        <a:rPr sz="2000" dirty="0">
                          <a:solidFill>
                            <a:srgbClr val="624722"/>
                          </a:solidFill>
                          <a:latin typeface="Corbel"/>
                          <a:cs typeface="Corbel"/>
                        </a:rPr>
                        <a:t> </a:t>
                      </a:r>
                      <a:r>
                        <a:rPr sz="2000" spc="-5" dirty="0">
                          <a:solidFill>
                            <a:srgbClr val="624722"/>
                          </a:solidFill>
                          <a:latin typeface="Corbel"/>
                          <a:cs typeface="Corbel"/>
                        </a:rPr>
                        <a:t>the</a:t>
                      </a:r>
                      <a:r>
                        <a:rPr sz="2000" dirty="0">
                          <a:solidFill>
                            <a:srgbClr val="624722"/>
                          </a:solidFill>
                          <a:latin typeface="Corbel"/>
                          <a:cs typeface="Corbel"/>
                        </a:rPr>
                        <a:t> execution</a:t>
                      </a:r>
                      <a:r>
                        <a:rPr sz="2000" spc="5" dirty="0">
                          <a:solidFill>
                            <a:srgbClr val="624722"/>
                          </a:solidFill>
                          <a:latin typeface="Corbel"/>
                          <a:cs typeface="Corbel"/>
                        </a:rPr>
                        <a:t> </a:t>
                      </a:r>
                      <a:r>
                        <a:rPr sz="2000" spc="-5" dirty="0">
                          <a:solidFill>
                            <a:srgbClr val="624722"/>
                          </a:solidFill>
                          <a:latin typeface="Corbel"/>
                          <a:cs typeface="Corbel"/>
                        </a:rPr>
                        <a:t>of</a:t>
                      </a:r>
                      <a:r>
                        <a:rPr sz="2000" dirty="0">
                          <a:solidFill>
                            <a:srgbClr val="624722"/>
                          </a:solidFill>
                          <a:latin typeface="Corbel"/>
                          <a:cs typeface="Corbel"/>
                        </a:rPr>
                        <a:t> </a:t>
                      </a:r>
                      <a:r>
                        <a:rPr sz="2000" spc="-5" dirty="0">
                          <a:solidFill>
                            <a:srgbClr val="624722"/>
                          </a:solidFill>
                          <a:latin typeface="Corbel"/>
                          <a:cs typeface="Corbel"/>
                        </a:rPr>
                        <a:t>the </a:t>
                      </a:r>
                      <a:r>
                        <a:rPr sz="2000" dirty="0">
                          <a:solidFill>
                            <a:srgbClr val="624722"/>
                          </a:solidFill>
                          <a:latin typeface="Corbel"/>
                          <a:cs typeface="Corbel"/>
                        </a:rPr>
                        <a:t> process.</a:t>
                      </a:r>
                      <a:endParaRPr sz="2000" dirty="0">
                        <a:latin typeface="Corbel"/>
                        <a:cs typeface="Corbel"/>
                      </a:endParaRPr>
                    </a:p>
                  </a:txBody>
                  <a:tcPr marL="0" marR="0" marT="32384" marB="0">
                    <a:lnL w="6350">
                      <a:solidFill>
                        <a:srgbClr val="5A94A3"/>
                      </a:solidFill>
                      <a:prstDash val="solid"/>
                    </a:lnL>
                    <a:lnR w="6350">
                      <a:solidFill>
                        <a:srgbClr val="5A94A3"/>
                      </a:solidFill>
                      <a:prstDash val="solid"/>
                    </a:lnR>
                    <a:lnT w="6350">
                      <a:solidFill>
                        <a:srgbClr val="5A94A3"/>
                      </a:solidFill>
                      <a:prstDash val="solid"/>
                    </a:lnT>
                    <a:lnB w="6350">
                      <a:solidFill>
                        <a:srgbClr val="5A94A3"/>
                      </a:solidFill>
                      <a:prstDash val="solid"/>
                    </a:lnB>
                  </a:tcPr>
                </a:tc>
                <a:tc>
                  <a:txBody>
                    <a:bodyPr/>
                    <a:lstStyle/>
                    <a:p>
                      <a:pPr marL="49530" marR="40005" algn="just">
                        <a:lnSpc>
                          <a:spcPct val="100299"/>
                        </a:lnSpc>
                        <a:spcBef>
                          <a:spcPts val="254"/>
                        </a:spcBef>
                      </a:pPr>
                      <a:r>
                        <a:rPr sz="2000" spc="-5" dirty="0">
                          <a:solidFill>
                            <a:srgbClr val="624722"/>
                          </a:solidFill>
                          <a:latin typeface="Corbel"/>
                          <a:cs typeface="Corbel"/>
                        </a:rPr>
                        <a:t>While</a:t>
                      </a:r>
                      <a:r>
                        <a:rPr sz="2000" dirty="0">
                          <a:solidFill>
                            <a:srgbClr val="624722"/>
                          </a:solidFill>
                          <a:latin typeface="Corbel"/>
                          <a:cs typeface="Corbel"/>
                        </a:rPr>
                        <a:t> in</a:t>
                      </a:r>
                      <a:r>
                        <a:rPr sz="2000" spc="5" dirty="0">
                          <a:solidFill>
                            <a:srgbClr val="624722"/>
                          </a:solidFill>
                          <a:latin typeface="Corbel"/>
                          <a:cs typeface="Corbel"/>
                        </a:rPr>
                        <a:t> </a:t>
                      </a:r>
                      <a:r>
                        <a:rPr sz="2000" spc="-5" dirty="0">
                          <a:solidFill>
                            <a:srgbClr val="624722"/>
                          </a:solidFill>
                          <a:latin typeface="Corbel"/>
                          <a:cs typeface="Corbel"/>
                        </a:rPr>
                        <a:t>this</a:t>
                      </a:r>
                      <a:r>
                        <a:rPr sz="2000" dirty="0">
                          <a:solidFill>
                            <a:srgbClr val="624722"/>
                          </a:solidFill>
                          <a:latin typeface="Corbel"/>
                          <a:cs typeface="Corbel"/>
                        </a:rPr>
                        <a:t> </a:t>
                      </a:r>
                      <a:r>
                        <a:rPr sz="2000" spc="-5" dirty="0">
                          <a:solidFill>
                            <a:srgbClr val="624722"/>
                          </a:solidFill>
                          <a:latin typeface="Corbel"/>
                          <a:cs typeface="Corbel"/>
                        </a:rPr>
                        <a:t>scheme,</a:t>
                      </a:r>
                      <a:r>
                        <a:rPr sz="2000" dirty="0">
                          <a:solidFill>
                            <a:srgbClr val="624722"/>
                          </a:solidFill>
                          <a:latin typeface="Corbel"/>
                          <a:cs typeface="Corbel"/>
                        </a:rPr>
                        <a:t> there</a:t>
                      </a:r>
                      <a:r>
                        <a:rPr sz="2000" spc="5" dirty="0">
                          <a:solidFill>
                            <a:srgbClr val="624722"/>
                          </a:solidFill>
                          <a:latin typeface="Corbel"/>
                          <a:cs typeface="Corbel"/>
                        </a:rPr>
                        <a:t> </a:t>
                      </a:r>
                      <a:r>
                        <a:rPr sz="2000" dirty="0">
                          <a:solidFill>
                            <a:srgbClr val="624722"/>
                          </a:solidFill>
                          <a:latin typeface="Corbel"/>
                          <a:cs typeface="Corbel"/>
                        </a:rPr>
                        <a:t>is</a:t>
                      </a:r>
                      <a:r>
                        <a:rPr sz="2000" spc="5" dirty="0">
                          <a:solidFill>
                            <a:srgbClr val="624722"/>
                          </a:solidFill>
                          <a:latin typeface="Corbel"/>
                          <a:cs typeface="Corbel"/>
                        </a:rPr>
                        <a:t> </a:t>
                      </a:r>
                      <a:r>
                        <a:rPr sz="2000" b="1" spc="-5" dirty="0">
                          <a:solidFill>
                            <a:srgbClr val="624722"/>
                          </a:solidFill>
                          <a:latin typeface="Corbel"/>
                          <a:cs typeface="Corbel"/>
                        </a:rPr>
                        <a:t>overhead</a:t>
                      </a:r>
                      <a:r>
                        <a:rPr sz="2000" b="1" dirty="0">
                          <a:solidFill>
                            <a:srgbClr val="624722"/>
                          </a:solidFill>
                          <a:latin typeface="Corbel"/>
                          <a:cs typeface="Corbel"/>
                        </a:rPr>
                        <a:t> </a:t>
                      </a:r>
                      <a:r>
                        <a:rPr sz="2000" dirty="0">
                          <a:solidFill>
                            <a:srgbClr val="624722"/>
                          </a:solidFill>
                          <a:latin typeface="Corbel"/>
                          <a:cs typeface="Corbel"/>
                        </a:rPr>
                        <a:t>in</a:t>
                      </a:r>
                      <a:r>
                        <a:rPr sz="2000" spc="5" dirty="0">
                          <a:solidFill>
                            <a:srgbClr val="624722"/>
                          </a:solidFill>
                          <a:latin typeface="Corbel"/>
                          <a:cs typeface="Corbel"/>
                        </a:rPr>
                        <a:t> </a:t>
                      </a:r>
                      <a:r>
                        <a:rPr sz="2000" spc="-5" dirty="0">
                          <a:solidFill>
                            <a:srgbClr val="624722"/>
                          </a:solidFill>
                          <a:latin typeface="Corbel"/>
                          <a:cs typeface="Corbel"/>
                        </a:rPr>
                        <a:t>the </a:t>
                      </a:r>
                      <a:r>
                        <a:rPr sz="2000" dirty="0">
                          <a:solidFill>
                            <a:srgbClr val="624722"/>
                          </a:solidFill>
                          <a:latin typeface="Corbel"/>
                          <a:cs typeface="Corbel"/>
                        </a:rPr>
                        <a:t> address</a:t>
                      </a:r>
                      <a:r>
                        <a:rPr sz="2000" spc="5" dirty="0">
                          <a:solidFill>
                            <a:srgbClr val="624722"/>
                          </a:solidFill>
                          <a:latin typeface="Corbel"/>
                          <a:cs typeface="Corbel"/>
                        </a:rPr>
                        <a:t> </a:t>
                      </a:r>
                      <a:r>
                        <a:rPr sz="2000" spc="-5" dirty="0">
                          <a:solidFill>
                            <a:srgbClr val="624722"/>
                          </a:solidFill>
                          <a:latin typeface="Corbel"/>
                          <a:cs typeface="Corbel"/>
                        </a:rPr>
                        <a:t>translation</a:t>
                      </a:r>
                      <a:r>
                        <a:rPr sz="2000" dirty="0">
                          <a:solidFill>
                            <a:srgbClr val="624722"/>
                          </a:solidFill>
                          <a:latin typeface="Corbel"/>
                          <a:cs typeface="Corbel"/>
                        </a:rPr>
                        <a:t> </a:t>
                      </a:r>
                      <a:r>
                        <a:rPr sz="2000" spc="-5" dirty="0">
                          <a:solidFill>
                            <a:srgbClr val="624722"/>
                          </a:solidFill>
                          <a:latin typeface="Corbel"/>
                          <a:cs typeface="Corbel"/>
                        </a:rPr>
                        <a:t>while</a:t>
                      </a:r>
                      <a:r>
                        <a:rPr sz="2000" dirty="0">
                          <a:solidFill>
                            <a:srgbClr val="624722"/>
                          </a:solidFill>
                          <a:latin typeface="Corbel"/>
                          <a:cs typeface="Corbel"/>
                        </a:rPr>
                        <a:t> </a:t>
                      </a:r>
                      <a:r>
                        <a:rPr sz="2000" spc="-5" dirty="0">
                          <a:solidFill>
                            <a:srgbClr val="624722"/>
                          </a:solidFill>
                          <a:latin typeface="Corbel"/>
                          <a:cs typeface="Corbel"/>
                        </a:rPr>
                        <a:t>the</a:t>
                      </a:r>
                      <a:r>
                        <a:rPr sz="2000" dirty="0">
                          <a:solidFill>
                            <a:srgbClr val="624722"/>
                          </a:solidFill>
                          <a:latin typeface="Corbel"/>
                          <a:cs typeface="Corbel"/>
                        </a:rPr>
                        <a:t> </a:t>
                      </a:r>
                      <a:r>
                        <a:rPr sz="2000" spc="-5" dirty="0">
                          <a:solidFill>
                            <a:srgbClr val="624722"/>
                          </a:solidFill>
                          <a:latin typeface="Corbel"/>
                          <a:cs typeface="Corbel"/>
                        </a:rPr>
                        <a:t>execution</a:t>
                      </a:r>
                      <a:r>
                        <a:rPr sz="2000" dirty="0">
                          <a:solidFill>
                            <a:srgbClr val="624722"/>
                          </a:solidFill>
                          <a:latin typeface="Corbel"/>
                          <a:cs typeface="Corbel"/>
                        </a:rPr>
                        <a:t> </a:t>
                      </a:r>
                      <a:r>
                        <a:rPr sz="2000" spc="-5" dirty="0">
                          <a:solidFill>
                            <a:srgbClr val="624722"/>
                          </a:solidFill>
                          <a:latin typeface="Corbel"/>
                          <a:cs typeface="Corbel"/>
                        </a:rPr>
                        <a:t>of</a:t>
                      </a:r>
                      <a:r>
                        <a:rPr sz="2000" dirty="0">
                          <a:solidFill>
                            <a:srgbClr val="624722"/>
                          </a:solidFill>
                          <a:latin typeface="Corbel"/>
                          <a:cs typeface="Corbel"/>
                        </a:rPr>
                        <a:t> the </a:t>
                      </a:r>
                      <a:r>
                        <a:rPr sz="2000" spc="5" dirty="0">
                          <a:solidFill>
                            <a:srgbClr val="624722"/>
                          </a:solidFill>
                          <a:latin typeface="Corbel"/>
                          <a:cs typeface="Corbel"/>
                        </a:rPr>
                        <a:t> </a:t>
                      </a:r>
                      <a:r>
                        <a:rPr sz="2000" dirty="0">
                          <a:solidFill>
                            <a:srgbClr val="624722"/>
                          </a:solidFill>
                          <a:latin typeface="Corbel"/>
                          <a:cs typeface="Corbel"/>
                        </a:rPr>
                        <a:t>process.</a:t>
                      </a:r>
                      <a:endParaRPr sz="2000">
                        <a:latin typeface="Corbel"/>
                        <a:cs typeface="Corbel"/>
                      </a:endParaRPr>
                    </a:p>
                  </a:txBody>
                  <a:tcPr marL="0" marR="0" marT="32384" marB="0">
                    <a:lnL w="6350">
                      <a:solidFill>
                        <a:srgbClr val="5A94A3"/>
                      </a:solidFill>
                      <a:prstDash val="solid"/>
                    </a:lnL>
                    <a:lnR w="6350">
                      <a:solidFill>
                        <a:srgbClr val="5A94A3"/>
                      </a:solidFill>
                      <a:prstDash val="solid"/>
                    </a:lnR>
                    <a:lnT w="6350">
                      <a:solidFill>
                        <a:srgbClr val="5A94A3"/>
                      </a:solidFill>
                      <a:prstDash val="solid"/>
                    </a:lnT>
                    <a:lnB w="6350">
                      <a:solidFill>
                        <a:srgbClr val="5A94A3"/>
                      </a:solidFill>
                      <a:prstDash val="solid"/>
                    </a:lnB>
                  </a:tcPr>
                </a:tc>
                <a:extLst>
                  <a:ext uri="{0D108BD9-81ED-4DB2-BD59-A6C34878D82A}">
                    <a16:rowId xmlns:a16="http://schemas.microsoft.com/office/drawing/2014/main" val="10002"/>
                  </a:ext>
                </a:extLst>
              </a:tr>
              <a:tr h="1013079">
                <a:tc>
                  <a:txBody>
                    <a:bodyPr/>
                    <a:lstStyle/>
                    <a:p>
                      <a:pPr marL="48895" marR="39370" algn="just">
                        <a:lnSpc>
                          <a:spcPct val="100299"/>
                        </a:lnSpc>
                        <a:spcBef>
                          <a:spcPts val="259"/>
                        </a:spcBef>
                      </a:pPr>
                      <a:r>
                        <a:rPr sz="2000" spc="-5" dirty="0">
                          <a:solidFill>
                            <a:srgbClr val="624722"/>
                          </a:solidFill>
                          <a:latin typeface="Corbel"/>
                          <a:cs typeface="Corbel"/>
                        </a:rPr>
                        <a:t>In</a:t>
                      </a:r>
                      <a:r>
                        <a:rPr sz="2000" dirty="0">
                          <a:solidFill>
                            <a:srgbClr val="624722"/>
                          </a:solidFill>
                          <a:latin typeface="Corbel"/>
                          <a:cs typeface="Corbel"/>
                        </a:rPr>
                        <a:t> </a:t>
                      </a:r>
                      <a:r>
                        <a:rPr sz="2000" spc="-5" dirty="0">
                          <a:solidFill>
                            <a:srgbClr val="624722"/>
                          </a:solidFill>
                          <a:latin typeface="Corbel"/>
                          <a:cs typeface="Corbel"/>
                        </a:rPr>
                        <a:t>Contiguous</a:t>
                      </a:r>
                      <a:r>
                        <a:rPr sz="2000" dirty="0">
                          <a:solidFill>
                            <a:srgbClr val="624722"/>
                          </a:solidFill>
                          <a:latin typeface="Corbel"/>
                          <a:cs typeface="Corbel"/>
                        </a:rPr>
                        <a:t> </a:t>
                      </a:r>
                      <a:r>
                        <a:rPr sz="2000" spc="-5" dirty="0">
                          <a:solidFill>
                            <a:srgbClr val="624722"/>
                          </a:solidFill>
                          <a:latin typeface="Corbel"/>
                          <a:cs typeface="Corbel"/>
                        </a:rPr>
                        <a:t>Memory</a:t>
                      </a:r>
                      <a:r>
                        <a:rPr sz="2000" dirty="0">
                          <a:solidFill>
                            <a:srgbClr val="624722"/>
                          </a:solidFill>
                          <a:latin typeface="Corbel"/>
                          <a:cs typeface="Corbel"/>
                        </a:rPr>
                        <a:t> </a:t>
                      </a:r>
                      <a:r>
                        <a:rPr sz="2000" spc="-5" dirty="0">
                          <a:solidFill>
                            <a:srgbClr val="624722"/>
                          </a:solidFill>
                          <a:latin typeface="Corbel"/>
                          <a:cs typeface="Corbel"/>
                        </a:rPr>
                        <a:t>Allocation,</a:t>
                      </a:r>
                      <a:r>
                        <a:rPr sz="2000" dirty="0">
                          <a:solidFill>
                            <a:srgbClr val="624722"/>
                          </a:solidFill>
                          <a:latin typeface="Corbel"/>
                          <a:cs typeface="Corbel"/>
                        </a:rPr>
                        <a:t> </a:t>
                      </a:r>
                      <a:r>
                        <a:rPr sz="2000" spc="-5" dirty="0">
                          <a:solidFill>
                            <a:srgbClr val="624722"/>
                          </a:solidFill>
                          <a:latin typeface="Corbel"/>
                          <a:cs typeface="Corbel"/>
                        </a:rPr>
                        <a:t>the</a:t>
                      </a:r>
                      <a:r>
                        <a:rPr sz="2000" dirty="0">
                          <a:solidFill>
                            <a:srgbClr val="624722"/>
                          </a:solidFill>
                          <a:latin typeface="Corbel"/>
                          <a:cs typeface="Corbel"/>
                        </a:rPr>
                        <a:t> process </a:t>
                      </a:r>
                      <a:r>
                        <a:rPr sz="2000" spc="5" dirty="0">
                          <a:solidFill>
                            <a:srgbClr val="624722"/>
                          </a:solidFill>
                          <a:latin typeface="Corbel"/>
                          <a:cs typeface="Corbel"/>
                        </a:rPr>
                        <a:t> </a:t>
                      </a:r>
                      <a:r>
                        <a:rPr sz="2000" b="1" spc="-5" dirty="0">
                          <a:solidFill>
                            <a:srgbClr val="624722"/>
                          </a:solidFill>
                          <a:latin typeface="Corbel"/>
                          <a:cs typeface="Corbel"/>
                        </a:rPr>
                        <a:t>executes</a:t>
                      </a:r>
                      <a:r>
                        <a:rPr sz="2000" b="1" dirty="0">
                          <a:solidFill>
                            <a:srgbClr val="624722"/>
                          </a:solidFill>
                          <a:latin typeface="Corbel"/>
                          <a:cs typeface="Corbel"/>
                        </a:rPr>
                        <a:t> </a:t>
                      </a:r>
                      <a:r>
                        <a:rPr sz="2000" b="1" spc="-5" dirty="0">
                          <a:solidFill>
                            <a:srgbClr val="624722"/>
                          </a:solidFill>
                          <a:latin typeface="Corbel"/>
                          <a:cs typeface="Corbel"/>
                        </a:rPr>
                        <a:t>faster</a:t>
                      </a:r>
                      <a:r>
                        <a:rPr sz="2000" b="1" dirty="0">
                          <a:solidFill>
                            <a:srgbClr val="624722"/>
                          </a:solidFill>
                          <a:latin typeface="Corbel"/>
                          <a:cs typeface="Corbel"/>
                        </a:rPr>
                        <a:t> </a:t>
                      </a:r>
                      <a:r>
                        <a:rPr sz="2000" spc="-5" dirty="0">
                          <a:solidFill>
                            <a:srgbClr val="624722"/>
                          </a:solidFill>
                          <a:latin typeface="Corbel"/>
                          <a:cs typeface="Corbel"/>
                        </a:rPr>
                        <a:t>because</a:t>
                      </a:r>
                      <a:r>
                        <a:rPr sz="2000" dirty="0">
                          <a:solidFill>
                            <a:srgbClr val="624722"/>
                          </a:solidFill>
                          <a:latin typeface="Corbel"/>
                          <a:cs typeface="Corbel"/>
                        </a:rPr>
                        <a:t> the</a:t>
                      </a:r>
                      <a:r>
                        <a:rPr sz="2000" spc="5" dirty="0">
                          <a:solidFill>
                            <a:srgbClr val="624722"/>
                          </a:solidFill>
                          <a:latin typeface="Corbel"/>
                          <a:cs typeface="Corbel"/>
                        </a:rPr>
                        <a:t> </a:t>
                      </a:r>
                      <a:r>
                        <a:rPr sz="2000" dirty="0">
                          <a:solidFill>
                            <a:srgbClr val="624722"/>
                          </a:solidFill>
                          <a:latin typeface="Corbel"/>
                          <a:cs typeface="Corbel"/>
                        </a:rPr>
                        <a:t>whole</a:t>
                      </a:r>
                      <a:r>
                        <a:rPr sz="2000" spc="5" dirty="0">
                          <a:solidFill>
                            <a:srgbClr val="624722"/>
                          </a:solidFill>
                          <a:latin typeface="Corbel"/>
                          <a:cs typeface="Corbel"/>
                        </a:rPr>
                        <a:t> </a:t>
                      </a:r>
                      <a:r>
                        <a:rPr sz="2000" dirty="0">
                          <a:solidFill>
                            <a:srgbClr val="624722"/>
                          </a:solidFill>
                          <a:latin typeface="Corbel"/>
                          <a:cs typeface="Corbel"/>
                        </a:rPr>
                        <a:t>process</a:t>
                      </a:r>
                      <a:r>
                        <a:rPr sz="2000" spc="5" dirty="0">
                          <a:solidFill>
                            <a:srgbClr val="624722"/>
                          </a:solidFill>
                          <a:latin typeface="Corbel"/>
                          <a:cs typeface="Corbel"/>
                        </a:rPr>
                        <a:t> </a:t>
                      </a:r>
                      <a:r>
                        <a:rPr sz="2000" dirty="0">
                          <a:solidFill>
                            <a:srgbClr val="624722"/>
                          </a:solidFill>
                          <a:latin typeface="Corbel"/>
                          <a:cs typeface="Corbel"/>
                        </a:rPr>
                        <a:t>is</a:t>
                      </a:r>
                      <a:r>
                        <a:rPr sz="2000" spc="5" dirty="0">
                          <a:solidFill>
                            <a:srgbClr val="624722"/>
                          </a:solidFill>
                          <a:latin typeface="Corbel"/>
                          <a:cs typeface="Corbel"/>
                        </a:rPr>
                        <a:t> </a:t>
                      </a:r>
                      <a:r>
                        <a:rPr sz="2000" dirty="0">
                          <a:solidFill>
                            <a:srgbClr val="624722"/>
                          </a:solidFill>
                          <a:latin typeface="Corbel"/>
                          <a:cs typeface="Corbel"/>
                        </a:rPr>
                        <a:t>in</a:t>
                      </a:r>
                      <a:r>
                        <a:rPr sz="2000" spc="5" dirty="0">
                          <a:solidFill>
                            <a:srgbClr val="624722"/>
                          </a:solidFill>
                          <a:latin typeface="Corbel"/>
                          <a:cs typeface="Corbel"/>
                        </a:rPr>
                        <a:t> </a:t>
                      </a:r>
                      <a:r>
                        <a:rPr sz="2000" dirty="0">
                          <a:solidFill>
                            <a:srgbClr val="624722"/>
                          </a:solidFill>
                          <a:latin typeface="Corbel"/>
                          <a:cs typeface="Corbel"/>
                        </a:rPr>
                        <a:t>a </a:t>
                      </a:r>
                      <a:r>
                        <a:rPr sz="2000" spc="-390" dirty="0">
                          <a:solidFill>
                            <a:srgbClr val="624722"/>
                          </a:solidFill>
                          <a:latin typeface="Corbel"/>
                          <a:cs typeface="Corbel"/>
                        </a:rPr>
                        <a:t> </a:t>
                      </a:r>
                      <a:r>
                        <a:rPr sz="2000" spc="-5" dirty="0">
                          <a:solidFill>
                            <a:srgbClr val="624722"/>
                          </a:solidFill>
                          <a:latin typeface="Corbel"/>
                          <a:cs typeface="Corbel"/>
                        </a:rPr>
                        <a:t>sequential</a:t>
                      </a:r>
                      <a:r>
                        <a:rPr sz="2000" spc="-10" dirty="0">
                          <a:solidFill>
                            <a:srgbClr val="624722"/>
                          </a:solidFill>
                          <a:latin typeface="Corbel"/>
                          <a:cs typeface="Corbel"/>
                        </a:rPr>
                        <a:t> </a:t>
                      </a:r>
                      <a:r>
                        <a:rPr sz="2000" spc="-5" dirty="0">
                          <a:solidFill>
                            <a:srgbClr val="624722"/>
                          </a:solidFill>
                          <a:latin typeface="Corbel"/>
                          <a:cs typeface="Corbel"/>
                        </a:rPr>
                        <a:t>block.</a:t>
                      </a:r>
                      <a:endParaRPr sz="2000" dirty="0">
                        <a:latin typeface="Corbel"/>
                        <a:cs typeface="Corbel"/>
                      </a:endParaRPr>
                    </a:p>
                  </a:txBody>
                  <a:tcPr marL="0" marR="0" marT="33019" marB="0">
                    <a:lnL w="6350">
                      <a:solidFill>
                        <a:srgbClr val="5A94A3"/>
                      </a:solidFill>
                      <a:prstDash val="solid"/>
                    </a:lnL>
                    <a:lnR w="6350">
                      <a:solidFill>
                        <a:srgbClr val="5A94A3"/>
                      </a:solidFill>
                      <a:prstDash val="solid"/>
                    </a:lnR>
                    <a:lnT w="6350">
                      <a:solidFill>
                        <a:srgbClr val="5A94A3"/>
                      </a:solidFill>
                      <a:prstDash val="solid"/>
                    </a:lnT>
                    <a:lnB w="6350">
                      <a:solidFill>
                        <a:srgbClr val="5A94A3"/>
                      </a:solidFill>
                      <a:prstDash val="solid"/>
                    </a:lnB>
                  </a:tcPr>
                </a:tc>
                <a:tc>
                  <a:txBody>
                    <a:bodyPr/>
                    <a:lstStyle/>
                    <a:p>
                      <a:pPr marL="49530" marR="41275" algn="just">
                        <a:lnSpc>
                          <a:spcPct val="100299"/>
                        </a:lnSpc>
                        <a:spcBef>
                          <a:spcPts val="259"/>
                        </a:spcBef>
                      </a:pPr>
                      <a:r>
                        <a:rPr sz="2000" spc="-5" dirty="0">
                          <a:solidFill>
                            <a:srgbClr val="624722"/>
                          </a:solidFill>
                          <a:latin typeface="Corbel"/>
                          <a:cs typeface="Corbel"/>
                        </a:rPr>
                        <a:t>In </a:t>
                      </a:r>
                      <a:r>
                        <a:rPr sz="2000" spc="-10" dirty="0">
                          <a:solidFill>
                            <a:srgbClr val="624722"/>
                          </a:solidFill>
                          <a:latin typeface="Corbel"/>
                          <a:cs typeface="Corbel"/>
                        </a:rPr>
                        <a:t>Non-contiguous </a:t>
                      </a:r>
                      <a:r>
                        <a:rPr sz="2000" spc="-5" dirty="0">
                          <a:solidFill>
                            <a:srgbClr val="624722"/>
                          </a:solidFill>
                          <a:latin typeface="Corbel"/>
                          <a:cs typeface="Corbel"/>
                        </a:rPr>
                        <a:t>Memory allocation </a:t>
                      </a:r>
                      <a:r>
                        <a:rPr sz="2000" b="1" spc="-5" dirty="0">
                          <a:solidFill>
                            <a:srgbClr val="624722"/>
                          </a:solidFill>
                          <a:latin typeface="Corbel"/>
                          <a:cs typeface="Corbel"/>
                        </a:rPr>
                        <a:t>execution </a:t>
                      </a:r>
                      <a:r>
                        <a:rPr sz="2000" b="1" spc="-10" dirty="0">
                          <a:solidFill>
                            <a:srgbClr val="624722"/>
                          </a:solidFill>
                          <a:latin typeface="Corbel"/>
                          <a:cs typeface="Corbel"/>
                        </a:rPr>
                        <a:t>of </a:t>
                      </a:r>
                      <a:r>
                        <a:rPr sz="2000" b="1" spc="-5" dirty="0">
                          <a:solidFill>
                            <a:srgbClr val="624722"/>
                          </a:solidFill>
                          <a:latin typeface="Corbel"/>
                          <a:cs typeface="Corbel"/>
                        </a:rPr>
                        <a:t> the</a:t>
                      </a:r>
                      <a:r>
                        <a:rPr sz="2000" b="1" dirty="0">
                          <a:solidFill>
                            <a:srgbClr val="624722"/>
                          </a:solidFill>
                          <a:latin typeface="Corbel"/>
                          <a:cs typeface="Corbel"/>
                        </a:rPr>
                        <a:t> process</a:t>
                      </a:r>
                      <a:r>
                        <a:rPr sz="2000" b="1" spc="5" dirty="0">
                          <a:solidFill>
                            <a:srgbClr val="624722"/>
                          </a:solidFill>
                          <a:latin typeface="Corbel"/>
                          <a:cs typeface="Corbel"/>
                        </a:rPr>
                        <a:t> is</a:t>
                      </a:r>
                      <a:r>
                        <a:rPr sz="2000" b="1" spc="10" dirty="0">
                          <a:solidFill>
                            <a:srgbClr val="624722"/>
                          </a:solidFill>
                          <a:latin typeface="Corbel"/>
                          <a:cs typeface="Corbel"/>
                        </a:rPr>
                        <a:t> </a:t>
                      </a:r>
                      <a:r>
                        <a:rPr sz="2000" b="1" dirty="0">
                          <a:solidFill>
                            <a:srgbClr val="624722"/>
                          </a:solidFill>
                          <a:latin typeface="Corbel"/>
                          <a:cs typeface="Corbel"/>
                        </a:rPr>
                        <a:t>slow</a:t>
                      </a:r>
                      <a:r>
                        <a:rPr sz="2000" b="1" spc="5" dirty="0">
                          <a:solidFill>
                            <a:srgbClr val="624722"/>
                          </a:solidFill>
                          <a:latin typeface="Corbel"/>
                          <a:cs typeface="Corbel"/>
                        </a:rPr>
                        <a:t> </a:t>
                      </a:r>
                      <a:r>
                        <a:rPr sz="2000" dirty="0">
                          <a:solidFill>
                            <a:srgbClr val="624722"/>
                          </a:solidFill>
                          <a:latin typeface="Corbel"/>
                          <a:cs typeface="Corbel"/>
                        </a:rPr>
                        <a:t>as</a:t>
                      </a:r>
                      <a:r>
                        <a:rPr sz="2000" spc="5" dirty="0">
                          <a:solidFill>
                            <a:srgbClr val="624722"/>
                          </a:solidFill>
                          <a:latin typeface="Corbel"/>
                          <a:cs typeface="Corbel"/>
                        </a:rPr>
                        <a:t> </a:t>
                      </a:r>
                      <a:r>
                        <a:rPr sz="2000" spc="-5" dirty="0">
                          <a:solidFill>
                            <a:srgbClr val="624722"/>
                          </a:solidFill>
                          <a:latin typeface="Corbel"/>
                          <a:cs typeface="Corbel"/>
                        </a:rPr>
                        <a:t>the</a:t>
                      </a:r>
                      <a:r>
                        <a:rPr sz="2000" dirty="0">
                          <a:solidFill>
                            <a:srgbClr val="624722"/>
                          </a:solidFill>
                          <a:latin typeface="Corbel"/>
                          <a:cs typeface="Corbel"/>
                        </a:rPr>
                        <a:t> process</a:t>
                      </a:r>
                      <a:r>
                        <a:rPr sz="2000" spc="5" dirty="0">
                          <a:solidFill>
                            <a:srgbClr val="624722"/>
                          </a:solidFill>
                          <a:latin typeface="Corbel"/>
                          <a:cs typeface="Corbel"/>
                        </a:rPr>
                        <a:t> </a:t>
                      </a:r>
                      <a:r>
                        <a:rPr sz="2000" dirty="0">
                          <a:solidFill>
                            <a:srgbClr val="624722"/>
                          </a:solidFill>
                          <a:latin typeface="Corbel"/>
                          <a:cs typeface="Corbel"/>
                        </a:rPr>
                        <a:t>is</a:t>
                      </a:r>
                      <a:r>
                        <a:rPr sz="2000" spc="5" dirty="0">
                          <a:solidFill>
                            <a:srgbClr val="624722"/>
                          </a:solidFill>
                          <a:latin typeface="Corbel"/>
                          <a:cs typeface="Corbel"/>
                        </a:rPr>
                        <a:t> </a:t>
                      </a:r>
                      <a:r>
                        <a:rPr sz="2000" dirty="0">
                          <a:solidFill>
                            <a:srgbClr val="624722"/>
                          </a:solidFill>
                          <a:latin typeface="Corbel"/>
                          <a:cs typeface="Corbel"/>
                        </a:rPr>
                        <a:t>in</a:t>
                      </a:r>
                      <a:r>
                        <a:rPr sz="2000" spc="5" dirty="0">
                          <a:solidFill>
                            <a:srgbClr val="624722"/>
                          </a:solidFill>
                          <a:latin typeface="Corbel"/>
                          <a:cs typeface="Corbel"/>
                        </a:rPr>
                        <a:t> </a:t>
                      </a:r>
                      <a:r>
                        <a:rPr sz="2000" dirty="0">
                          <a:solidFill>
                            <a:srgbClr val="624722"/>
                          </a:solidFill>
                          <a:latin typeface="Corbel"/>
                          <a:cs typeface="Corbel"/>
                        </a:rPr>
                        <a:t>different </a:t>
                      </a:r>
                      <a:r>
                        <a:rPr sz="2000" spc="5" dirty="0">
                          <a:solidFill>
                            <a:srgbClr val="624722"/>
                          </a:solidFill>
                          <a:latin typeface="Corbel"/>
                          <a:cs typeface="Corbel"/>
                        </a:rPr>
                        <a:t> </a:t>
                      </a:r>
                      <a:r>
                        <a:rPr sz="2000" dirty="0">
                          <a:solidFill>
                            <a:srgbClr val="624722"/>
                          </a:solidFill>
                          <a:latin typeface="Corbel"/>
                          <a:cs typeface="Corbel"/>
                        </a:rPr>
                        <a:t>locations</a:t>
                      </a:r>
                      <a:r>
                        <a:rPr sz="2000" spc="-45" dirty="0">
                          <a:solidFill>
                            <a:srgbClr val="624722"/>
                          </a:solidFill>
                          <a:latin typeface="Corbel"/>
                          <a:cs typeface="Corbel"/>
                        </a:rPr>
                        <a:t> </a:t>
                      </a:r>
                      <a:r>
                        <a:rPr sz="2000" dirty="0">
                          <a:solidFill>
                            <a:srgbClr val="624722"/>
                          </a:solidFill>
                          <a:latin typeface="Corbel"/>
                          <a:cs typeface="Corbel"/>
                        </a:rPr>
                        <a:t>of</a:t>
                      </a:r>
                      <a:r>
                        <a:rPr sz="2000" spc="-10" dirty="0">
                          <a:solidFill>
                            <a:srgbClr val="624722"/>
                          </a:solidFill>
                          <a:latin typeface="Corbel"/>
                          <a:cs typeface="Corbel"/>
                        </a:rPr>
                        <a:t> </a:t>
                      </a:r>
                      <a:r>
                        <a:rPr sz="2000" spc="-5" dirty="0">
                          <a:solidFill>
                            <a:srgbClr val="624722"/>
                          </a:solidFill>
                          <a:latin typeface="Corbel"/>
                          <a:cs typeface="Corbel"/>
                        </a:rPr>
                        <a:t>the</a:t>
                      </a:r>
                      <a:r>
                        <a:rPr sz="2000" spc="5" dirty="0">
                          <a:solidFill>
                            <a:srgbClr val="624722"/>
                          </a:solidFill>
                          <a:latin typeface="Corbel"/>
                          <a:cs typeface="Corbel"/>
                        </a:rPr>
                        <a:t> </a:t>
                      </a:r>
                      <a:r>
                        <a:rPr sz="2000" spc="-20" dirty="0">
                          <a:solidFill>
                            <a:srgbClr val="624722"/>
                          </a:solidFill>
                          <a:latin typeface="Corbel"/>
                          <a:cs typeface="Corbel"/>
                        </a:rPr>
                        <a:t>memory.</a:t>
                      </a:r>
                      <a:endParaRPr sz="2000">
                        <a:latin typeface="Corbel"/>
                        <a:cs typeface="Corbel"/>
                      </a:endParaRPr>
                    </a:p>
                  </a:txBody>
                  <a:tcPr marL="0" marR="0" marT="33019" marB="0">
                    <a:lnL w="6350">
                      <a:solidFill>
                        <a:srgbClr val="5A94A3"/>
                      </a:solidFill>
                      <a:prstDash val="solid"/>
                    </a:lnL>
                    <a:lnR w="6350">
                      <a:solidFill>
                        <a:srgbClr val="5A94A3"/>
                      </a:solidFill>
                      <a:prstDash val="solid"/>
                    </a:lnR>
                    <a:lnT w="6350">
                      <a:solidFill>
                        <a:srgbClr val="5A94A3"/>
                      </a:solidFill>
                      <a:prstDash val="solid"/>
                    </a:lnT>
                    <a:lnB w="6350">
                      <a:solidFill>
                        <a:srgbClr val="5A94A3"/>
                      </a:solidFill>
                      <a:prstDash val="solid"/>
                    </a:lnB>
                  </a:tcPr>
                </a:tc>
                <a:extLst>
                  <a:ext uri="{0D108BD9-81ED-4DB2-BD59-A6C34878D82A}">
                    <a16:rowId xmlns:a16="http://schemas.microsoft.com/office/drawing/2014/main" val="10003"/>
                  </a:ext>
                </a:extLst>
              </a:tr>
              <a:tr h="708152">
                <a:tc>
                  <a:txBody>
                    <a:bodyPr/>
                    <a:lstStyle/>
                    <a:p>
                      <a:pPr marL="48895" marR="43180">
                        <a:lnSpc>
                          <a:spcPct val="100499"/>
                        </a:lnSpc>
                        <a:spcBef>
                          <a:spcPts val="254"/>
                        </a:spcBef>
                        <a:tabLst>
                          <a:tab pos="1399540" algn="l"/>
                          <a:tab pos="2433955" algn="l"/>
                          <a:tab pos="3650615" algn="l"/>
                          <a:tab pos="3969385" algn="l"/>
                          <a:tab pos="4767580" algn="l"/>
                          <a:tab pos="5229860" algn="l"/>
                        </a:tabLst>
                      </a:pPr>
                      <a:r>
                        <a:rPr sz="2000" spc="-5" dirty="0">
                          <a:solidFill>
                            <a:srgbClr val="624722"/>
                          </a:solidFill>
                          <a:latin typeface="Corbel"/>
                          <a:cs typeface="Corbel"/>
                        </a:rPr>
                        <a:t>Cont</a:t>
                      </a:r>
                      <a:r>
                        <a:rPr sz="2000" spc="-15" dirty="0">
                          <a:solidFill>
                            <a:srgbClr val="624722"/>
                          </a:solidFill>
                          <a:latin typeface="Corbel"/>
                          <a:cs typeface="Corbel"/>
                        </a:rPr>
                        <a:t>i</a:t>
                      </a:r>
                      <a:r>
                        <a:rPr sz="2000" dirty="0">
                          <a:solidFill>
                            <a:srgbClr val="624722"/>
                          </a:solidFill>
                          <a:latin typeface="Corbel"/>
                          <a:cs typeface="Corbel"/>
                        </a:rPr>
                        <a:t>guo</a:t>
                      </a:r>
                      <a:r>
                        <a:rPr sz="2000" spc="-10" dirty="0">
                          <a:solidFill>
                            <a:srgbClr val="624722"/>
                          </a:solidFill>
                          <a:latin typeface="Corbel"/>
                          <a:cs typeface="Corbel"/>
                        </a:rPr>
                        <a:t>u</a:t>
                      </a:r>
                      <a:r>
                        <a:rPr sz="2000" dirty="0">
                          <a:solidFill>
                            <a:srgbClr val="624722"/>
                          </a:solidFill>
                          <a:latin typeface="Corbel"/>
                          <a:cs typeface="Corbel"/>
                        </a:rPr>
                        <a:t>s	</a:t>
                      </a:r>
                      <a:r>
                        <a:rPr sz="2000" spc="-20" dirty="0">
                          <a:solidFill>
                            <a:srgbClr val="624722"/>
                          </a:solidFill>
                          <a:latin typeface="Corbel"/>
                          <a:cs typeface="Corbel"/>
                        </a:rPr>
                        <a:t>M</a:t>
                      </a:r>
                      <a:r>
                        <a:rPr sz="2000" dirty="0">
                          <a:solidFill>
                            <a:srgbClr val="624722"/>
                          </a:solidFill>
                          <a:latin typeface="Corbel"/>
                          <a:cs typeface="Corbel"/>
                        </a:rPr>
                        <a:t>e</a:t>
                      </a:r>
                      <a:r>
                        <a:rPr sz="2000" spc="-10" dirty="0">
                          <a:solidFill>
                            <a:srgbClr val="624722"/>
                          </a:solidFill>
                          <a:latin typeface="Corbel"/>
                          <a:cs typeface="Corbel"/>
                        </a:rPr>
                        <a:t>m</a:t>
                      </a:r>
                      <a:r>
                        <a:rPr sz="2000" spc="-5" dirty="0">
                          <a:solidFill>
                            <a:srgbClr val="624722"/>
                          </a:solidFill>
                          <a:latin typeface="Corbel"/>
                          <a:cs typeface="Corbel"/>
                        </a:rPr>
                        <a:t>or</a:t>
                      </a:r>
                      <a:r>
                        <a:rPr sz="2000" dirty="0">
                          <a:solidFill>
                            <a:srgbClr val="624722"/>
                          </a:solidFill>
                          <a:latin typeface="Corbel"/>
                          <a:cs typeface="Corbel"/>
                        </a:rPr>
                        <a:t>y	</a:t>
                      </a:r>
                      <a:r>
                        <a:rPr sz="2000" spc="-5" dirty="0">
                          <a:solidFill>
                            <a:srgbClr val="624722"/>
                          </a:solidFill>
                          <a:latin typeface="Corbel"/>
                          <a:cs typeface="Corbel"/>
                        </a:rPr>
                        <a:t>Alloc</a:t>
                      </a:r>
                      <a:r>
                        <a:rPr sz="2000" spc="-10" dirty="0">
                          <a:solidFill>
                            <a:srgbClr val="624722"/>
                          </a:solidFill>
                          <a:latin typeface="Corbel"/>
                          <a:cs typeface="Corbel"/>
                        </a:rPr>
                        <a:t>a</a:t>
                      </a:r>
                      <a:r>
                        <a:rPr sz="2000" spc="-5" dirty="0">
                          <a:solidFill>
                            <a:srgbClr val="624722"/>
                          </a:solidFill>
                          <a:latin typeface="Corbel"/>
                          <a:cs typeface="Corbel"/>
                        </a:rPr>
                        <a:t>tio</a:t>
                      </a:r>
                      <a:r>
                        <a:rPr sz="2000" dirty="0">
                          <a:solidFill>
                            <a:srgbClr val="624722"/>
                          </a:solidFill>
                          <a:latin typeface="Corbel"/>
                          <a:cs typeface="Corbel"/>
                        </a:rPr>
                        <a:t>n	</a:t>
                      </a:r>
                      <a:r>
                        <a:rPr sz="2000" b="1" spc="5" dirty="0">
                          <a:solidFill>
                            <a:srgbClr val="624722"/>
                          </a:solidFill>
                          <a:latin typeface="Corbel"/>
                          <a:cs typeface="Corbel"/>
                        </a:rPr>
                        <a:t>i</a:t>
                      </a:r>
                      <a:r>
                        <a:rPr sz="2000" b="1" dirty="0">
                          <a:solidFill>
                            <a:srgbClr val="624722"/>
                          </a:solidFill>
                          <a:latin typeface="Corbel"/>
                          <a:cs typeface="Corbel"/>
                        </a:rPr>
                        <a:t>s	e</a:t>
                      </a:r>
                      <a:r>
                        <a:rPr sz="2000" b="1" spc="-10" dirty="0">
                          <a:solidFill>
                            <a:srgbClr val="624722"/>
                          </a:solidFill>
                          <a:latin typeface="Corbel"/>
                          <a:cs typeface="Corbel"/>
                        </a:rPr>
                        <a:t>a</a:t>
                      </a:r>
                      <a:r>
                        <a:rPr sz="2000" b="1" dirty="0">
                          <a:solidFill>
                            <a:srgbClr val="624722"/>
                          </a:solidFill>
                          <a:latin typeface="Corbel"/>
                          <a:cs typeface="Corbel"/>
                        </a:rPr>
                        <a:t>s</a:t>
                      </a:r>
                      <a:r>
                        <a:rPr sz="2000" b="1" spc="5" dirty="0">
                          <a:solidFill>
                            <a:srgbClr val="624722"/>
                          </a:solidFill>
                          <a:latin typeface="Corbel"/>
                          <a:cs typeface="Corbel"/>
                        </a:rPr>
                        <a:t>i</a:t>
                      </a:r>
                      <a:r>
                        <a:rPr sz="2000" b="1" dirty="0">
                          <a:solidFill>
                            <a:srgbClr val="624722"/>
                          </a:solidFill>
                          <a:latin typeface="Corbel"/>
                          <a:cs typeface="Corbel"/>
                        </a:rPr>
                        <a:t>er	</a:t>
                      </a:r>
                      <a:r>
                        <a:rPr sz="2000" b="1" spc="-5" dirty="0">
                          <a:solidFill>
                            <a:srgbClr val="624722"/>
                          </a:solidFill>
                          <a:latin typeface="Corbel"/>
                          <a:cs typeface="Corbel"/>
                        </a:rPr>
                        <a:t>fo</a:t>
                      </a:r>
                      <a:r>
                        <a:rPr sz="2000" b="1" dirty="0">
                          <a:solidFill>
                            <a:srgbClr val="624722"/>
                          </a:solidFill>
                          <a:latin typeface="Corbel"/>
                          <a:cs typeface="Corbel"/>
                        </a:rPr>
                        <a:t>r	</a:t>
                      </a:r>
                      <a:r>
                        <a:rPr sz="2000" b="1" spc="5" dirty="0">
                          <a:solidFill>
                            <a:srgbClr val="624722"/>
                          </a:solidFill>
                          <a:latin typeface="Corbel"/>
                          <a:cs typeface="Corbel"/>
                        </a:rPr>
                        <a:t>t</a:t>
                      </a:r>
                      <a:r>
                        <a:rPr sz="2000" b="1" spc="-10" dirty="0">
                          <a:solidFill>
                            <a:srgbClr val="624722"/>
                          </a:solidFill>
                          <a:latin typeface="Corbel"/>
                          <a:cs typeface="Corbel"/>
                        </a:rPr>
                        <a:t>h</a:t>
                      </a:r>
                      <a:r>
                        <a:rPr sz="2000" b="1" dirty="0">
                          <a:solidFill>
                            <a:srgbClr val="624722"/>
                          </a:solidFill>
                          <a:latin typeface="Corbel"/>
                          <a:cs typeface="Corbel"/>
                        </a:rPr>
                        <a:t>e  Operating</a:t>
                      </a:r>
                      <a:r>
                        <a:rPr sz="2000" b="1" spc="-60" dirty="0">
                          <a:solidFill>
                            <a:srgbClr val="624722"/>
                          </a:solidFill>
                          <a:latin typeface="Corbel"/>
                          <a:cs typeface="Corbel"/>
                        </a:rPr>
                        <a:t> </a:t>
                      </a:r>
                      <a:r>
                        <a:rPr sz="2000" b="1" spc="-5" dirty="0">
                          <a:solidFill>
                            <a:srgbClr val="624722"/>
                          </a:solidFill>
                          <a:latin typeface="Corbel"/>
                          <a:cs typeface="Corbel"/>
                        </a:rPr>
                        <a:t>System</a:t>
                      </a:r>
                      <a:r>
                        <a:rPr sz="2000" b="1" spc="-30" dirty="0">
                          <a:solidFill>
                            <a:srgbClr val="624722"/>
                          </a:solidFill>
                          <a:latin typeface="Corbel"/>
                          <a:cs typeface="Corbel"/>
                        </a:rPr>
                        <a:t> </a:t>
                      </a:r>
                      <a:r>
                        <a:rPr sz="2000" dirty="0">
                          <a:solidFill>
                            <a:srgbClr val="624722"/>
                          </a:solidFill>
                          <a:latin typeface="Corbel"/>
                          <a:cs typeface="Corbel"/>
                        </a:rPr>
                        <a:t>to</a:t>
                      </a:r>
                      <a:r>
                        <a:rPr sz="2000" spc="-5" dirty="0">
                          <a:solidFill>
                            <a:srgbClr val="624722"/>
                          </a:solidFill>
                          <a:latin typeface="Corbel"/>
                          <a:cs typeface="Corbel"/>
                        </a:rPr>
                        <a:t> control.</a:t>
                      </a:r>
                      <a:endParaRPr sz="2000" dirty="0">
                        <a:latin typeface="Corbel"/>
                        <a:cs typeface="Corbel"/>
                      </a:endParaRPr>
                    </a:p>
                  </a:txBody>
                  <a:tcPr marL="0" marR="0" marT="32384" marB="0">
                    <a:lnL w="6350">
                      <a:solidFill>
                        <a:srgbClr val="5A94A3"/>
                      </a:solidFill>
                      <a:prstDash val="solid"/>
                    </a:lnL>
                    <a:lnR w="6350">
                      <a:solidFill>
                        <a:srgbClr val="5A94A3"/>
                      </a:solidFill>
                      <a:prstDash val="solid"/>
                    </a:lnR>
                    <a:lnT w="6350">
                      <a:solidFill>
                        <a:srgbClr val="5A94A3"/>
                      </a:solidFill>
                      <a:prstDash val="solid"/>
                    </a:lnT>
                    <a:lnB w="6350">
                      <a:solidFill>
                        <a:srgbClr val="5A94A3"/>
                      </a:solidFill>
                      <a:prstDash val="solid"/>
                    </a:lnB>
                  </a:tcPr>
                </a:tc>
                <a:tc>
                  <a:txBody>
                    <a:bodyPr/>
                    <a:lstStyle/>
                    <a:p>
                      <a:pPr marL="49530" marR="40640">
                        <a:lnSpc>
                          <a:spcPct val="100499"/>
                        </a:lnSpc>
                        <a:spcBef>
                          <a:spcPts val="254"/>
                        </a:spcBef>
                      </a:pPr>
                      <a:r>
                        <a:rPr sz="2000" spc="-5" dirty="0">
                          <a:solidFill>
                            <a:srgbClr val="624722"/>
                          </a:solidFill>
                          <a:latin typeface="Corbel"/>
                          <a:cs typeface="Corbel"/>
                        </a:rPr>
                        <a:t>The</a:t>
                      </a:r>
                      <a:r>
                        <a:rPr sz="2000" spc="25" dirty="0">
                          <a:solidFill>
                            <a:srgbClr val="624722"/>
                          </a:solidFill>
                          <a:latin typeface="Corbel"/>
                          <a:cs typeface="Corbel"/>
                        </a:rPr>
                        <a:t> </a:t>
                      </a:r>
                      <a:r>
                        <a:rPr sz="2000" spc="-5" dirty="0">
                          <a:solidFill>
                            <a:srgbClr val="624722"/>
                          </a:solidFill>
                          <a:latin typeface="Corbel"/>
                          <a:cs typeface="Corbel"/>
                        </a:rPr>
                        <a:t>non-Contiguous</a:t>
                      </a:r>
                      <a:r>
                        <a:rPr sz="2000" spc="20" dirty="0">
                          <a:solidFill>
                            <a:srgbClr val="624722"/>
                          </a:solidFill>
                          <a:latin typeface="Corbel"/>
                          <a:cs typeface="Corbel"/>
                        </a:rPr>
                        <a:t> </a:t>
                      </a:r>
                      <a:r>
                        <a:rPr sz="2000" spc="-5" dirty="0">
                          <a:solidFill>
                            <a:srgbClr val="624722"/>
                          </a:solidFill>
                          <a:latin typeface="Corbel"/>
                          <a:cs typeface="Corbel"/>
                        </a:rPr>
                        <a:t>Memory</a:t>
                      </a:r>
                      <a:r>
                        <a:rPr sz="2000" spc="20" dirty="0">
                          <a:solidFill>
                            <a:srgbClr val="624722"/>
                          </a:solidFill>
                          <a:latin typeface="Corbel"/>
                          <a:cs typeface="Corbel"/>
                        </a:rPr>
                        <a:t> </a:t>
                      </a:r>
                      <a:r>
                        <a:rPr sz="2000" spc="-5" dirty="0">
                          <a:solidFill>
                            <a:srgbClr val="624722"/>
                          </a:solidFill>
                          <a:latin typeface="Corbel"/>
                          <a:cs typeface="Corbel"/>
                        </a:rPr>
                        <a:t>Allocation</a:t>
                      </a:r>
                      <a:r>
                        <a:rPr sz="2000" spc="20" dirty="0">
                          <a:solidFill>
                            <a:srgbClr val="624722"/>
                          </a:solidFill>
                          <a:latin typeface="Corbel"/>
                          <a:cs typeface="Corbel"/>
                        </a:rPr>
                        <a:t> </a:t>
                      </a:r>
                      <a:r>
                        <a:rPr sz="2000" spc="-5" dirty="0">
                          <a:solidFill>
                            <a:srgbClr val="624722"/>
                          </a:solidFill>
                          <a:latin typeface="Corbel"/>
                          <a:cs typeface="Corbel"/>
                        </a:rPr>
                        <a:t>scheme</a:t>
                      </a:r>
                      <a:r>
                        <a:rPr sz="2000" spc="25" dirty="0">
                          <a:solidFill>
                            <a:srgbClr val="624722"/>
                          </a:solidFill>
                          <a:latin typeface="Corbel"/>
                          <a:cs typeface="Corbel"/>
                        </a:rPr>
                        <a:t> </a:t>
                      </a:r>
                      <a:r>
                        <a:rPr sz="2000" b="1" spc="5" dirty="0">
                          <a:solidFill>
                            <a:srgbClr val="624722"/>
                          </a:solidFill>
                          <a:latin typeface="Corbel"/>
                          <a:cs typeface="Corbel"/>
                        </a:rPr>
                        <a:t>is </a:t>
                      </a:r>
                      <a:r>
                        <a:rPr sz="2000" b="1" spc="-400" dirty="0">
                          <a:solidFill>
                            <a:srgbClr val="624722"/>
                          </a:solidFill>
                          <a:latin typeface="Corbel"/>
                          <a:cs typeface="Corbel"/>
                        </a:rPr>
                        <a:t> </a:t>
                      </a:r>
                      <a:r>
                        <a:rPr sz="2000" b="1" dirty="0">
                          <a:solidFill>
                            <a:srgbClr val="624722"/>
                          </a:solidFill>
                          <a:latin typeface="Corbel"/>
                          <a:cs typeface="Corbel"/>
                        </a:rPr>
                        <a:t>difficult</a:t>
                      </a:r>
                      <a:r>
                        <a:rPr sz="2000" b="1" spc="-15" dirty="0">
                          <a:solidFill>
                            <a:srgbClr val="624722"/>
                          </a:solidFill>
                          <a:latin typeface="Corbel"/>
                          <a:cs typeface="Corbel"/>
                        </a:rPr>
                        <a:t> </a:t>
                      </a:r>
                      <a:r>
                        <a:rPr sz="2000" b="1" spc="-5" dirty="0">
                          <a:solidFill>
                            <a:srgbClr val="624722"/>
                          </a:solidFill>
                          <a:latin typeface="Corbel"/>
                          <a:cs typeface="Corbel"/>
                        </a:rPr>
                        <a:t>for</a:t>
                      </a:r>
                      <a:r>
                        <a:rPr sz="2000" b="1" dirty="0">
                          <a:solidFill>
                            <a:srgbClr val="624722"/>
                          </a:solidFill>
                          <a:latin typeface="Corbel"/>
                          <a:cs typeface="Corbel"/>
                        </a:rPr>
                        <a:t> </a:t>
                      </a:r>
                      <a:r>
                        <a:rPr sz="2000" b="1" spc="-5" dirty="0">
                          <a:solidFill>
                            <a:srgbClr val="624722"/>
                          </a:solidFill>
                          <a:latin typeface="Corbel"/>
                          <a:cs typeface="Corbel"/>
                        </a:rPr>
                        <a:t>the</a:t>
                      </a:r>
                      <a:r>
                        <a:rPr sz="2000" b="1" spc="-60" dirty="0">
                          <a:solidFill>
                            <a:srgbClr val="624722"/>
                          </a:solidFill>
                          <a:latin typeface="Corbel"/>
                          <a:cs typeface="Corbel"/>
                        </a:rPr>
                        <a:t> </a:t>
                      </a:r>
                      <a:r>
                        <a:rPr sz="2000" b="1" dirty="0">
                          <a:solidFill>
                            <a:srgbClr val="624722"/>
                          </a:solidFill>
                          <a:latin typeface="Corbel"/>
                          <a:cs typeface="Corbel"/>
                        </a:rPr>
                        <a:t>Operating</a:t>
                      </a:r>
                      <a:r>
                        <a:rPr sz="2000" b="1" spc="-65" dirty="0">
                          <a:solidFill>
                            <a:srgbClr val="624722"/>
                          </a:solidFill>
                          <a:latin typeface="Corbel"/>
                          <a:cs typeface="Corbel"/>
                        </a:rPr>
                        <a:t> </a:t>
                      </a:r>
                      <a:r>
                        <a:rPr sz="2000" b="1" spc="-5" dirty="0">
                          <a:solidFill>
                            <a:srgbClr val="624722"/>
                          </a:solidFill>
                          <a:latin typeface="Corbel"/>
                          <a:cs typeface="Corbel"/>
                        </a:rPr>
                        <a:t>System</a:t>
                      </a:r>
                      <a:r>
                        <a:rPr sz="2000" b="1" spc="-20" dirty="0">
                          <a:solidFill>
                            <a:srgbClr val="624722"/>
                          </a:solidFill>
                          <a:latin typeface="Corbel"/>
                          <a:cs typeface="Corbel"/>
                        </a:rPr>
                        <a:t> </a:t>
                      </a:r>
                      <a:r>
                        <a:rPr sz="2000" dirty="0">
                          <a:solidFill>
                            <a:srgbClr val="624722"/>
                          </a:solidFill>
                          <a:latin typeface="Corbel"/>
                          <a:cs typeface="Corbel"/>
                        </a:rPr>
                        <a:t>to</a:t>
                      </a:r>
                      <a:r>
                        <a:rPr sz="2000" spc="-5" dirty="0">
                          <a:solidFill>
                            <a:srgbClr val="624722"/>
                          </a:solidFill>
                          <a:latin typeface="Corbel"/>
                          <a:cs typeface="Corbel"/>
                        </a:rPr>
                        <a:t> control.</a:t>
                      </a:r>
                      <a:endParaRPr sz="2000" dirty="0">
                        <a:latin typeface="Corbel"/>
                        <a:cs typeface="Corbel"/>
                      </a:endParaRPr>
                    </a:p>
                  </a:txBody>
                  <a:tcPr marL="0" marR="0" marT="32384" marB="0">
                    <a:lnL w="6350">
                      <a:solidFill>
                        <a:srgbClr val="5A94A3"/>
                      </a:solidFill>
                      <a:prstDash val="solid"/>
                    </a:lnL>
                    <a:lnR w="6350">
                      <a:solidFill>
                        <a:srgbClr val="5A94A3"/>
                      </a:solidFill>
                      <a:prstDash val="solid"/>
                    </a:lnR>
                    <a:lnT w="6350">
                      <a:solidFill>
                        <a:srgbClr val="5A94A3"/>
                      </a:solidFill>
                      <a:prstDash val="solid"/>
                    </a:lnT>
                    <a:lnB w="6350">
                      <a:solidFill>
                        <a:srgbClr val="5A94A3"/>
                      </a:solidFill>
                      <a:prstDash val="solid"/>
                    </a:lnB>
                  </a:tcPr>
                </a:tc>
                <a:extLst>
                  <a:ext uri="{0D108BD9-81ED-4DB2-BD59-A6C34878D82A}">
                    <a16:rowId xmlns:a16="http://schemas.microsoft.com/office/drawing/2014/main" val="10004"/>
                  </a:ext>
                </a:extLst>
              </a:tr>
              <a:tr h="1310764">
                <a:tc>
                  <a:txBody>
                    <a:bodyPr/>
                    <a:lstStyle/>
                    <a:p>
                      <a:pPr marL="48895" marR="39370" algn="just">
                        <a:lnSpc>
                          <a:spcPct val="100200"/>
                        </a:lnSpc>
                        <a:spcBef>
                          <a:spcPts val="1465"/>
                        </a:spcBef>
                      </a:pPr>
                      <a:r>
                        <a:rPr sz="2000" spc="-5" dirty="0">
                          <a:solidFill>
                            <a:srgbClr val="624722"/>
                          </a:solidFill>
                          <a:latin typeface="Corbel"/>
                          <a:cs typeface="Corbel"/>
                        </a:rPr>
                        <a:t>In this, the </a:t>
                      </a:r>
                      <a:r>
                        <a:rPr sz="2000" dirty="0">
                          <a:solidFill>
                            <a:srgbClr val="624722"/>
                          </a:solidFill>
                          <a:latin typeface="Corbel"/>
                          <a:cs typeface="Corbel"/>
                        </a:rPr>
                        <a:t>memory space is divided into </a:t>
                      </a:r>
                      <a:r>
                        <a:rPr sz="2000" b="1" spc="-5" dirty="0">
                          <a:solidFill>
                            <a:srgbClr val="624722"/>
                          </a:solidFill>
                          <a:latin typeface="Corbel"/>
                          <a:cs typeface="Corbel"/>
                        </a:rPr>
                        <a:t>fixed-sized </a:t>
                      </a:r>
                      <a:r>
                        <a:rPr sz="2000" b="1" dirty="0">
                          <a:solidFill>
                            <a:srgbClr val="624722"/>
                          </a:solidFill>
                          <a:latin typeface="Corbel"/>
                          <a:cs typeface="Corbel"/>
                        </a:rPr>
                        <a:t> </a:t>
                      </a:r>
                      <a:r>
                        <a:rPr sz="2000" b="1" spc="-5" dirty="0">
                          <a:solidFill>
                            <a:srgbClr val="624722"/>
                          </a:solidFill>
                          <a:latin typeface="Corbel"/>
                          <a:cs typeface="Corbel"/>
                        </a:rPr>
                        <a:t>partitions </a:t>
                      </a:r>
                      <a:r>
                        <a:rPr sz="2000" dirty="0">
                          <a:solidFill>
                            <a:srgbClr val="624722"/>
                          </a:solidFill>
                          <a:latin typeface="Corbel"/>
                          <a:cs typeface="Corbel"/>
                        </a:rPr>
                        <a:t>and each </a:t>
                      </a:r>
                      <a:r>
                        <a:rPr sz="2000" spc="-5" dirty="0">
                          <a:solidFill>
                            <a:srgbClr val="624722"/>
                          </a:solidFill>
                          <a:latin typeface="Corbel"/>
                          <a:cs typeface="Corbel"/>
                        </a:rPr>
                        <a:t>partition </a:t>
                      </a:r>
                      <a:r>
                        <a:rPr sz="2000" dirty="0">
                          <a:solidFill>
                            <a:srgbClr val="624722"/>
                          </a:solidFill>
                          <a:latin typeface="Corbel"/>
                          <a:cs typeface="Corbel"/>
                        </a:rPr>
                        <a:t>is </a:t>
                      </a:r>
                      <a:r>
                        <a:rPr sz="2000" spc="-5" dirty="0">
                          <a:solidFill>
                            <a:srgbClr val="624722"/>
                          </a:solidFill>
                          <a:latin typeface="Corbel"/>
                          <a:cs typeface="Corbel"/>
                        </a:rPr>
                        <a:t>allocated only </a:t>
                      </a:r>
                      <a:r>
                        <a:rPr sz="2000" dirty="0">
                          <a:solidFill>
                            <a:srgbClr val="624722"/>
                          </a:solidFill>
                          <a:latin typeface="Corbel"/>
                          <a:cs typeface="Corbel"/>
                        </a:rPr>
                        <a:t>to a </a:t>
                      </a:r>
                      <a:r>
                        <a:rPr sz="2000" spc="5" dirty="0">
                          <a:solidFill>
                            <a:srgbClr val="624722"/>
                          </a:solidFill>
                          <a:latin typeface="Corbel"/>
                          <a:cs typeface="Corbel"/>
                        </a:rPr>
                        <a:t> </a:t>
                      </a:r>
                      <a:r>
                        <a:rPr sz="2000" dirty="0">
                          <a:solidFill>
                            <a:srgbClr val="624722"/>
                          </a:solidFill>
                          <a:latin typeface="Corbel"/>
                          <a:cs typeface="Corbel"/>
                        </a:rPr>
                        <a:t>single</a:t>
                      </a:r>
                      <a:r>
                        <a:rPr sz="2000" spc="-30" dirty="0">
                          <a:solidFill>
                            <a:srgbClr val="624722"/>
                          </a:solidFill>
                          <a:latin typeface="Corbel"/>
                          <a:cs typeface="Corbel"/>
                        </a:rPr>
                        <a:t> </a:t>
                      </a:r>
                      <a:r>
                        <a:rPr sz="2000" dirty="0">
                          <a:solidFill>
                            <a:srgbClr val="624722"/>
                          </a:solidFill>
                          <a:latin typeface="Corbel"/>
                          <a:cs typeface="Corbel"/>
                        </a:rPr>
                        <a:t>process.</a:t>
                      </a:r>
                      <a:endParaRPr sz="2000" dirty="0">
                        <a:latin typeface="Corbel"/>
                        <a:cs typeface="Corbel"/>
                      </a:endParaRPr>
                    </a:p>
                  </a:txBody>
                  <a:tcPr marL="0" marR="0" marT="186055" marB="0">
                    <a:lnL w="6350">
                      <a:solidFill>
                        <a:srgbClr val="5A94A3"/>
                      </a:solidFill>
                      <a:prstDash val="solid"/>
                    </a:lnL>
                    <a:lnR w="6350">
                      <a:solidFill>
                        <a:srgbClr val="5A94A3"/>
                      </a:solidFill>
                      <a:prstDash val="solid"/>
                    </a:lnR>
                    <a:lnT w="6350">
                      <a:solidFill>
                        <a:srgbClr val="5A94A3"/>
                      </a:solidFill>
                      <a:prstDash val="solid"/>
                    </a:lnT>
                  </a:tcPr>
                </a:tc>
                <a:tc>
                  <a:txBody>
                    <a:bodyPr/>
                    <a:lstStyle/>
                    <a:p>
                      <a:pPr marL="49530" marR="40005" algn="just">
                        <a:lnSpc>
                          <a:spcPct val="100200"/>
                        </a:lnSpc>
                        <a:spcBef>
                          <a:spcPts val="265"/>
                        </a:spcBef>
                      </a:pPr>
                      <a:r>
                        <a:rPr sz="2000" spc="-5" dirty="0">
                          <a:solidFill>
                            <a:srgbClr val="624722"/>
                          </a:solidFill>
                          <a:latin typeface="Corbel"/>
                          <a:cs typeface="Corbel"/>
                        </a:rPr>
                        <a:t>In</a:t>
                      </a:r>
                      <a:r>
                        <a:rPr sz="2000" dirty="0">
                          <a:solidFill>
                            <a:srgbClr val="624722"/>
                          </a:solidFill>
                          <a:latin typeface="Corbel"/>
                          <a:cs typeface="Corbel"/>
                        </a:rPr>
                        <a:t> </a:t>
                      </a:r>
                      <a:r>
                        <a:rPr sz="2000" spc="-5" dirty="0">
                          <a:solidFill>
                            <a:srgbClr val="624722"/>
                          </a:solidFill>
                          <a:latin typeface="Corbel"/>
                          <a:cs typeface="Corbel"/>
                        </a:rPr>
                        <a:t>this</a:t>
                      </a:r>
                      <a:r>
                        <a:rPr sz="2000" dirty="0">
                          <a:solidFill>
                            <a:srgbClr val="624722"/>
                          </a:solidFill>
                          <a:latin typeface="Corbel"/>
                          <a:cs typeface="Corbel"/>
                        </a:rPr>
                        <a:t> </a:t>
                      </a:r>
                      <a:r>
                        <a:rPr sz="2000" spc="-5" dirty="0">
                          <a:solidFill>
                            <a:srgbClr val="624722"/>
                          </a:solidFill>
                          <a:latin typeface="Corbel"/>
                          <a:cs typeface="Corbel"/>
                        </a:rPr>
                        <a:t>scheme,</a:t>
                      </a:r>
                      <a:r>
                        <a:rPr sz="2000" dirty="0">
                          <a:solidFill>
                            <a:srgbClr val="624722"/>
                          </a:solidFill>
                          <a:latin typeface="Corbel"/>
                          <a:cs typeface="Corbel"/>
                        </a:rPr>
                        <a:t> </a:t>
                      </a:r>
                      <a:r>
                        <a:rPr sz="2000" spc="-5" dirty="0">
                          <a:solidFill>
                            <a:srgbClr val="624722"/>
                          </a:solidFill>
                          <a:latin typeface="Corbel"/>
                          <a:cs typeface="Corbel"/>
                        </a:rPr>
                        <a:t>the</a:t>
                      </a:r>
                      <a:r>
                        <a:rPr sz="2000" dirty="0">
                          <a:solidFill>
                            <a:srgbClr val="624722"/>
                          </a:solidFill>
                          <a:latin typeface="Corbel"/>
                          <a:cs typeface="Corbel"/>
                        </a:rPr>
                        <a:t> process</a:t>
                      </a:r>
                      <a:r>
                        <a:rPr sz="2000" spc="5" dirty="0">
                          <a:solidFill>
                            <a:srgbClr val="624722"/>
                          </a:solidFill>
                          <a:latin typeface="Corbel"/>
                          <a:cs typeface="Corbel"/>
                        </a:rPr>
                        <a:t> </a:t>
                      </a:r>
                      <a:r>
                        <a:rPr sz="2000" dirty="0">
                          <a:solidFill>
                            <a:srgbClr val="624722"/>
                          </a:solidFill>
                          <a:latin typeface="Corbel"/>
                          <a:cs typeface="Corbel"/>
                        </a:rPr>
                        <a:t>is</a:t>
                      </a:r>
                      <a:r>
                        <a:rPr sz="2000" spc="5" dirty="0">
                          <a:solidFill>
                            <a:srgbClr val="624722"/>
                          </a:solidFill>
                          <a:latin typeface="Corbel"/>
                          <a:cs typeface="Corbel"/>
                        </a:rPr>
                        <a:t> </a:t>
                      </a:r>
                      <a:r>
                        <a:rPr sz="2000" dirty="0">
                          <a:solidFill>
                            <a:srgbClr val="624722"/>
                          </a:solidFill>
                          <a:latin typeface="Corbel"/>
                          <a:cs typeface="Corbel"/>
                        </a:rPr>
                        <a:t>divided</a:t>
                      </a:r>
                      <a:r>
                        <a:rPr sz="2000" spc="5" dirty="0">
                          <a:solidFill>
                            <a:srgbClr val="624722"/>
                          </a:solidFill>
                          <a:latin typeface="Corbel"/>
                          <a:cs typeface="Corbel"/>
                        </a:rPr>
                        <a:t> </a:t>
                      </a:r>
                      <a:r>
                        <a:rPr sz="2000" dirty="0">
                          <a:solidFill>
                            <a:srgbClr val="624722"/>
                          </a:solidFill>
                          <a:latin typeface="Corbel"/>
                          <a:cs typeface="Corbel"/>
                        </a:rPr>
                        <a:t>into</a:t>
                      </a:r>
                      <a:r>
                        <a:rPr sz="2000" spc="5" dirty="0">
                          <a:solidFill>
                            <a:srgbClr val="624722"/>
                          </a:solidFill>
                          <a:latin typeface="Corbel"/>
                          <a:cs typeface="Corbel"/>
                        </a:rPr>
                        <a:t> </a:t>
                      </a:r>
                      <a:r>
                        <a:rPr sz="2000" spc="-5" dirty="0">
                          <a:solidFill>
                            <a:srgbClr val="624722"/>
                          </a:solidFill>
                          <a:latin typeface="Corbel"/>
                          <a:cs typeface="Corbel"/>
                        </a:rPr>
                        <a:t>several </a:t>
                      </a:r>
                      <a:r>
                        <a:rPr sz="2000" dirty="0">
                          <a:solidFill>
                            <a:srgbClr val="624722"/>
                          </a:solidFill>
                          <a:latin typeface="Corbel"/>
                          <a:cs typeface="Corbel"/>
                        </a:rPr>
                        <a:t> blocks and </a:t>
                      </a:r>
                      <a:r>
                        <a:rPr sz="2000" spc="-5" dirty="0">
                          <a:solidFill>
                            <a:srgbClr val="624722"/>
                          </a:solidFill>
                          <a:latin typeface="Corbel"/>
                          <a:cs typeface="Corbel"/>
                        </a:rPr>
                        <a:t>then these </a:t>
                      </a:r>
                      <a:r>
                        <a:rPr sz="2000" dirty="0">
                          <a:solidFill>
                            <a:srgbClr val="624722"/>
                          </a:solidFill>
                          <a:latin typeface="Corbel"/>
                          <a:cs typeface="Corbel"/>
                        </a:rPr>
                        <a:t>blocks are placed in different </a:t>
                      </a:r>
                      <a:r>
                        <a:rPr sz="2000" spc="5" dirty="0">
                          <a:solidFill>
                            <a:srgbClr val="624722"/>
                          </a:solidFill>
                          <a:latin typeface="Corbel"/>
                          <a:cs typeface="Corbel"/>
                        </a:rPr>
                        <a:t> </a:t>
                      </a:r>
                      <a:r>
                        <a:rPr sz="2000" dirty="0">
                          <a:solidFill>
                            <a:srgbClr val="624722"/>
                          </a:solidFill>
                          <a:latin typeface="Corbel"/>
                          <a:cs typeface="Corbel"/>
                        </a:rPr>
                        <a:t>parts </a:t>
                      </a:r>
                      <a:r>
                        <a:rPr sz="2000" spc="-5" dirty="0">
                          <a:solidFill>
                            <a:srgbClr val="624722"/>
                          </a:solidFill>
                          <a:latin typeface="Corbel"/>
                          <a:cs typeface="Corbel"/>
                        </a:rPr>
                        <a:t>of the </a:t>
                      </a:r>
                      <a:r>
                        <a:rPr sz="2000" dirty="0">
                          <a:solidFill>
                            <a:srgbClr val="624722"/>
                          </a:solidFill>
                          <a:latin typeface="Corbel"/>
                          <a:cs typeface="Corbel"/>
                        </a:rPr>
                        <a:t>memory </a:t>
                      </a:r>
                      <a:r>
                        <a:rPr sz="2000" spc="-10" dirty="0">
                          <a:solidFill>
                            <a:srgbClr val="624722"/>
                          </a:solidFill>
                          <a:latin typeface="Corbel"/>
                          <a:cs typeface="Corbel"/>
                        </a:rPr>
                        <a:t>according </a:t>
                      </a:r>
                      <a:r>
                        <a:rPr sz="2000" dirty="0">
                          <a:solidFill>
                            <a:srgbClr val="624722"/>
                          </a:solidFill>
                          <a:latin typeface="Corbel"/>
                          <a:cs typeface="Corbel"/>
                        </a:rPr>
                        <a:t>to </a:t>
                      </a:r>
                      <a:r>
                        <a:rPr sz="2000" spc="-5" dirty="0">
                          <a:solidFill>
                            <a:srgbClr val="624722"/>
                          </a:solidFill>
                          <a:latin typeface="Corbel"/>
                          <a:cs typeface="Corbel"/>
                        </a:rPr>
                        <a:t>the availability of </a:t>
                      </a:r>
                      <a:r>
                        <a:rPr sz="2000" dirty="0">
                          <a:solidFill>
                            <a:srgbClr val="624722"/>
                          </a:solidFill>
                          <a:latin typeface="Corbel"/>
                          <a:cs typeface="Corbel"/>
                        </a:rPr>
                        <a:t> memory</a:t>
                      </a:r>
                      <a:r>
                        <a:rPr sz="2000" spc="10" dirty="0">
                          <a:solidFill>
                            <a:srgbClr val="624722"/>
                          </a:solidFill>
                          <a:latin typeface="Corbel"/>
                          <a:cs typeface="Corbel"/>
                        </a:rPr>
                        <a:t> </a:t>
                      </a:r>
                      <a:r>
                        <a:rPr sz="2000" dirty="0">
                          <a:solidFill>
                            <a:srgbClr val="624722"/>
                          </a:solidFill>
                          <a:latin typeface="Corbel"/>
                          <a:cs typeface="Corbel"/>
                        </a:rPr>
                        <a:t>space.</a:t>
                      </a:r>
                      <a:endParaRPr sz="2000" dirty="0">
                        <a:latin typeface="Corbel"/>
                        <a:cs typeface="Corbel"/>
                      </a:endParaRPr>
                    </a:p>
                  </a:txBody>
                  <a:tcPr marL="0" marR="0" marT="33655" marB="0">
                    <a:lnL w="6350">
                      <a:solidFill>
                        <a:srgbClr val="5A94A3"/>
                      </a:solidFill>
                      <a:prstDash val="solid"/>
                    </a:lnL>
                    <a:lnR w="6350">
                      <a:solidFill>
                        <a:srgbClr val="5A94A3"/>
                      </a:solidFill>
                      <a:prstDash val="solid"/>
                    </a:lnR>
                    <a:lnT w="6350">
                      <a:solidFill>
                        <a:srgbClr val="5A94A3"/>
                      </a:solidFill>
                      <a:prstDash val="solid"/>
                    </a:lnT>
                  </a:tcPr>
                </a:tc>
                <a:extLst>
                  <a:ext uri="{0D108BD9-81ED-4DB2-BD59-A6C34878D82A}">
                    <a16:rowId xmlns:a16="http://schemas.microsoft.com/office/drawing/2014/main" val="10005"/>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124508" y="923566"/>
            <a:ext cx="2493645" cy="504625"/>
          </a:xfrm>
          <a:prstGeom prst="rect">
            <a:avLst/>
          </a:prstGeom>
        </p:spPr>
        <p:txBody>
          <a:bodyPr vert="horz" wrap="square" lIns="0" tIns="12065" rIns="0" bIns="0" rtlCol="0">
            <a:spAutoFit/>
          </a:bodyPr>
          <a:lstStyle/>
          <a:p>
            <a:pPr marL="12700">
              <a:lnSpc>
                <a:spcPct val="100000"/>
              </a:lnSpc>
              <a:spcBef>
                <a:spcPts val="95"/>
              </a:spcBef>
            </a:pPr>
            <a:r>
              <a:rPr spc="-5" dirty="0">
                <a:uFill>
                  <a:solidFill>
                    <a:srgbClr val="624722"/>
                  </a:solidFill>
                </a:uFill>
              </a:rPr>
              <a:t>Fragmentation</a:t>
            </a:r>
            <a:endParaRPr dirty="0"/>
          </a:p>
        </p:txBody>
      </p:sp>
      <p:sp>
        <p:nvSpPr>
          <p:cNvPr id="4" name="object 4"/>
          <p:cNvSpPr txBox="1"/>
          <p:nvPr/>
        </p:nvSpPr>
        <p:spPr>
          <a:xfrm>
            <a:off x="1124508" y="1752600"/>
            <a:ext cx="9990455" cy="4214615"/>
          </a:xfrm>
          <a:prstGeom prst="rect">
            <a:avLst/>
          </a:prstGeom>
        </p:spPr>
        <p:txBody>
          <a:bodyPr vert="horz" wrap="square" lIns="0" tIns="48895" rIns="0" bIns="0" rtlCol="0">
            <a:spAutoFit/>
          </a:bodyPr>
          <a:lstStyle/>
          <a:p>
            <a:pPr marL="240665" marR="5080" indent="-228600" algn="just">
              <a:lnSpc>
                <a:spcPct val="90000"/>
              </a:lnSpc>
              <a:spcBef>
                <a:spcPts val="385"/>
              </a:spcBef>
              <a:buSzPct val="79166"/>
              <a:buChar char="•"/>
              <a:tabLst>
                <a:tab pos="241300" algn="l"/>
              </a:tabLst>
            </a:pPr>
            <a:r>
              <a:rPr sz="2600" spc="-5" dirty="0">
                <a:solidFill>
                  <a:srgbClr val="002060"/>
                </a:solidFill>
                <a:latin typeface="Times New Roman" panose="02020603050405020304" pitchFamily="18" charset="0"/>
                <a:cs typeface="Times New Roman" panose="02020603050405020304" pitchFamily="18" charset="0"/>
              </a:rPr>
              <a:t>As processes are loaded and removed from </a:t>
            </a:r>
            <a:r>
              <a:rPr sz="2600" spc="-30" dirty="0">
                <a:solidFill>
                  <a:srgbClr val="002060"/>
                </a:solidFill>
                <a:latin typeface="Times New Roman" panose="02020603050405020304" pitchFamily="18" charset="0"/>
                <a:cs typeface="Times New Roman" panose="02020603050405020304" pitchFamily="18" charset="0"/>
              </a:rPr>
              <a:t>memory, </a:t>
            </a:r>
            <a:r>
              <a:rPr sz="2600" dirty="0">
                <a:solidFill>
                  <a:srgbClr val="002060"/>
                </a:solidFill>
                <a:latin typeface="Times New Roman" panose="02020603050405020304" pitchFamily="18" charset="0"/>
                <a:cs typeface="Times New Roman" panose="02020603050405020304" pitchFamily="18" charset="0"/>
              </a:rPr>
              <a:t>the free </a:t>
            </a:r>
            <a:r>
              <a:rPr sz="2600" spc="-5" dirty="0">
                <a:solidFill>
                  <a:srgbClr val="002060"/>
                </a:solidFill>
                <a:latin typeface="Times New Roman" panose="02020603050405020304" pitchFamily="18" charset="0"/>
                <a:cs typeface="Times New Roman" panose="02020603050405020304" pitchFamily="18" charset="0"/>
              </a:rPr>
              <a:t>memory </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space</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broken</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into</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little</a:t>
            </a:r>
            <a:r>
              <a:rPr sz="2600" dirty="0">
                <a:solidFill>
                  <a:srgbClr val="002060"/>
                </a:solidFill>
                <a:latin typeface="Times New Roman" panose="02020603050405020304" pitchFamily="18" charset="0"/>
                <a:cs typeface="Times New Roman" panose="02020603050405020304" pitchFamily="18" charset="0"/>
              </a:rPr>
              <a:t> pieces.</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It</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happens</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after</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sometimes</a:t>
            </a:r>
            <a:r>
              <a:rPr sz="2600" dirty="0">
                <a:solidFill>
                  <a:srgbClr val="002060"/>
                </a:solidFill>
                <a:latin typeface="Times New Roman" panose="02020603050405020304" pitchFamily="18" charset="0"/>
                <a:cs typeface="Times New Roman" panose="02020603050405020304" pitchFamily="18" charset="0"/>
              </a:rPr>
              <a:t> that </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processes </a:t>
            </a:r>
            <a:r>
              <a:rPr sz="2600" b="1" spc="-5" dirty="0">
                <a:solidFill>
                  <a:schemeClr val="accent2">
                    <a:lumMod val="75000"/>
                  </a:schemeClr>
                </a:solidFill>
                <a:latin typeface="Times New Roman" panose="02020603050405020304" pitchFamily="18" charset="0"/>
                <a:cs typeface="Times New Roman" panose="02020603050405020304" pitchFamily="18" charset="0"/>
              </a:rPr>
              <a:t>cannot be </a:t>
            </a:r>
            <a:r>
              <a:rPr sz="2600" b="1" dirty="0">
                <a:solidFill>
                  <a:schemeClr val="accent2">
                    <a:lumMod val="75000"/>
                  </a:schemeClr>
                </a:solidFill>
                <a:latin typeface="Times New Roman" panose="02020603050405020304" pitchFamily="18" charset="0"/>
                <a:cs typeface="Times New Roman" panose="02020603050405020304" pitchFamily="18" charset="0"/>
              </a:rPr>
              <a:t>allocated to </a:t>
            </a:r>
            <a:r>
              <a:rPr sz="2600" b="1" spc="-5" dirty="0">
                <a:solidFill>
                  <a:schemeClr val="accent2">
                    <a:lumMod val="75000"/>
                  </a:schemeClr>
                </a:solidFill>
                <a:latin typeface="Times New Roman" panose="02020603050405020304" pitchFamily="18" charset="0"/>
                <a:cs typeface="Times New Roman" panose="02020603050405020304" pitchFamily="18" charset="0"/>
              </a:rPr>
              <a:t>memory blocks considering their </a:t>
            </a:r>
            <a:r>
              <a:rPr sz="2600" b="1" dirty="0">
                <a:solidFill>
                  <a:schemeClr val="accent2">
                    <a:lumMod val="75000"/>
                  </a:schemeClr>
                </a:solidFill>
                <a:latin typeface="Times New Roman" panose="02020603050405020304" pitchFamily="18" charset="0"/>
                <a:cs typeface="Times New Roman" panose="02020603050405020304" pitchFamily="18" charset="0"/>
              </a:rPr>
              <a:t>small </a:t>
            </a:r>
            <a:r>
              <a:rPr sz="2600" b="1" spc="-655" dirty="0">
                <a:solidFill>
                  <a:schemeClr val="accent2">
                    <a:lumMod val="75000"/>
                  </a:schemeClr>
                </a:solidFill>
                <a:latin typeface="Times New Roman" panose="02020603050405020304" pitchFamily="18" charset="0"/>
                <a:cs typeface="Times New Roman" panose="02020603050405020304" pitchFamily="18" charset="0"/>
              </a:rPr>
              <a:t> </a:t>
            </a:r>
            <a:r>
              <a:rPr sz="2600" b="1" spc="-5" dirty="0">
                <a:solidFill>
                  <a:schemeClr val="accent2">
                    <a:lumMod val="75000"/>
                  </a:schemeClr>
                </a:solidFill>
                <a:latin typeface="Times New Roman" panose="02020603050405020304" pitchFamily="18" charset="0"/>
                <a:cs typeface="Times New Roman" panose="02020603050405020304" pitchFamily="18" charset="0"/>
              </a:rPr>
              <a:t>size </a:t>
            </a:r>
            <a:r>
              <a:rPr sz="2600" b="1" dirty="0">
                <a:solidFill>
                  <a:schemeClr val="accent2">
                    <a:lumMod val="75000"/>
                  </a:schemeClr>
                </a:solidFill>
                <a:latin typeface="Times New Roman" panose="02020603050405020304" pitchFamily="18" charset="0"/>
                <a:cs typeface="Times New Roman" panose="02020603050405020304" pitchFamily="18" charset="0"/>
              </a:rPr>
              <a:t>and memory blocks remains </a:t>
            </a:r>
            <a:r>
              <a:rPr sz="2600" b="1" spc="-5" dirty="0">
                <a:solidFill>
                  <a:schemeClr val="accent2">
                    <a:lumMod val="75000"/>
                  </a:schemeClr>
                </a:solidFill>
                <a:latin typeface="Times New Roman" panose="02020603050405020304" pitchFamily="18" charset="0"/>
                <a:cs typeface="Times New Roman" panose="02020603050405020304" pitchFamily="18" charset="0"/>
              </a:rPr>
              <a:t>unused</a:t>
            </a:r>
            <a:r>
              <a:rPr sz="2600" spc="-5" dirty="0">
                <a:solidFill>
                  <a:srgbClr val="002060"/>
                </a:solidFill>
                <a:latin typeface="Times New Roman" panose="02020603050405020304" pitchFamily="18" charset="0"/>
                <a:cs typeface="Times New Roman" panose="02020603050405020304" pitchFamily="18" charset="0"/>
              </a:rPr>
              <a:t>. This </a:t>
            </a:r>
            <a:r>
              <a:rPr sz="2600" dirty="0">
                <a:solidFill>
                  <a:srgbClr val="002060"/>
                </a:solidFill>
                <a:latin typeface="Times New Roman" panose="02020603050405020304" pitchFamily="18" charset="0"/>
                <a:cs typeface="Times New Roman" panose="02020603050405020304" pitchFamily="18" charset="0"/>
              </a:rPr>
              <a:t>problem </a:t>
            </a:r>
            <a:r>
              <a:rPr sz="2600" spc="-5" dirty="0">
                <a:solidFill>
                  <a:srgbClr val="002060"/>
                </a:solidFill>
                <a:latin typeface="Times New Roman" panose="02020603050405020304" pitchFamily="18" charset="0"/>
                <a:cs typeface="Times New Roman" panose="02020603050405020304" pitchFamily="18" charset="0"/>
              </a:rPr>
              <a:t>is </a:t>
            </a:r>
            <a:r>
              <a:rPr sz="2600" dirty="0">
                <a:solidFill>
                  <a:srgbClr val="002060"/>
                </a:solidFill>
                <a:latin typeface="Times New Roman" panose="02020603050405020304" pitchFamily="18" charset="0"/>
                <a:cs typeface="Times New Roman" panose="02020603050405020304" pitchFamily="18" charset="0"/>
              </a:rPr>
              <a:t>known </a:t>
            </a:r>
            <a:r>
              <a:rPr sz="2600" spc="-5" dirty="0">
                <a:solidFill>
                  <a:srgbClr val="002060"/>
                </a:solidFill>
                <a:latin typeface="Times New Roman" panose="02020603050405020304" pitchFamily="18" charset="0"/>
                <a:cs typeface="Times New Roman" panose="02020603050405020304" pitchFamily="18" charset="0"/>
              </a:rPr>
              <a:t>as </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Fragmentation.</a:t>
            </a:r>
            <a:endParaRPr sz="2600" dirty="0">
              <a:solidFill>
                <a:srgbClr val="002060"/>
              </a:solidFill>
              <a:latin typeface="Times New Roman" panose="02020603050405020304" pitchFamily="18" charset="0"/>
              <a:cs typeface="Times New Roman" panose="02020603050405020304" pitchFamily="18" charset="0"/>
            </a:endParaRPr>
          </a:p>
          <a:p>
            <a:pPr marL="697865" lvl="1" indent="-229235">
              <a:lnSpc>
                <a:spcPct val="100000"/>
              </a:lnSpc>
              <a:spcBef>
                <a:spcPts val="315"/>
              </a:spcBef>
              <a:buSzPct val="79166"/>
              <a:buFont typeface="Wingdings"/>
              <a:buChar char=""/>
              <a:tabLst>
                <a:tab pos="698500" algn="l"/>
              </a:tabLst>
            </a:pPr>
            <a:r>
              <a:rPr sz="2600" b="1" dirty="0">
                <a:solidFill>
                  <a:srgbClr val="002060"/>
                </a:solidFill>
                <a:latin typeface="Times New Roman" panose="02020603050405020304" pitchFamily="18" charset="0"/>
                <a:cs typeface="Times New Roman" panose="02020603050405020304" pitchFamily="18" charset="0"/>
              </a:rPr>
              <a:t>Internal</a:t>
            </a:r>
            <a:r>
              <a:rPr sz="2600" b="1" spc="-35" dirty="0">
                <a:solidFill>
                  <a:srgbClr val="002060"/>
                </a:solidFill>
                <a:latin typeface="Times New Roman" panose="02020603050405020304" pitchFamily="18" charset="0"/>
                <a:cs typeface="Times New Roman" panose="02020603050405020304" pitchFamily="18" charset="0"/>
              </a:rPr>
              <a:t> </a:t>
            </a:r>
            <a:r>
              <a:rPr sz="2600" b="1" spc="-5" dirty="0">
                <a:solidFill>
                  <a:srgbClr val="002060"/>
                </a:solidFill>
                <a:latin typeface="Times New Roman" panose="02020603050405020304" pitchFamily="18" charset="0"/>
                <a:cs typeface="Times New Roman" panose="02020603050405020304" pitchFamily="18" charset="0"/>
              </a:rPr>
              <a:t>Fragmentation</a:t>
            </a:r>
            <a:endParaRPr sz="2600" dirty="0">
              <a:solidFill>
                <a:srgbClr val="002060"/>
              </a:solidFill>
              <a:latin typeface="Times New Roman" panose="02020603050405020304" pitchFamily="18" charset="0"/>
              <a:cs typeface="Times New Roman" panose="02020603050405020304" pitchFamily="18" charset="0"/>
            </a:endParaRPr>
          </a:p>
          <a:p>
            <a:pPr marL="1155065" marR="5080" lvl="2" indent="-228600">
              <a:lnSpc>
                <a:spcPts val="2590"/>
              </a:lnSpc>
              <a:spcBef>
                <a:spcPts val="640"/>
              </a:spcBef>
              <a:buSzPct val="75000"/>
              <a:buFont typeface="Wingdings"/>
              <a:buChar char=""/>
              <a:tabLst>
                <a:tab pos="1155700" algn="l"/>
                <a:tab pos="2406650" algn="l"/>
                <a:tab pos="3267710" algn="l"/>
                <a:tab pos="4638040" algn="l"/>
                <a:tab pos="5041900" algn="l"/>
                <a:tab pos="6258560" algn="l"/>
                <a:tab pos="6627495" algn="l"/>
                <a:tab pos="7694295" algn="l"/>
                <a:tab pos="8639175" algn="l"/>
                <a:tab pos="9719945" algn="l"/>
              </a:tabLst>
            </a:pPr>
            <a:r>
              <a:rPr sz="2600" spc="-5" dirty="0">
                <a:solidFill>
                  <a:schemeClr val="accent2">
                    <a:lumMod val="75000"/>
                  </a:schemeClr>
                </a:solidFill>
                <a:latin typeface="Times New Roman" panose="02020603050405020304" pitchFamily="18" charset="0"/>
                <a:cs typeface="Times New Roman" panose="02020603050405020304" pitchFamily="18" charset="0"/>
              </a:rPr>
              <a:t>Memory	block</a:t>
            </a:r>
            <a:r>
              <a:rPr sz="260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assig</a:t>
            </a:r>
            <a:r>
              <a:rPr sz="2600" dirty="0">
                <a:solidFill>
                  <a:schemeClr val="accent2">
                    <a:lumMod val="75000"/>
                  </a:schemeClr>
                </a:solidFill>
                <a:latin typeface="Times New Roman" panose="02020603050405020304" pitchFamily="18" charset="0"/>
                <a:cs typeface="Times New Roman" panose="02020603050405020304" pitchFamily="18" charset="0"/>
              </a:rPr>
              <a:t>n</a:t>
            </a:r>
            <a:r>
              <a:rPr sz="2600" spc="-5" dirty="0">
                <a:solidFill>
                  <a:schemeClr val="accent2">
                    <a:lumMod val="75000"/>
                  </a:schemeClr>
                </a:solidFill>
                <a:latin typeface="Times New Roman" panose="02020603050405020304" pitchFamily="18" charset="0"/>
                <a:cs typeface="Times New Roman" panose="02020603050405020304" pitchFamily="18" charset="0"/>
              </a:rPr>
              <a:t>ed</a:t>
            </a:r>
            <a:r>
              <a:rPr sz="2600" dirty="0">
                <a:solidFill>
                  <a:schemeClr val="accent2">
                    <a:lumMod val="75000"/>
                  </a:schemeClr>
                </a:solidFill>
                <a:latin typeface="Times New Roman" panose="02020603050405020304" pitchFamily="18" charset="0"/>
                <a:cs typeface="Times New Roman" panose="02020603050405020304" pitchFamily="18" charset="0"/>
              </a:rPr>
              <a:t>	to	</a:t>
            </a:r>
            <a:r>
              <a:rPr sz="2600" spc="-5" dirty="0">
                <a:solidFill>
                  <a:schemeClr val="accent2">
                    <a:lumMod val="75000"/>
                  </a:schemeClr>
                </a:solidFill>
                <a:latin typeface="Times New Roman" panose="02020603050405020304" pitchFamily="18" charset="0"/>
                <a:cs typeface="Times New Roman" panose="02020603050405020304" pitchFamily="18" charset="0"/>
              </a:rPr>
              <a:t>process</a:t>
            </a:r>
            <a:r>
              <a:rPr sz="2600" dirty="0">
                <a:solidFill>
                  <a:schemeClr val="accent2">
                    <a:lumMod val="75000"/>
                  </a:schemeClr>
                </a:solidFill>
                <a:latin typeface="Times New Roman" panose="02020603050405020304" pitchFamily="18" charset="0"/>
                <a:cs typeface="Times New Roman" panose="02020603050405020304" pitchFamily="18" charset="0"/>
              </a:rPr>
              <a:t>	</a:t>
            </a:r>
            <a:r>
              <a:rPr sz="2600" spc="-10" dirty="0">
                <a:solidFill>
                  <a:schemeClr val="accent2">
                    <a:lumMod val="75000"/>
                  </a:schemeClr>
                </a:solidFill>
                <a:latin typeface="Times New Roman" panose="02020603050405020304" pitchFamily="18" charset="0"/>
                <a:cs typeface="Times New Roman" panose="02020603050405020304" pitchFamily="18" charset="0"/>
              </a:rPr>
              <a:t>i</a:t>
            </a:r>
            <a:r>
              <a:rPr sz="2600" spc="-5" dirty="0">
                <a:solidFill>
                  <a:schemeClr val="accent2">
                    <a:lumMod val="75000"/>
                  </a:schemeClr>
                </a:solidFill>
                <a:latin typeface="Times New Roman" panose="02020603050405020304" pitchFamily="18" charset="0"/>
                <a:cs typeface="Times New Roman" panose="02020603050405020304" pitchFamily="18" charset="0"/>
              </a:rPr>
              <a:t>s</a:t>
            </a:r>
            <a:r>
              <a:rPr sz="2600" dirty="0">
                <a:solidFill>
                  <a:schemeClr val="accent2">
                    <a:lumMod val="75000"/>
                  </a:schemeClr>
                </a:solidFill>
                <a:latin typeface="Times New Roman" panose="02020603050405020304" pitchFamily="18" charset="0"/>
                <a:cs typeface="Times New Roman" panose="02020603050405020304" pitchFamily="18" charset="0"/>
              </a:rPr>
              <a:t>	b</a:t>
            </a:r>
            <a:r>
              <a:rPr sz="2600" spc="-5" dirty="0">
                <a:solidFill>
                  <a:schemeClr val="accent2">
                    <a:lumMod val="75000"/>
                  </a:schemeClr>
                </a:solidFill>
                <a:latin typeface="Times New Roman" panose="02020603050405020304" pitchFamily="18" charset="0"/>
                <a:cs typeface="Times New Roman" panose="02020603050405020304" pitchFamily="18" charset="0"/>
              </a:rPr>
              <a:t>igge</a:t>
            </a:r>
            <a:r>
              <a:rPr sz="2600" spc="-125" dirty="0">
                <a:solidFill>
                  <a:schemeClr val="accent2">
                    <a:lumMod val="75000"/>
                  </a:schemeClr>
                </a:solidFill>
                <a:latin typeface="Times New Roman" panose="02020603050405020304" pitchFamily="18" charset="0"/>
                <a:cs typeface="Times New Roman" panose="02020603050405020304" pitchFamily="18" charset="0"/>
              </a:rPr>
              <a:t>r</a:t>
            </a:r>
            <a:r>
              <a:rPr sz="260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S</a:t>
            </a:r>
            <a:r>
              <a:rPr sz="2600" spc="-15" dirty="0">
                <a:solidFill>
                  <a:schemeClr val="accent2">
                    <a:lumMod val="75000"/>
                  </a:schemeClr>
                </a:solidFill>
                <a:latin typeface="Times New Roman" panose="02020603050405020304" pitchFamily="18" charset="0"/>
                <a:cs typeface="Times New Roman" panose="02020603050405020304" pitchFamily="18" charset="0"/>
              </a:rPr>
              <a:t>o</a:t>
            </a:r>
            <a:r>
              <a:rPr sz="2600" spc="-5" dirty="0">
                <a:solidFill>
                  <a:schemeClr val="accent2">
                    <a:lumMod val="75000"/>
                  </a:schemeClr>
                </a:solidFill>
                <a:latin typeface="Times New Roman" panose="02020603050405020304" pitchFamily="18" charset="0"/>
                <a:cs typeface="Times New Roman" panose="02020603050405020304" pitchFamily="18" charset="0"/>
              </a:rPr>
              <a:t>me</a:t>
            </a:r>
            <a:r>
              <a:rPr sz="2600" dirty="0">
                <a:solidFill>
                  <a:schemeClr val="accent2">
                    <a:lumMod val="75000"/>
                  </a:schemeClr>
                </a:solidFill>
                <a:latin typeface="Times New Roman" panose="02020603050405020304" pitchFamily="18" charset="0"/>
                <a:cs typeface="Times New Roman" panose="02020603050405020304" pitchFamily="18" charset="0"/>
              </a:rPr>
              <a:t>	por</a:t>
            </a:r>
            <a:r>
              <a:rPr sz="2600" spc="5" dirty="0">
                <a:solidFill>
                  <a:schemeClr val="accent2">
                    <a:lumMod val="75000"/>
                  </a:schemeClr>
                </a:solidFill>
                <a:latin typeface="Times New Roman" panose="02020603050405020304" pitchFamily="18" charset="0"/>
                <a:cs typeface="Times New Roman" panose="02020603050405020304" pitchFamily="18" charset="0"/>
              </a:rPr>
              <a:t>t</a:t>
            </a:r>
            <a:r>
              <a:rPr sz="2600" spc="-5" dirty="0">
                <a:solidFill>
                  <a:schemeClr val="accent2">
                    <a:lumMod val="75000"/>
                  </a:schemeClr>
                </a:solidFill>
                <a:latin typeface="Times New Roman" panose="02020603050405020304" pitchFamily="18" charset="0"/>
                <a:cs typeface="Times New Roman" panose="02020603050405020304" pitchFamily="18" charset="0"/>
              </a:rPr>
              <a:t>ion</a:t>
            </a:r>
            <a:r>
              <a:rPr sz="260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of  </a:t>
            </a:r>
            <a:r>
              <a:rPr sz="2600" dirty="0">
                <a:solidFill>
                  <a:schemeClr val="accent2">
                    <a:lumMod val="75000"/>
                  </a:schemeClr>
                </a:solidFill>
                <a:latin typeface="Times New Roman" panose="02020603050405020304" pitchFamily="18" charset="0"/>
                <a:cs typeface="Times New Roman" panose="02020603050405020304" pitchFamily="18" charset="0"/>
              </a:rPr>
              <a:t>memory </a:t>
            </a:r>
            <a:r>
              <a:rPr sz="2600" spc="-5" dirty="0">
                <a:solidFill>
                  <a:schemeClr val="accent2">
                    <a:lumMod val="75000"/>
                  </a:schemeClr>
                </a:solidFill>
                <a:latin typeface="Times New Roman" panose="02020603050405020304" pitchFamily="18" charset="0"/>
                <a:cs typeface="Times New Roman" panose="02020603050405020304" pitchFamily="18" charset="0"/>
              </a:rPr>
              <a:t>is</a:t>
            </a:r>
            <a:r>
              <a:rPr sz="2600" spc="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left</a:t>
            </a:r>
            <a:r>
              <a:rPr sz="2600" spc="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unused,</a:t>
            </a:r>
            <a:r>
              <a:rPr sz="2600" spc="2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as it</a:t>
            </a:r>
            <a:r>
              <a:rPr sz="2600" spc="1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cannot</a:t>
            </a:r>
            <a:r>
              <a:rPr sz="2600" spc="1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be</a:t>
            </a:r>
            <a:r>
              <a:rPr sz="2600" spc="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used</a:t>
            </a:r>
            <a:r>
              <a:rPr sz="2600" spc="1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by another</a:t>
            </a:r>
            <a:r>
              <a:rPr sz="2600" spc="1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smtClean="0">
                <a:solidFill>
                  <a:schemeClr val="accent2">
                    <a:lumMod val="75000"/>
                  </a:schemeClr>
                </a:solidFill>
                <a:latin typeface="Times New Roman" panose="02020603050405020304" pitchFamily="18" charset="0"/>
                <a:cs typeface="Times New Roman" panose="02020603050405020304" pitchFamily="18" charset="0"/>
              </a:rPr>
              <a:t>process</a:t>
            </a:r>
            <a:r>
              <a:rPr lang="en-IN" sz="2600" spc="-5" dirty="0" smtClean="0">
                <a:solidFill>
                  <a:schemeClr val="accent2">
                    <a:lumMod val="75000"/>
                  </a:schemeClr>
                </a:solidFill>
                <a:latin typeface="Times New Roman" panose="02020603050405020304" pitchFamily="18" charset="0"/>
                <a:cs typeface="Times New Roman" panose="02020603050405020304" pitchFamily="18" charset="0"/>
              </a:rPr>
              <a:t>.</a:t>
            </a:r>
            <a:endParaRPr sz="2600" dirty="0">
              <a:solidFill>
                <a:srgbClr val="002060"/>
              </a:solidFill>
              <a:latin typeface="Times New Roman" panose="02020603050405020304" pitchFamily="18" charset="0"/>
              <a:cs typeface="Times New Roman" panose="02020603050405020304" pitchFamily="18" charset="0"/>
            </a:endParaRPr>
          </a:p>
          <a:p>
            <a:pPr marL="697865" lvl="1" indent="-229235">
              <a:lnSpc>
                <a:spcPct val="100000"/>
              </a:lnSpc>
              <a:spcBef>
                <a:spcPts val="275"/>
              </a:spcBef>
              <a:buSzPct val="79166"/>
              <a:buFont typeface="Wingdings"/>
              <a:buChar char=""/>
              <a:tabLst>
                <a:tab pos="698500" algn="l"/>
              </a:tabLst>
            </a:pPr>
            <a:r>
              <a:rPr sz="2600" b="1" spc="-5" dirty="0">
                <a:solidFill>
                  <a:srgbClr val="002060"/>
                </a:solidFill>
                <a:latin typeface="Times New Roman" panose="02020603050405020304" pitchFamily="18" charset="0"/>
                <a:cs typeface="Times New Roman" panose="02020603050405020304" pitchFamily="18" charset="0"/>
              </a:rPr>
              <a:t>External</a:t>
            </a:r>
            <a:r>
              <a:rPr sz="2600" b="1" dirty="0">
                <a:solidFill>
                  <a:srgbClr val="002060"/>
                </a:solidFill>
                <a:latin typeface="Times New Roman" panose="02020603050405020304" pitchFamily="18" charset="0"/>
                <a:cs typeface="Times New Roman" panose="02020603050405020304" pitchFamily="18" charset="0"/>
              </a:rPr>
              <a:t> </a:t>
            </a:r>
            <a:r>
              <a:rPr sz="2600" b="1" spc="-5" dirty="0">
                <a:solidFill>
                  <a:srgbClr val="002060"/>
                </a:solidFill>
                <a:latin typeface="Times New Roman" panose="02020603050405020304" pitchFamily="18" charset="0"/>
                <a:cs typeface="Times New Roman" panose="02020603050405020304" pitchFamily="18" charset="0"/>
              </a:rPr>
              <a:t>Fragmentation</a:t>
            </a:r>
            <a:endParaRPr sz="2600" dirty="0">
              <a:solidFill>
                <a:srgbClr val="002060"/>
              </a:solidFill>
              <a:latin typeface="Times New Roman" panose="02020603050405020304" pitchFamily="18" charset="0"/>
              <a:cs typeface="Times New Roman" panose="02020603050405020304" pitchFamily="18" charset="0"/>
            </a:endParaRPr>
          </a:p>
          <a:p>
            <a:pPr marL="1155065" marR="5080" lvl="2" indent="-228600">
              <a:lnSpc>
                <a:spcPts val="2590"/>
              </a:lnSpc>
              <a:spcBef>
                <a:spcPts val="640"/>
              </a:spcBef>
              <a:buSzPct val="75000"/>
              <a:buFont typeface="Wingdings"/>
              <a:buChar char=""/>
              <a:tabLst>
                <a:tab pos="1155700" algn="l"/>
              </a:tabLst>
            </a:pPr>
            <a:r>
              <a:rPr sz="2600" spc="-55" dirty="0">
                <a:solidFill>
                  <a:schemeClr val="accent2">
                    <a:lumMod val="75000"/>
                  </a:schemeClr>
                </a:solidFill>
                <a:latin typeface="Times New Roman" panose="02020603050405020304" pitchFamily="18" charset="0"/>
                <a:cs typeface="Times New Roman" panose="02020603050405020304" pitchFamily="18" charset="0"/>
              </a:rPr>
              <a:t>Total</a:t>
            </a:r>
            <a:r>
              <a:rPr sz="2600" spc="120"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memory</a:t>
            </a:r>
            <a:r>
              <a:rPr sz="2600" spc="12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space</a:t>
            </a:r>
            <a:r>
              <a:rPr sz="2600" spc="12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is</a:t>
            </a:r>
            <a:r>
              <a:rPr sz="2600" spc="12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enough</a:t>
            </a:r>
            <a:r>
              <a:rPr sz="2600" spc="13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to</a:t>
            </a:r>
            <a:r>
              <a:rPr sz="2600" spc="120"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satisfy</a:t>
            </a:r>
            <a:r>
              <a:rPr sz="2600" spc="12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a</a:t>
            </a:r>
            <a:r>
              <a:rPr sz="2600" spc="9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request</a:t>
            </a:r>
            <a:r>
              <a:rPr sz="2600" spc="13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or</a:t>
            </a:r>
            <a:r>
              <a:rPr sz="2600" spc="114"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to</a:t>
            </a:r>
            <a:r>
              <a:rPr sz="2600" spc="11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reside</a:t>
            </a:r>
            <a:r>
              <a:rPr sz="2600" spc="13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a </a:t>
            </a:r>
            <a:r>
              <a:rPr sz="2600" spc="-65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process</a:t>
            </a:r>
            <a:r>
              <a:rPr sz="2600" spc="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in</a:t>
            </a:r>
            <a:r>
              <a:rPr sz="2600" spc="10" dirty="0">
                <a:solidFill>
                  <a:schemeClr val="accent2">
                    <a:lumMod val="75000"/>
                  </a:schemeClr>
                </a:solidFill>
                <a:latin typeface="Times New Roman" panose="02020603050405020304" pitchFamily="18" charset="0"/>
                <a:cs typeface="Times New Roman" panose="02020603050405020304" pitchFamily="18" charset="0"/>
              </a:rPr>
              <a:t> </a:t>
            </a:r>
            <a:r>
              <a:rPr sz="2600" dirty="0">
                <a:solidFill>
                  <a:schemeClr val="accent2">
                    <a:lumMod val="75000"/>
                  </a:schemeClr>
                </a:solidFill>
                <a:latin typeface="Times New Roman" panose="02020603050405020304" pitchFamily="18" charset="0"/>
                <a:cs typeface="Times New Roman" panose="02020603050405020304" pitchFamily="18" charset="0"/>
              </a:rPr>
              <a:t>it,</a:t>
            </a:r>
            <a:r>
              <a:rPr sz="2600" spc="-1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but it</a:t>
            </a:r>
            <a:r>
              <a:rPr sz="2600" spc="1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is</a:t>
            </a:r>
            <a:r>
              <a:rPr sz="2600" spc="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not</a:t>
            </a:r>
            <a:r>
              <a:rPr sz="260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contiguous,</a:t>
            </a:r>
            <a:r>
              <a:rPr sz="2600" spc="1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so</a:t>
            </a:r>
            <a:r>
              <a:rPr sz="2600" spc="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it cannot</a:t>
            </a:r>
            <a:r>
              <a:rPr sz="2600" spc="10"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be</a:t>
            </a:r>
            <a:r>
              <a:rPr sz="2600" spc="5" dirty="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chemeClr val="accent2">
                    <a:lumMod val="75000"/>
                  </a:schemeClr>
                </a:solidFill>
                <a:latin typeface="Times New Roman" panose="02020603050405020304" pitchFamily="18" charset="0"/>
                <a:cs typeface="Times New Roman" panose="02020603050405020304" pitchFamily="18" charset="0"/>
              </a:rPr>
              <a:t>used.</a:t>
            </a:r>
            <a:endParaRPr sz="2600" dirty="0">
              <a:solidFill>
                <a:schemeClr val="accent2">
                  <a:lumMod val="7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219200" y="863500"/>
            <a:ext cx="1558925" cy="635000"/>
          </a:xfrm>
          <a:prstGeom prst="rect">
            <a:avLst/>
          </a:prstGeom>
        </p:spPr>
        <p:txBody>
          <a:bodyPr vert="horz" wrap="square" lIns="0" tIns="12065" rIns="0" bIns="0" rtlCol="0">
            <a:spAutoFit/>
          </a:bodyPr>
          <a:lstStyle/>
          <a:p>
            <a:pPr marL="12700">
              <a:lnSpc>
                <a:spcPct val="100000"/>
              </a:lnSpc>
              <a:spcBef>
                <a:spcPts val="95"/>
              </a:spcBef>
            </a:pPr>
            <a:r>
              <a:rPr spc="-5" dirty="0"/>
              <a:t>Paging</a:t>
            </a:r>
          </a:p>
        </p:txBody>
      </p:sp>
      <p:sp>
        <p:nvSpPr>
          <p:cNvPr id="4" name="object 4"/>
          <p:cNvSpPr txBox="1"/>
          <p:nvPr/>
        </p:nvSpPr>
        <p:spPr>
          <a:xfrm>
            <a:off x="1219200" y="1809953"/>
            <a:ext cx="10237216" cy="4211320"/>
          </a:xfrm>
          <a:prstGeom prst="rect">
            <a:avLst/>
          </a:prstGeom>
        </p:spPr>
        <p:txBody>
          <a:bodyPr vert="horz" wrap="square" lIns="0" tIns="60325" rIns="0" bIns="0" rtlCol="0">
            <a:spAutoFit/>
          </a:bodyPr>
          <a:lstStyle/>
          <a:p>
            <a:pPr marL="241300" marR="5080" indent="-229235" algn="just">
              <a:lnSpc>
                <a:spcPts val="3030"/>
              </a:lnSpc>
              <a:spcBef>
                <a:spcPts val="475"/>
              </a:spcBef>
              <a:buSzPct val="80357"/>
              <a:buChar char="•"/>
              <a:tabLst>
                <a:tab pos="241935" algn="l"/>
              </a:tabLst>
            </a:pPr>
            <a:r>
              <a:rPr sz="2600" spc="-5" dirty="0" smtClean="0">
                <a:solidFill>
                  <a:srgbClr val="002060"/>
                </a:solidFill>
                <a:latin typeface="Times New Roman" panose="02020603050405020304" pitchFamily="18" charset="0"/>
                <a:cs typeface="Times New Roman" panose="02020603050405020304" pitchFamily="18" charset="0"/>
              </a:rPr>
              <a:t>Paging </a:t>
            </a:r>
            <a:r>
              <a:rPr sz="2600" dirty="0" smtClean="0">
                <a:solidFill>
                  <a:srgbClr val="002060"/>
                </a:solidFill>
                <a:latin typeface="Times New Roman" panose="02020603050405020304" pitchFamily="18" charset="0"/>
                <a:cs typeface="Times New Roman" panose="02020603050405020304" pitchFamily="18" charset="0"/>
              </a:rPr>
              <a:t>permits </a:t>
            </a:r>
            <a:r>
              <a:rPr sz="2600" spc="-5" dirty="0" smtClean="0">
                <a:solidFill>
                  <a:srgbClr val="002060"/>
                </a:solidFill>
                <a:latin typeface="Times New Roman" panose="02020603050405020304" pitchFamily="18" charset="0"/>
                <a:cs typeface="Times New Roman" panose="02020603050405020304" pitchFamily="18" charset="0"/>
              </a:rPr>
              <a:t>the </a:t>
            </a:r>
            <a:r>
              <a:rPr sz="2600" b="1" spc="-5" dirty="0" smtClean="0">
                <a:solidFill>
                  <a:srgbClr val="002060"/>
                </a:solidFill>
                <a:latin typeface="Times New Roman" panose="02020603050405020304" pitchFamily="18" charset="0"/>
                <a:cs typeface="Times New Roman" panose="02020603050405020304" pitchFamily="18" charset="0"/>
              </a:rPr>
              <a:t>physical address </a:t>
            </a:r>
            <a:r>
              <a:rPr sz="2600" b="1" dirty="0" smtClean="0">
                <a:solidFill>
                  <a:srgbClr val="002060"/>
                </a:solidFill>
                <a:latin typeface="Times New Roman" panose="02020603050405020304" pitchFamily="18" charset="0"/>
                <a:cs typeface="Times New Roman" panose="02020603050405020304" pitchFamily="18" charset="0"/>
              </a:rPr>
              <a:t>space </a:t>
            </a:r>
            <a:r>
              <a:rPr sz="2600" spc="-5" dirty="0" smtClean="0">
                <a:solidFill>
                  <a:srgbClr val="002060"/>
                </a:solidFill>
                <a:latin typeface="Times New Roman" panose="02020603050405020304" pitchFamily="18" charset="0"/>
                <a:cs typeface="Times New Roman" panose="02020603050405020304" pitchFamily="18" charset="0"/>
              </a:rPr>
              <a:t>of a process to </a:t>
            </a:r>
            <a:r>
              <a:rPr sz="260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be</a:t>
            </a:r>
            <a:r>
              <a:rPr sz="2600" spc="10" dirty="0" smtClean="0">
                <a:solidFill>
                  <a:srgbClr val="002060"/>
                </a:solidFill>
                <a:latin typeface="Times New Roman" panose="02020603050405020304" pitchFamily="18" charset="0"/>
                <a:cs typeface="Times New Roman" panose="02020603050405020304" pitchFamily="18" charset="0"/>
              </a:rPr>
              <a:t> </a:t>
            </a:r>
            <a:r>
              <a:rPr sz="2600" b="1" spc="-5" dirty="0" smtClean="0">
                <a:solidFill>
                  <a:srgbClr val="002060"/>
                </a:solidFill>
                <a:latin typeface="Times New Roman" panose="02020603050405020304" pitchFamily="18" charset="0"/>
                <a:cs typeface="Times New Roman" panose="02020603050405020304" pitchFamily="18" charset="0"/>
              </a:rPr>
              <a:t>non-contiguous.</a:t>
            </a:r>
            <a:r>
              <a:rPr sz="2600" b="1" spc="5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It is</a:t>
            </a:r>
            <a:r>
              <a:rPr sz="260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a</a:t>
            </a:r>
            <a:r>
              <a:rPr sz="2600" spc="10" dirty="0" smtClean="0">
                <a:solidFill>
                  <a:srgbClr val="002060"/>
                </a:solidFill>
                <a:latin typeface="Times New Roman" panose="02020603050405020304" pitchFamily="18" charset="0"/>
                <a:cs typeface="Times New Roman" panose="02020603050405020304" pitchFamily="18" charset="0"/>
              </a:rPr>
              <a:t> </a:t>
            </a:r>
            <a:r>
              <a:rPr sz="2600" b="1" dirty="0" smtClean="0">
                <a:solidFill>
                  <a:srgbClr val="002060"/>
                </a:solidFill>
                <a:latin typeface="Times New Roman" panose="02020603050405020304" pitchFamily="18" charset="0"/>
                <a:cs typeface="Times New Roman" panose="02020603050405020304" pitchFamily="18" charset="0"/>
              </a:rPr>
              <a:t>fixed-size</a:t>
            </a:r>
            <a:r>
              <a:rPr sz="2600" b="1" spc="15" dirty="0" smtClean="0">
                <a:solidFill>
                  <a:srgbClr val="002060"/>
                </a:solidFill>
                <a:latin typeface="Times New Roman" panose="02020603050405020304" pitchFamily="18" charset="0"/>
                <a:cs typeface="Times New Roman" panose="02020603050405020304" pitchFamily="18" charset="0"/>
              </a:rPr>
              <a:t> </a:t>
            </a:r>
            <a:r>
              <a:rPr sz="2600" b="1" spc="-5" dirty="0" smtClean="0">
                <a:solidFill>
                  <a:srgbClr val="002060"/>
                </a:solidFill>
                <a:latin typeface="Times New Roman" panose="02020603050405020304" pitchFamily="18" charset="0"/>
                <a:cs typeface="Times New Roman" panose="02020603050405020304" pitchFamily="18" charset="0"/>
              </a:rPr>
              <a:t>partitioning</a:t>
            </a:r>
            <a:r>
              <a:rPr sz="2600" b="1" spc="30" dirty="0" smtClean="0">
                <a:solidFill>
                  <a:srgbClr val="002060"/>
                </a:solidFill>
                <a:latin typeface="Times New Roman" panose="02020603050405020304" pitchFamily="18" charset="0"/>
                <a:cs typeface="Times New Roman" panose="02020603050405020304" pitchFamily="18" charset="0"/>
              </a:rPr>
              <a:t> </a:t>
            </a:r>
            <a:r>
              <a:rPr sz="2600" b="1" spc="-5" dirty="0" smtClean="0">
                <a:solidFill>
                  <a:srgbClr val="002060"/>
                </a:solidFill>
                <a:latin typeface="Times New Roman" panose="02020603050405020304" pitchFamily="18" charset="0"/>
                <a:cs typeface="Times New Roman" panose="02020603050405020304" pitchFamily="18" charset="0"/>
              </a:rPr>
              <a:t>scheme</a:t>
            </a:r>
            <a:r>
              <a:rPr sz="2600" spc="-5" dirty="0" smtClean="0">
                <a:solidFill>
                  <a:srgbClr val="002060"/>
                </a:solidFill>
                <a:latin typeface="Times New Roman" panose="02020603050405020304" pitchFamily="18" charset="0"/>
                <a:cs typeface="Times New Roman" panose="02020603050405020304" pitchFamily="18" charset="0"/>
              </a:rPr>
              <a:t>.</a:t>
            </a:r>
            <a:endParaRPr sz="2600" dirty="0" smtClean="0">
              <a:solidFill>
                <a:srgbClr val="002060"/>
              </a:solidFill>
              <a:latin typeface="Times New Roman" panose="02020603050405020304" pitchFamily="18" charset="0"/>
              <a:cs typeface="Times New Roman" panose="02020603050405020304" pitchFamily="18" charset="0"/>
            </a:endParaRPr>
          </a:p>
          <a:p>
            <a:pPr marL="241300" marR="9525" indent="-229235" algn="just">
              <a:lnSpc>
                <a:spcPts val="3020"/>
              </a:lnSpc>
              <a:spcBef>
                <a:spcPts val="1795"/>
              </a:spcBef>
              <a:buSzPct val="80357"/>
              <a:buChar char="•"/>
              <a:tabLst>
                <a:tab pos="241935" algn="l"/>
              </a:tabLst>
            </a:pPr>
            <a:r>
              <a:rPr sz="2600" spc="-5" dirty="0" smtClean="0">
                <a:solidFill>
                  <a:srgbClr val="002060"/>
                </a:solidFill>
                <a:latin typeface="Times New Roman" panose="02020603050405020304" pitchFamily="18" charset="0"/>
                <a:cs typeface="Times New Roman" panose="02020603050405020304" pitchFamily="18" charset="0"/>
              </a:rPr>
              <a:t>In the Paging </a:t>
            </a:r>
            <a:r>
              <a:rPr sz="2600" dirty="0" smtClean="0">
                <a:solidFill>
                  <a:srgbClr val="002060"/>
                </a:solidFill>
                <a:latin typeface="Times New Roman" panose="02020603050405020304" pitchFamily="18" charset="0"/>
                <a:cs typeface="Times New Roman" panose="02020603050405020304" pitchFamily="18" charset="0"/>
              </a:rPr>
              <a:t>technique, </a:t>
            </a:r>
            <a:r>
              <a:rPr sz="2600" spc="-5" dirty="0" smtClean="0">
                <a:solidFill>
                  <a:srgbClr val="002060"/>
                </a:solidFill>
                <a:latin typeface="Times New Roman" panose="02020603050405020304" pitchFamily="18" charset="0"/>
                <a:cs typeface="Times New Roman" panose="02020603050405020304" pitchFamily="18" charset="0"/>
              </a:rPr>
              <a:t>the </a:t>
            </a:r>
            <a:r>
              <a:rPr sz="2600" dirty="0" smtClean="0">
                <a:solidFill>
                  <a:srgbClr val="002060"/>
                </a:solidFill>
                <a:latin typeface="Times New Roman" panose="02020603050405020304" pitchFamily="18" charset="0"/>
                <a:cs typeface="Times New Roman" panose="02020603050405020304" pitchFamily="18" charset="0"/>
              </a:rPr>
              <a:t>secondary </a:t>
            </a:r>
            <a:r>
              <a:rPr sz="2600" spc="-5" dirty="0" smtClean="0">
                <a:solidFill>
                  <a:srgbClr val="002060"/>
                </a:solidFill>
                <a:latin typeface="Times New Roman" panose="02020603050405020304" pitchFamily="18" charset="0"/>
                <a:cs typeface="Times New Roman" panose="02020603050405020304" pitchFamily="18" charset="0"/>
              </a:rPr>
              <a:t>memory </a:t>
            </a:r>
            <a:r>
              <a:rPr sz="2600" dirty="0" smtClean="0">
                <a:solidFill>
                  <a:srgbClr val="002060"/>
                </a:solidFill>
                <a:latin typeface="Times New Roman" panose="02020603050405020304" pitchFamily="18" charset="0"/>
                <a:cs typeface="Times New Roman" panose="02020603050405020304" pitchFamily="18" charset="0"/>
              </a:rPr>
              <a:t>and main </a:t>
            </a:r>
            <a:r>
              <a:rPr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memory</a:t>
            </a:r>
            <a:r>
              <a:rPr sz="2600" spc="2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are</a:t>
            </a:r>
            <a:r>
              <a:rPr sz="2600" spc="15"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divided</a:t>
            </a:r>
            <a:r>
              <a:rPr sz="2600" spc="10"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into</a:t>
            </a:r>
            <a:r>
              <a:rPr sz="2600" spc="-5" dirty="0" smtClean="0">
                <a:solidFill>
                  <a:srgbClr val="002060"/>
                </a:solidFill>
                <a:latin typeface="Times New Roman" panose="02020603050405020304" pitchFamily="18" charset="0"/>
                <a:cs typeface="Times New Roman" panose="02020603050405020304" pitchFamily="18" charset="0"/>
              </a:rPr>
              <a:t> equal</a:t>
            </a:r>
            <a:r>
              <a:rPr sz="2600" spc="15"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fixed-size</a:t>
            </a:r>
            <a:r>
              <a:rPr sz="2600" spc="-5"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partitions.</a:t>
            </a:r>
          </a:p>
          <a:p>
            <a:pPr marL="241300" marR="5715" indent="-229235" algn="just">
              <a:lnSpc>
                <a:spcPts val="3020"/>
              </a:lnSpc>
              <a:spcBef>
                <a:spcPts val="1810"/>
              </a:spcBef>
              <a:buSzPct val="80357"/>
              <a:buChar char="•"/>
              <a:tabLst>
                <a:tab pos="241935" algn="l"/>
              </a:tabLst>
            </a:pPr>
            <a:r>
              <a:rPr sz="2600" spc="-5" dirty="0" smtClean="0">
                <a:solidFill>
                  <a:srgbClr val="002060"/>
                </a:solidFill>
                <a:latin typeface="Times New Roman" panose="02020603050405020304" pitchFamily="18" charset="0"/>
                <a:cs typeface="Times New Roman" panose="02020603050405020304" pitchFamily="18" charset="0"/>
              </a:rPr>
              <a:t>Paging</a:t>
            </a:r>
            <a:r>
              <a:rPr sz="260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solves</a:t>
            </a:r>
            <a:r>
              <a:rPr sz="260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the</a:t>
            </a:r>
            <a:r>
              <a:rPr sz="2600" dirty="0" smtClean="0">
                <a:solidFill>
                  <a:srgbClr val="002060"/>
                </a:solidFill>
                <a:latin typeface="Times New Roman" panose="02020603050405020304" pitchFamily="18" charset="0"/>
                <a:cs typeface="Times New Roman" panose="02020603050405020304" pitchFamily="18" charset="0"/>
              </a:rPr>
              <a:t> problem</a:t>
            </a:r>
            <a:r>
              <a:rPr sz="2600" spc="5"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of</a:t>
            </a:r>
            <a:r>
              <a:rPr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fitting</a:t>
            </a:r>
            <a:r>
              <a:rPr sz="2600" dirty="0" smtClean="0">
                <a:solidFill>
                  <a:srgbClr val="002060"/>
                </a:solidFill>
                <a:latin typeface="Times New Roman" panose="02020603050405020304" pitchFamily="18" charset="0"/>
                <a:cs typeface="Times New Roman" panose="02020603050405020304" pitchFamily="18" charset="0"/>
              </a:rPr>
              <a:t> memory</a:t>
            </a:r>
            <a:r>
              <a:rPr sz="2600" spc="775"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chunks</a:t>
            </a:r>
            <a:r>
              <a:rPr sz="2600" spc="780" dirty="0" smtClean="0">
                <a:solidFill>
                  <a:srgbClr val="002060"/>
                </a:solidFill>
                <a:latin typeface="Times New Roman" panose="02020603050405020304" pitchFamily="18" charset="0"/>
                <a:cs typeface="Times New Roman" panose="02020603050405020304" pitchFamily="18" charset="0"/>
              </a:rPr>
              <a:t> </a:t>
            </a:r>
            <a:r>
              <a:rPr sz="2600" spc="-15" dirty="0" smtClean="0">
                <a:solidFill>
                  <a:srgbClr val="002060"/>
                </a:solidFill>
                <a:latin typeface="Times New Roman" panose="02020603050405020304" pitchFamily="18" charset="0"/>
                <a:cs typeface="Times New Roman" panose="02020603050405020304" pitchFamily="18" charset="0"/>
              </a:rPr>
              <a:t>of </a:t>
            </a:r>
            <a:r>
              <a:rPr sz="2600" spc="-10"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varying</a:t>
            </a:r>
            <a:r>
              <a:rPr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sizes</a:t>
            </a:r>
            <a:r>
              <a:rPr sz="260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onto</a:t>
            </a:r>
            <a:r>
              <a:rPr sz="260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the</a:t>
            </a:r>
            <a:r>
              <a:rPr sz="260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backing</a:t>
            </a:r>
            <a:r>
              <a:rPr sz="260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store</a:t>
            </a:r>
            <a:r>
              <a:rPr sz="2600" dirty="0" smtClean="0">
                <a:solidFill>
                  <a:srgbClr val="002060"/>
                </a:solidFill>
                <a:latin typeface="Times New Roman" panose="02020603050405020304" pitchFamily="18" charset="0"/>
                <a:cs typeface="Times New Roman" panose="02020603050405020304" pitchFamily="18" charset="0"/>
              </a:rPr>
              <a:t> and</a:t>
            </a:r>
            <a:r>
              <a:rPr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this</a:t>
            </a:r>
            <a:r>
              <a:rPr sz="260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problem</a:t>
            </a:r>
            <a:r>
              <a:rPr sz="2600" dirty="0" smtClean="0">
                <a:solidFill>
                  <a:srgbClr val="002060"/>
                </a:solidFill>
                <a:latin typeface="Times New Roman" panose="02020603050405020304" pitchFamily="18" charset="0"/>
                <a:cs typeface="Times New Roman" panose="02020603050405020304" pitchFamily="18" charset="0"/>
              </a:rPr>
              <a:t> </a:t>
            </a:r>
            <a:r>
              <a:rPr sz="2600" spc="10" dirty="0" smtClean="0">
                <a:solidFill>
                  <a:srgbClr val="002060"/>
                </a:solidFill>
                <a:latin typeface="Times New Roman" panose="02020603050405020304" pitchFamily="18" charset="0"/>
                <a:cs typeface="Times New Roman" panose="02020603050405020304" pitchFamily="18" charset="0"/>
              </a:rPr>
              <a:t>is </a:t>
            </a:r>
            <a:r>
              <a:rPr sz="2600" spc="15" dirty="0" smtClean="0">
                <a:solidFill>
                  <a:srgbClr val="002060"/>
                </a:solidFill>
                <a:latin typeface="Times New Roman" panose="02020603050405020304" pitchFamily="18" charset="0"/>
                <a:cs typeface="Times New Roman" panose="02020603050405020304" pitchFamily="18" charset="0"/>
              </a:rPr>
              <a:t> </a:t>
            </a:r>
            <a:r>
              <a:rPr sz="2600" spc="-10" dirty="0" smtClean="0">
                <a:solidFill>
                  <a:srgbClr val="002060"/>
                </a:solidFill>
                <a:latin typeface="Times New Roman" panose="02020603050405020304" pitchFamily="18" charset="0"/>
                <a:cs typeface="Times New Roman" panose="02020603050405020304" pitchFamily="18" charset="0"/>
              </a:rPr>
              <a:t>suffered</a:t>
            </a:r>
            <a:r>
              <a:rPr sz="2600" spc="5"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by</a:t>
            </a:r>
            <a:r>
              <a:rPr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many</a:t>
            </a:r>
            <a:r>
              <a:rPr sz="2600" spc="1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memory</a:t>
            </a:r>
            <a:r>
              <a:rPr sz="2600" spc="2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management</a:t>
            </a:r>
            <a:r>
              <a:rPr sz="2600" spc="55"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schemes.</a:t>
            </a:r>
          </a:p>
          <a:p>
            <a:pPr marL="241300" marR="7620" indent="-229235" algn="just">
              <a:lnSpc>
                <a:spcPts val="3020"/>
              </a:lnSpc>
              <a:spcBef>
                <a:spcPts val="1814"/>
              </a:spcBef>
              <a:buSzPct val="80357"/>
              <a:buChar char="•"/>
              <a:tabLst>
                <a:tab pos="241935" algn="l"/>
              </a:tabLst>
            </a:pPr>
            <a:r>
              <a:rPr sz="2600" spc="-5" dirty="0" smtClean="0">
                <a:solidFill>
                  <a:srgbClr val="002060"/>
                </a:solidFill>
                <a:latin typeface="Times New Roman" panose="02020603050405020304" pitchFamily="18" charset="0"/>
                <a:cs typeface="Times New Roman" panose="02020603050405020304" pitchFamily="18" charset="0"/>
              </a:rPr>
              <a:t>Paging </a:t>
            </a:r>
            <a:r>
              <a:rPr sz="2600" dirty="0" smtClean="0">
                <a:solidFill>
                  <a:srgbClr val="002060"/>
                </a:solidFill>
                <a:latin typeface="Times New Roman" panose="02020603050405020304" pitchFamily="18" charset="0"/>
                <a:cs typeface="Times New Roman" panose="02020603050405020304" pitchFamily="18" charset="0"/>
              </a:rPr>
              <a:t>helps </a:t>
            </a:r>
            <a:r>
              <a:rPr sz="2600" spc="-5" dirty="0" smtClean="0">
                <a:solidFill>
                  <a:srgbClr val="002060"/>
                </a:solidFill>
                <a:latin typeface="Times New Roman" panose="02020603050405020304" pitchFamily="18" charset="0"/>
                <a:cs typeface="Times New Roman" panose="02020603050405020304" pitchFamily="18" charset="0"/>
              </a:rPr>
              <a:t>to </a:t>
            </a:r>
            <a:r>
              <a:rPr sz="2600" b="1" spc="-5" dirty="0" smtClean="0">
                <a:solidFill>
                  <a:srgbClr val="002060"/>
                </a:solidFill>
                <a:latin typeface="Times New Roman" panose="02020603050405020304" pitchFamily="18" charset="0"/>
                <a:cs typeface="Times New Roman" panose="02020603050405020304" pitchFamily="18" charset="0"/>
              </a:rPr>
              <a:t>avoid </a:t>
            </a:r>
            <a:r>
              <a:rPr sz="2600" b="1" dirty="0" smtClean="0">
                <a:solidFill>
                  <a:srgbClr val="002060"/>
                </a:solidFill>
                <a:latin typeface="Times New Roman" panose="02020603050405020304" pitchFamily="18" charset="0"/>
                <a:cs typeface="Times New Roman" panose="02020603050405020304" pitchFamily="18" charset="0"/>
              </a:rPr>
              <a:t>external fragmentation </a:t>
            </a:r>
            <a:r>
              <a:rPr sz="2600" dirty="0" smtClean="0">
                <a:solidFill>
                  <a:srgbClr val="002060"/>
                </a:solidFill>
                <a:latin typeface="Times New Roman" panose="02020603050405020304" pitchFamily="18" charset="0"/>
                <a:cs typeface="Times New Roman" panose="02020603050405020304" pitchFamily="18" charset="0"/>
              </a:rPr>
              <a:t>and the </a:t>
            </a:r>
            <a:r>
              <a:rPr sz="2600" b="1" dirty="0" smtClean="0">
                <a:solidFill>
                  <a:srgbClr val="002060"/>
                </a:solidFill>
                <a:latin typeface="Times New Roman" panose="02020603050405020304" pitchFamily="18" charset="0"/>
                <a:cs typeface="Times New Roman" panose="02020603050405020304" pitchFamily="18" charset="0"/>
              </a:rPr>
              <a:t>need </a:t>
            </a:r>
            <a:r>
              <a:rPr sz="2600" b="1" spc="5" dirty="0" smtClean="0">
                <a:solidFill>
                  <a:srgbClr val="002060"/>
                </a:solidFill>
                <a:latin typeface="Times New Roman" panose="02020603050405020304" pitchFamily="18" charset="0"/>
                <a:cs typeface="Times New Roman" panose="02020603050405020304" pitchFamily="18" charset="0"/>
              </a:rPr>
              <a:t> </a:t>
            </a:r>
            <a:r>
              <a:rPr sz="2600" b="1" spc="-5" dirty="0" smtClean="0">
                <a:solidFill>
                  <a:srgbClr val="002060"/>
                </a:solidFill>
                <a:latin typeface="Times New Roman" panose="02020603050405020304" pitchFamily="18" charset="0"/>
                <a:cs typeface="Times New Roman" panose="02020603050405020304" pitchFamily="18" charset="0"/>
              </a:rPr>
              <a:t>for</a:t>
            </a:r>
            <a:r>
              <a:rPr sz="2600" b="1" dirty="0" smtClean="0">
                <a:solidFill>
                  <a:srgbClr val="002060"/>
                </a:solidFill>
                <a:latin typeface="Times New Roman" panose="02020603050405020304" pitchFamily="18" charset="0"/>
                <a:cs typeface="Times New Roman" panose="02020603050405020304" pitchFamily="18" charset="0"/>
              </a:rPr>
              <a:t> </a:t>
            </a:r>
            <a:r>
              <a:rPr sz="2600" b="1" spc="-5" dirty="0" smtClean="0">
                <a:solidFill>
                  <a:srgbClr val="002060"/>
                </a:solidFill>
                <a:latin typeface="Times New Roman" panose="02020603050405020304" pitchFamily="18" charset="0"/>
                <a:cs typeface="Times New Roman" panose="02020603050405020304" pitchFamily="18" charset="0"/>
              </a:rPr>
              <a:t>compaction</a:t>
            </a:r>
            <a:r>
              <a:rPr sz="2600" spc="-5" dirty="0" smtClean="0">
                <a:solidFill>
                  <a:srgbClr val="002060"/>
                </a:solidFill>
                <a:latin typeface="Times New Roman" panose="02020603050405020304" pitchFamily="18" charset="0"/>
                <a:cs typeface="Times New Roman" panose="02020603050405020304" pitchFamily="18" charset="0"/>
              </a:rPr>
              <a:t>.</a:t>
            </a:r>
            <a:endParaRPr sz="2600"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116847" y="605465"/>
            <a:ext cx="5181600" cy="635000"/>
          </a:xfrm>
          <a:prstGeom prst="rect">
            <a:avLst/>
          </a:prstGeom>
        </p:spPr>
        <p:txBody>
          <a:bodyPr vert="horz" wrap="square" lIns="0" tIns="12065" rIns="0" bIns="0" rtlCol="0">
            <a:spAutoFit/>
          </a:bodyPr>
          <a:lstStyle/>
          <a:p>
            <a:pPr marL="12700">
              <a:lnSpc>
                <a:spcPct val="100000"/>
              </a:lnSpc>
              <a:spcBef>
                <a:spcPts val="95"/>
              </a:spcBef>
            </a:pPr>
            <a:r>
              <a:rPr spc="-10" dirty="0"/>
              <a:t>Basic Method</a:t>
            </a:r>
            <a:r>
              <a:rPr spc="-20" dirty="0"/>
              <a:t> </a:t>
            </a:r>
            <a:r>
              <a:rPr spc="-5" dirty="0"/>
              <a:t>of</a:t>
            </a:r>
            <a:r>
              <a:rPr spc="-15" dirty="0"/>
              <a:t> </a:t>
            </a:r>
            <a:r>
              <a:rPr spc="-5" dirty="0"/>
              <a:t>Paging</a:t>
            </a:r>
          </a:p>
        </p:txBody>
      </p:sp>
      <p:sp>
        <p:nvSpPr>
          <p:cNvPr id="4" name="object 4"/>
          <p:cNvSpPr txBox="1"/>
          <p:nvPr/>
        </p:nvSpPr>
        <p:spPr>
          <a:xfrm>
            <a:off x="1116847" y="1752600"/>
            <a:ext cx="10313152" cy="4692310"/>
          </a:xfrm>
          <a:prstGeom prst="rect">
            <a:avLst/>
          </a:prstGeom>
        </p:spPr>
        <p:txBody>
          <a:bodyPr vert="horz" wrap="square" lIns="0" tIns="54610" rIns="0" bIns="0" rtlCol="0">
            <a:spAutoFit/>
          </a:bodyPr>
          <a:lstStyle/>
          <a:p>
            <a:pPr marL="241300" marR="5715" indent="-229235" algn="just">
              <a:lnSpc>
                <a:spcPct val="150000"/>
              </a:lnSpc>
              <a:spcBef>
                <a:spcPts val="430"/>
              </a:spcBef>
              <a:buSzPct val="80357"/>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The</a:t>
            </a:r>
            <a:r>
              <a:rPr sz="2600" dirty="0">
                <a:solidFill>
                  <a:srgbClr val="002060"/>
                </a:solidFill>
                <a:latin typeface="Times New Roman" panose="02020603050405020304" pitchFamily="18" charset="0"/>
                <a:cs typeface="Times New Roman" panose="02020603050405020304" pitchFamily="18" charset="0"/>
              </a:rPr>
              <a:t> paging</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technique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divides</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physical</a:t>
            </a:r>
            <a:r>
              <a:rPr sz="2600" dirty="0">
                <a:solidFill>
                  <a:srgbClr val="002060"/>
                </a:solidFill>
                <a:latin typeface="Times New Roman" panose="02020603050405020304" pitchFamily="18" charset="0"/>
                <a:cs typeface="Times New Roman" panose="02020603050405020304" pitchFamily="18" charset="0"/>
              </a:rPr>
              <a:t> memory(main </a:t>
            </a:r>
            <a:r>
              <a:rPr sz="2600" spc="-76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memory) into </a:t>
            </a:r>
            <a:r>
              <a:rPr sz="2600" dirty="0">
                <a:solidFill>
                  <a:srgbClr val="002060"/>
                </a:solidFill>
                <a:latin typeface="Times New Roman" panose="02020603050405020304" pitchFamily="18" charset="0"/>
                <a:cs typeface="Times New Roman" panose="02020603050405020304" pitchFamily="18" charset="0"/>
              </a:rPr>
              <a:t>fixed-size </a:t>
            </a:r>
            <a:r>
              <a:rPr sz="2600" spc="-5" dirty="0">
                <a:solidFill>
                  <a:srgbClr val="002060"/>
                </a:solidFill>
                <a:latin typeface="Times New Roman" panose="02020603050405020304" pitchFamily="18" charset="0"/>
                <a:cs typeface="Times New Roman" panose="02020603050405020304" pitchFamily="18" charset="0"/>
              </a:rPr>
              <a:t>blocks </a:t>
            </a:r>
            <a:r>
              <a:rPr sz="2600" dirty="0">
                <a:solidFill>
                  <a:srgbClr val="002060"/>
                </a:solidFill>
                <a:latin typeface="Times New Roman" panose="02020603050405020304" pitchFamily="18" charset="0"/>
                <a:cs typeface="Times New Roman" panose="02020603050405020304" pitchFamily="18" charset="0"/>
              </a:rPr>
              <a:t>that </a:t>
            </a:r>
            <a:r>
              <a:rPr sz="2600" spc="-5" dirty="0">
                <a:solidFill>
                  <a:srgbClr val="002060"/>
                </a:solidFill>
                <a:latin typeface="Times New Roman" panose="02020603050405020304" pitchFamily="18" charset="0"/>
                <a:cs typeface="Times New Roman" panose="02020603050405020304" pitchFamily="18" charset="0"/>
              </a:rPr>
              <a:t>are known </a:t>
            </a:r>
            <a:r>
              <a:rPr sz="2600" dirty="0">
                <a:solidFill>
                  <a:srgbClr val="002060"/>
                </a:solidFill>
                <a:latin typeface="Times New Roman" panose="02020603050405020304" pitchFamily="18" charset="0"/>
                <a:cs typeface="Times New Roman" panose="02020603050405020304" pitchFamily="18" charset="0"/>
              </a:rPr>
              <a:t>as </a:t>
            </a:r>
            <a:r>
              <a:rPr sz="2600" b="1" spc="-5" dirty="0">
                <a:solidFill>
                  <a:srgbClr val="002060"/>
                </a:solidFill>
                <a:uFill>
                  <a:solidFill>
                    <a:srgbClr val="624722"/>
                  </a:solidFill>
                </a:uFill>
                <a:latin typeface="Times New Roman" panose="02020603050405020304" pitchFamily="18" charset="0"/>
                <a:cs typeface="Times New Roman" panose="02020603050405020304" pitchFamily="18" charset="0"/>
              </a:rPr>
              <a:t>Frames </a:t>
            </a:r>
            <a:r>
              <a:rPr sz="2600" b="1"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and </a:t>
            </a:r>
            <a:r>
              <a:rPr sz="2600" spc="-5" dirty="0">
                <a:solidFill>
                  <a:srgbClr val="002060"/>
                </a:solidFill>
                <a:latin typeface="Times New Roman" panose="02020603050405020304" pitchFamily="18" charset="0"/>
                <a:cs typeface="Times New Roman" panose="02020603050405020304" pitchFamily="18" charset="0"/>
              </a:rPr>
              <a:t>also divide the </a:t>
            </a:r>
            <a:r>
              <a:rPr sz="2600" b="1" spc="-5" dirty="0">
                <a:solidFill>
                  <a:srgbClr val="002060"/>
                </a:solidFill>
                <a:latin typeface="Times New Roman" panose="02020603050405020304" pitchFamily="18" charset="0"/>
                <a:cs typeface="Times New Roman" panose="02020603050405020304" pitchFamily="18" charset="0"/>
              </a:rPr>
              <a:t>logical </a:t>
            </a:r>
            <a:r>
              <a:rPr sz="2600" b="1" dirty="0">
                <a:solidFill>
                  <a:srgbClr val="002060"/>
                </a:solidFill>
                <a:latin typeface="Times New Roman" panose="02020603050405020304" pitchFamily="18" charset="0"/>
                <a:cs typeface="Times New Roman" panose="02020603050405020304" pitchFamily="18" charset="0"/>
              </a:rPr>
              <a:t>memory(secondary </a:t>
            </a:r>
            <a:r>
              <a:rPr sz="2600" b="1" spc="-5" dirty="0">
                <a:solidFill>
                  <a:srgbClr val="002060"/>
                </a:solidFill>
                <a:latin typeface="Times New Roman" panose="02020603050405020304" pitchFamily="18" charset="0"/>
                <a:cs typeface="Times New Roman" panose="02020603050405020304" pitchFamily="18" charset="0"/>
              </a:rPr>
              <a:t>memory) </a:t>
            </a:r>
            <a:r>
              <a:rPr sz="2600" b="1" dirty="0">
                <a:solidFill>
                  <a:srgbClr val="002060"/>
                </a:solidFill>
                <a:latin typeface="Times New Roman" panose="02020603050405020304" pitchFamily="18" charset="0"/>
                <a:cs typeface="Times New Roman" panose="02020603050405020304" pitchFamily="18" charset="0"/>
              </a:rPr>
              <a:t> </a:t>
            </a:r>
            <a:r>
              <a:rPr sz="2600" b="1" spc="-5" dirty="0">
                <a:solidFill>
                  <a:srgbClr val="002060"/>
                </a:solidFill>
                <a:latin typeface="Times New Roman" panose="02020603050405020304" pitchFamily="18" charset="0"/>
                <a:cs typeface="Times New Roman" panose="02020603050405020304" pitchFamily="18" charset="0"/>
              </a:rPr>
              <a:t>into</a:t>
            </a:r>
            <a:r>
              <a:rPr sz="2600" b="1" spc="10" dirty="0">
                <a:solidFill>
                  <a:srgbClr val="002060"/>
                </a:solidFill>
                <a:latin typeface="Times New Roman" panose="02020603050405020304" pitchFamily="18" charset="0"/>
                <a:cs typeface="Times New Roman" panose="02020603050405020304" pitchFamily="18" charset="0"/>
              </a:rPr>
              <a:t> </a:t>
            </a:r>
            <a:r>
              <a:rPr sz="2600" b="1" spc="-5" dirty="0">
                <a:solidFill>
                  <a:srgbClr val="002060"/>
                </a:solidFill>
                <a:latin typeface="Times New Roman" panose="02020603050405020304" pitchFamily="18" charset="0"/>
                <a:cs typeface="Times New Roman" panose="02020603050405020304" pitchFamily="18" charset="0"/>
              </a:rPr>
              <a:t>blocks</a:t>
            </a:r>
            <a:r>
              <a:rPr sz="2600" b="1" spc="20" dirty="0">
                <a:solidFill>
                  <a:srgbClr val="002060"/>
                </a:solidFill>
                <a:latin typeface="Times New Roman" panose="02020603050405020304" pitchFamily="18" charset="0"/>
                <a:cs typeface="Times New Roman" panose="02020603050405020304" pitchFamily="18" charset="0"/>
              </a:rPr>
              <a:t> </a:t>
            </a:r>
            <a:r>
              <a:rPr sz="2600" b="1" spc="-5" dirty="0">
                <a:solidFill>
                  <a:srgbClr val="002060"/>
                </a:solidFill>
                <a:latin typeface="Times New Roman" panose="02020603050405020304" pitchFamily="18" charset="0"/>
                <a:cs typeface="Times New Roman" panose="02020603050405020304" pitchFamily="18" charset="0"/>
              </a:rPr>
              <a:t>of</a:t>
            </a:r>
            <a:r>
              <a:rPr sz="2600" b="1" spc="10" dirty="0">
                <a:solidFill>
                  <a:srgbClr val="002060"/>
                </a:solidFill>
                <a:latin typeface="Times New Roman" panose="02020603050405020304" pitchFamily="18" charset="0"/>
                <a:cs typeface="Times New Roman" panose="02020603050405020304" pitchFamily="18" charset="0"/>
              </a:rPr>
              <a:t> </a:t>
            </a:r>
            <a:r>
              <a:rPr sz="2600" b="1" spc="-5" dirty="0">
                <a:solidFill>
                  <a:srgbClr val="002060"/>
                </a:solidFill>
                <a:latin typeface="Times New Roman" panose="02020603050405020304" pitchFamily="18" charset="0"/>
                <a:cs typeface="Times New Roman" panose="02020603050405020304" pitchFamily="18" charset="0"/>
              </a:rPr>
              <a:t>the</a:t>
            </a:r>
            <a:r>
              <a:rPr sz="2600" b="1" spc="20" dirty="0">
                <a:solidFill>
                  <a:srgbClr val="002060"/>
                </a:solidFill>
                <a:latin typeface="Times New Roman" panose="02020603050405020304" pitchFamily="18" charset="0"/>
                <a:cs typeface="Times New Roman" panose="02020603050405020304" pitchFamily="18" charset="0"/>
              </a:rPr>
              <a:t> </a:t>
            </a:r>
            <a:r>
              <a:rPr sz="2600" b="1" spc="-5" dirty="0">
                <a:solidFill>
                  <a:srgbClr val="002060"/>
                </a:solidFill>
                <a:latin typeface="Times New Roman" panose="02020603050405020304" pitchFamily="18" charset="0"/>
                <a:cs typeface="Times New Roman" panose="02020603050405020304" pitchFamily="18" charset="0"/>
              </a:rPr>
              <a:t>same</a:t>
            </a:r>
            <a:r>
              <a:rPr sz="2600" b="1" spc="5" dirty="0">
                <a:solidFill>
                  <a:srgbClr val="002060"/>
                </a:solidFill>
                <a:latin typeface="Times New Roman" panose="02020603050405020304" pitchFamily="18" charset="0"/>
                <a:cs typeface="Times New Roman" panose="02020603050405020304" pitchFamily="18" charset="0"/>
              </a:rPr>
              <a:t> </a:t>
            </a:r>
            <a:r>
              <a:rPr sz="2600" b="1" dirty="0">
                <a:solidFill>
                  <a:srgbClr val="002060"/>
                </a:solidFill>
                <a:latin typeface="Times New Roman" panose="02020603050405020304" pitchFamily="18" charset="0"/>
                <a:cs typeface="Times New Roman" panose="02020603050405020304" pitchFamily="18" charset="0"/>
              </a:rPr>
              <a:t>size</a:t>
            </a:r>
            <a:r>
              <a:rPr sz="2600" b="1"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that</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are</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known</a:t>
            </a:r>
            <a:r>
              <a:rPr sz="2600" spc="2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as</a:t>
            </a:r>
            <a:r>
              <a:rPr sz="2600" spc="-5" dirty="0">
                <a:solidFill>
                  <a:srgbClr val="002060"/>
                </a:solidFill>
                <a:latin typeface="Times New Roman" panose="02020603050405020304" pitchFamily="18" charset="0"/>
                <a:cs typeface="Times New Roman" panose="02020603050405020304" pitchFamily="18" charset="0"/>
              </a:rPr>
              <a:t> </a:t>
            </a:r>
            <a:r>
              <a:rPr sz="2600" b="1" spc="-5" dirty="0">
                <a:solidFill>
                  <a:srgbClr val="002060"/>
                </a:solidFill>
                <a:uFill>
                  <a:solidFill>
                    <a:srgbClr val="624722"/>
                  </a:solidFill>
                </a:uFill>
                <a:latin typeface="Times New Roman" panose="02020603050405020304" pitchFamily="18" charset="0"/>
                <a:cs typeface="Times New Roman" panose="02020603050405020304" pitchFamily="18" charset="0"/>
              </a:rPr>
              <a:t>Pages</a:t>
            </a:r>
            <a:r>
              <a:rPr sz="2600" b="1" spc="-5" dirty="0">
                <a:solidFill>
                  <a:srgbClr val="002060"/>
                </a:solidFill>
                <a:latin typeface="Times New Roman" panose="02020603050405020304" pitchFamily="18" charset="0"/>
                <a:cs typeface="Times New Roman" panose="02020603050405020304" pitchFamily="18" charset="0"/>
              </a:rPr>
              <a:t>.</a:t>
            </a:r>
            <a:endParaRPr sz="2600" dirty="0">
              <a:solidFill>
                <a:srgbClr val="002060"/>
              </a:solidFill>
              <a:latin typeface="Times New Roman" panose="02020603050405020304" pitchFamily="18" charset="0"/>
              <a:cs typeface="Times New Roman" panose="02020603050405020304" pitchFamily="18" charset="0"/>
            </a:endParaRPr>
          </a:p>
          <a:p>
            <a:pPr marL="241300" indent="-229235" algn="just">
              <a:lnSpc>
                <a:spcPct val="150000"/>
              </a:lnSpc>
              <a:spcBef>
                <a:spcPts val="1465"/>
              </a:spcBef>
              <a:buSzPct val="80357"/>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This</a:t>
            </a:r>
            <a:r>
              <a:rPr sz="2600" dirty="0">
                <a:solidFill>
                  <a:srgbClr val="002060"/>
                </a:solidFill>
                <a:latin typeface="Times New Roman" panose="02020603050405020304" pitchFamily="18" charset="0"/>
                <a:cs typeface="Times New Roman" panose="02020603050405020304" pitchFamily="18" charset="0"/>
              </a:rPr>
              <a:t> technique</a:t>
            </a:r>
            <a:r>
              <a:rPr sz="2600" spc="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keeps</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track</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of all</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dirty="0">
                <a:solidFill>
                  <a:srgbClr val="002060"/>
                </a:solidFill>
                <a:latin typeface="Times New Roman" panose="02020603050405020304" pitchFamily="18" charset="0"/>
                <a:cs typeface="Times New Roman" panose="02020603050405020304" pitchFamily="18" charset="0"/>
              </a:rPr>
              <a:t> free</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frames.</a:t>
            </a:r>
          </a:p>
          <a:p>
            <a:pPr marL="241300" marR="5080" indent="-229235" algn="just">
              <a:lnSpc>
                <a:spcPct val="150000"/>
              </a:lnSpc>
              <a:spcBef>
                <a:spcPts val="1850"/>
              </a:spcBef>
              <a:buSzPct val="80357"/>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The </a:t>
            </a:r>
            <a:r>
              <a:rPr sz="2600" dirty="0">
                <a:solidFill>
                  <a:srgbClr val="002060"/>
                </a:solidFill>
                <a:latin typeface="Times New Roman" panose="02020603050405020304" pitchFamily="18" charset="0"/>
                <a:cs typeface="Times New Roman" panose="02020603050405020304" pitchFamily="18" charset="0"/>
              </a:rPr>
              <a:t>Frame has </a:t>
            </a:r>
            <a:r>
              <a:rPr sz="2600" spc="-5" dirty="0">
                <a:solidFill>
                  <a:srgbClr val="002060"/>
                </a:solidFill>
                <a:latin typeface="Times New Roman" panose="02020603050405020304" pitchFamily="18" charset="0"/>
                <a:cs typeface="Times New Roman" panose="02020603050405020304" pitchFamily="18" charset="0"/>
              </a:rPr>
              <a:t>the same size </a:t>
            </a:r>
            <a:r>
              <a:rPr sz="2600" dirty="0">
                <a:solidFill>
                  <a:srgbClr val="002060"/>
                </a:solidFill>
                <a:latin typeface="Times New Roman" panose="02020603050405020304" pitchFamily="18" charset="0"/>
                <a:cs typeface="Times New Roman" panose="02020603050405020304" pitchFamily="18" charset="0"/>
              </a:rPr>
              <a:t>as </a:t>
            </a:r>
            <a:r>
              <a:rPr sz="2600" spc="-5" dirty="0">
                <a:solidFill>
                  <a:srgbClr val="002060"/>
                </a:solidFill>
                <a:latin typeface="Times New Roman" panose="02020603050405020304" pitchFamily="18" charset="0"/>
                <a:cs typeface="Times New Roman" panose="02020603050405020304" pitchFamily="18" charset="0"/>
              </a:rPr>
              <a:t>that </a:t>
            </a:r>
            <a:r>
              <a:rPr sz="2600" dirty="0">
                <a:solidFill>
                  <a:srgbClr val="002060"/>
                </a:solidFill>
                <a:latin typeface="Times New Roman" panose="02020603050405020304" pitchFamily="18" charset="0"/>
                <a:cs typeface="Times New Roman" panose="02020603050405020304" pitchFamily="18" charset="0"/>
              </a:rPr>
              <a:t>of </a:t>
            </a:r>
            <a:r>
              <a:rPr sz="2600" spc="-5" dirty="0">
                <a:solidFill>
                  <a:srgbClr val="002060"/>
                </a:solidFill>
                <a:latin typeface="Times New Roman" panose="02020603050405020304" pitchFamily="18" charset="0"/>
                <a:cs typeface="Times New Roman" panose="02020603050405020304" pitchFamily="18" charset="0"/>
              </a:rPr>
              <a:t>a Page. A frame is </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basically a place where a </a:t>
            </a:r>
            <a:r>
              <a:rPr sz="2600" dirty="0">
                <a:solidFill>
                  <a:srgbClr val="002060"/>
                </a:solidFill>
                <a:latin typeface="Times New Roman" panose="02020603050405020304" pitchFamily="18" charset="0"/>
                <a:cs typeface="Times New Roman" panose="02020603050405020304" pitchFamily="18" charset="0"/>
              </a:rPr>
              <a:t>(logical) page can be (physically)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placed.</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175" y="2133600"/>
            <a:ext cx="12188825" cy="4515485"/>
            <a:chOff x="0" y="2135123"/>
            <a:chExt cx="12188825" cy="4515485"/>
          </a:xfrm>
        </p:grpSpPr>
        <p:pic>
          <p:nvPicPr>
            <p:cNvPr id="3" name="object 3"/>
            <p:cNvPicPr/>
            <p:nvPr/>
          </p:nvPicPr>
          <p:blipFill>
            <a:blip r:embed="rId2" cstate="print"/>
            <a:stretch>
              <a:fillRect/>
            </a:stretch>
          </p:blipFill>
          <p:spPr>
            <a:xfrm>
              <a:off x="0" y="5208777"/>
              <a:ext cx="12188825" cy="1441448"/>
            </a:xfrm>
            <a:prstGeom prst="rect">
              <a:avLst/>
            </a:prstGeom>
          </p:spPr>
        </p:pic>
        <p:pic>
          <p:nvPicPr>
            <p:cNvPr id="4" name="object 4"/>
            <p:cNvPicPr/>
            <p:nvPr/>
          </p:nvPicPr>
          <p:blipFill>
            <a:blip r:embed="rId3" cstate="print"/>
            <a:stretch>
              <a:fillRect/>
            </a:stretch>
          </p:blipFill>
          <p:spPr>
            <a:xfrm>
              <a:off x="2616708" y="2135123"/>
              <a:ext cx="7397496" cy="3742944"/>
            </a:xfrm>
            <a:prstGeom prst="rect">
              <a:avLst/>
            </a:prstGeom>
          </p:spPr>
        </p:pic>
      </p:grpSp>
      <p:sp>
        <p:nvSpPr>
          <p:cNvPr id="8" name="object 3"/>
          <p:cNvSpPr txBox="1">
            <a:spLocks noGrp="1"/>
          </p:cNvSpPr>
          <p:nvPr>
            <p:ph type="title"/>
          </p:nvPr>
        </p:nvSpPr>
        <p:spPr>
          <a:xfrm>
            <a:off x="1116847" y="605465"/>
            <a:ext cx="5181600" cy="635000"/>
          </a:xfrm>
          <a:prstGeom prst="rect">
            <a:avLst/>
          </a:prstGeom>
        </p:spPr>
        <p:txBody>
          <a:bodyPr vert="horz" wrap="square" lIns="0" tIns="12065" rIns="0" bIns="0" rtlCol="0">
            <a:spAutoFit/>
          </a:bodyPr>
          <a:lstStyle/>
          <a:p>
            <a:pPr marL="12700">
              <a:lnSpc>
                <a:spcPct val="100000"/>
              </a:lnSpc>
              <a:spcBef>
                <a:spcPts val="95"/>
              </a:spcBef>
            </a:pPr>
            <a:r>
              <a:rPr spc="-10" dirty="0"/>
              <a:t>Basic Method</a:t>
            </a:r>
            <a:r>
              <a:rPr spc="-20" dirty="0"/>
              <a:t> </a:t>
            </a:r>
            <a:r>
              <a:rPr spc="-5" dirty="0"/>
              <a:t>of</a:t>
            </a:r>
            <a:r>
              <a:rPr spc="-15" dirty="0"/>
              <a:t> </a:t>
            </a:r>
            <a:r>
              <a:rPr spc="-5" dirty="0"/>
              <a:t>Paging</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p:nvPr/>
        </p:nvSpPr>
        <p:spPr>
          <a:xfrm>
            <a:off x="914401" y="1600200"/>
            <a:ext cx="10820400" cy="5276444"/>
          </a:xfrm>
          <a:prstGeom prst="rect">
            <a:avLst/>
          </a:prstGeom>
        </p:spPr>
        <p:txBody>
          <a:bodyPr vert="horz" wrap="square" lIns="0" tIns="89535" rIns="0" bIns="0" rtlCol="0">
            <a:spAutoFit/>
          </a:bodyPr>
          <a:lstStyle/>
          <a:p>
            <a:pPr marL="241300" marR="5715" indent="-229235" algn="just">
              <a:lnSpc>
                <a:spcPct val="150000"/>
              </a:lnSpc>
              <a:spcBef>
                <a:spcPts val="705"/>
              </a:spcBef>
              <a:buSzPct val="78846"/>
              <a:buChar char="•"/>
              <a:tabLst>
                <a:tab pos="241935" algn="l"/>
              </a:tabLst>
            </a:pPr>
            <a:r>
              <a:rPr sz="2600" dirty="0">
                <a:solidFill>
                  <a:srgbClr val="002060"/>
                </a:solidFill>
                <a:latin typeface="Times New Roman" panose="02020603050405020304" pitchFamily="18" charset="0"/>
                <a:cs typeface="Times New Roman" panose="02020603050405020304" pitchFamily="18" charset="0"/>
              </a:rPr>
              <a:t>Each </a:t>
            </a:r>
            <a:r>
              <a:rPr sz="2600" spc="-5" dirty="0">
                <a:solidFill>
                  <a:srgbClr val="002060"/>
                </a:solidFill>
                <a:latin typeface="Times New Roman" panose="02020603050405020304" pitchFamily="18" charset="0"/>
                <a:cs typeface="Times New Roman" panose="02020603050405020304" pitchFamily="18" charset="0"/>
              </a:rPr>
              <a:t>process is </a:t>
            </a:r>
            <a:r>
              <a:rPr sz="2600" dirty="0">
                <a:solidFill>
                  <a:srgbClr val="002060"/>
                </a:solidFill>
                <a:latin typeface="Times New Roman" panose="02020603050405020304" pitchFamily="18" charset="0"/>
                <a:cs typeface="Times New Roman" panose="02020603050405020304" pitchFamily="18" charset="0"/>
              </a:rPr>
              <a:t>mainly divided into parts where the size of </a:t>
            </a:r>
            <a:r>
              <a:rPr sz="2600" spc="5" dirty="0">
                <a:solidFill>
                  <a:srgbClr val="002060"/>
                </a:solidFill>
                <a:latin typeface="Times New Roman" panose="02020603050405020304" pitchFamily="18" charset="0"/>
                <a:cs typeface="Times New Roman" panose="02020603050405020304" pitchFamily="18" charset="0"/>
              </a:rPr>
              <a:t>each </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part</a:t>
            </a:r>
            <a:r>
              <a:rPr sz="2600" spc="-1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dirty="0">
                <a:solidFill>
                  <a:srgbClr val="002060"/>
                </a:solidFill>
                <a:latin typeface="Times New Roman" panose="02020603050405020304" pitchFamily="18" charset="0"/>
                <a:cs typeface="Times New Roman" panose="02020603050405020304" pitchFamily="18" charset="0"/>
              </a:rPr>
              <a:t> the</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same</a:t>
            </a:r>
            <a:r>
              <a:rPr sz="2600" spc="-1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as the page size.</a:t>
            </a:r>
          </a:p>
          <a:p>
            <a:pPr marL="241300" marR="6350" indent="-229235" algn="just">
              <a:lnSpc>
                <a:spcPct val="150000"/>
              </a:lnSpc>
              <a:spcBef>
                <a:spcPts val="1820"/>
              </a:spcBef>
              <a:buSzPct val="78846"/>
              <a:buChar char="•"/>
              <a:tabLst>
                <a:tab pos="241935" algn="l"/>
              </a:tabLst>
            </a:pPr>
            <a:r>
              <a:rPr sz="2600" dirty="0">
                <a:solidFill>
                  <a:srgbClr val="002060"/>
                </a:solidFill>
                <a:latin typeface="Times New Roman" panose="02020603050405020304" pitchFamily="18" charset="0"/>
                <a:cs typeface="Times New Roman" panose="02020603050405020304" pitchFamily="18" charset="0"/>
              </a:rPr>
              <a:t>There </a:t>
            </a:r>
            <a:r>
              <a:rPr sz="2600" spc="-10" dirty="0">
                <a:solidFill>
                  <a:srgbClr val="002060"/>
                </a:solidFill>
                <a:latin typeface="Times New Roman" panose="02020603050405020304" pitchFamily="18" charset="0"/>
                <a:cs typeface="Times New Roman" panose="02020603050405020304" pitchFamily="18" charset="0"/>
              </a:rPr>
              <a:t>is </a:t>
            </a:r>
            <a:r>
              <a:rPr sz="2600" dirty="0">
                <a:solidFill>
                  <a:srgbClr val="002060"/>
                </a:solidFill>
                <a:latin typeface="Times New Roman" panose="02020603050405020304" pitchFamily="18" charset="0"/>
                <a:cs typeface="Times New Roman" panose="02020603050405020304" pitchFamily="18" charset="0"/>
              </a:rPr>
              <a:t>a possibility that the size of the last part may be </a:t>
            </a:r>
            <a:r>
              <a:rPr sz="2600" dirty="0" smtClean="0">
                <a:solidFill>
                  <a:srgbClr val="002060"/>
                </a:solidFill>
                <a:latin typeface="Times New Roman" panose="02020603050405020304" pitchFamily="18" charset="0"/>
                <a:cs typeface="Times New Roman" panose="02020603050405020304" pitchFamily="18" charset="0"/>
              </a:rPr>
              <a:t>less</a:t>
            </a:r>
            <a:r>
              <a:rPr sz="2600" spc="5" dirty="0" smtClean="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than the</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page size.</a:t>
            </a:r>
          </a:p>
          <a:p>
            <a:pPr marL="698500" marR="5080" lvl="1" indent="-228600" algn="just">
              <a:lnSpc>
                <a:spcPct val="150000"/>
              </a:lnSpc>
              <a:spcBef>
                <a:spcPts val="600"/>
              </a:spcBef>
              <a:buSzPct val="78846"/>
              <a:buChar char="•"/>
              <a:tabLst>
                <a:tab pos="699135" algn="l"/>
              </a:tabLst>
            </a:pPr>
            <a:r>
              <a:rPr sz="2600" dirty="0">
                <a:solidFill>
                  <a:srgbClr val="002060"/>
                </a:solidFill>
                <a:latin typeface="Times New Roman" panose="02020603050405020304" pitchFamily="18" charset="0"/>
                <a:cs typeface="Times New Roman" panose="02020603050405020304" pitchFamily="18" charset="0"/>
              </a:rPr>
              <a:t>Pages of a process are brought into the main </a:t>
            </a:r>
            <a:r>
              <a:rPr sz="2600" spc="-5" dirty="0">
                <a:solidFill>
                  <a:srgbClr val="002060"/>
                </a:solidFill>
                <a:latin typeface="Times New Roman" panose="02020603050405020304" pitchFamily="18" charset="0"/>
                <a:cs typeface="Times New Roman" panose="02020603050405020304" pitchFamily="18" charset="0"/>
              </a:rPr>
              <a:t>memory </a:t>
            </a:r>
            <a:r>
              <a:rPr sz="2600" dirty="0">
                <a:solidFill>
                  <a:srgbClr val="002060"/>
                </a:solidFill>
                <a:latin typeface="Times New Roman" panose="02020603050405020304" pitchFamily="18" charset="0"/>
                <a:cs typeface="Times New Roman" panose="02020603050405020304" pitchFamily="18" charset="0"/>
              </a:rPr>
              <a:t>only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when</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there</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dirty="0">
                <a:solidFill>
                  <a:srgbClr val="002060"/>
                </a:solidFill>
                <a:latin typeface="Times New Roman" panose="02020603050405020304" pitchFamily="18" charset="0"/>
                <a:cs typeface="Times New Roman" panose="02020603050405020304" pitchFamily="18" charset="0"/>
              </a:rPr>
              <a:t> a</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requirement</a:t>
            </a:r>
            <a:r>
              <a:rPr sz="2600" dirty="0">
                <a:solidFill>
                  <a:srgbClr val="002060"/>
                </a:solidFill>
                <a:latin typeface="Times New Roman" panose="02020603050405020304" pitchFamily="18" charset="0"/>
                <a:cs typeface="Times New Roman" panose="02020603050405020304" pitchFamily="18" charset="0"/>
              </a:rPr>
              <a:t> otherwise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they</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reside</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 </a:t>
            </a:r>
            <a:r>
              <a:rPr sz="2600" spc="-7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secondary</a:t>
            </a:r>
            <a:r>
              <a:rPr sz="2600" spc="-3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storage.</a:t>
            </a:r>
          </a:p>
          <a:p>
            <a:pPr marL="698500" marR="5080" lvl="1" indent="-228600" algn="just">
              <a:lnSpc>
                <a:spcPct val="150000"/>
              </a:lnSpc>
              <a:spcBef>
                <a:spcPts val="600"/>
              </a:spcBef>
              <a:buSzPct val="78846"/>
              <a:buChar char="•"/>
              <a:tabLst>
                <a:tab pos="699135" algn="l"/>
              </a:tabLst>
            </a:pPr>
            <a:r>
              <a:rPr sz="2600" dirty="0">
                <a:solidFill>
                  <a:srgbClr val="002060"/>
                </a:solidFill>
                <a:latin typeface="Times New Roman" panose="02020603050405020304" pitchFamily="18" charset="0"/>
                <a:cs typeface="Times New Roman" panose="02020603050405020304" pitchFamily="18" charset="0"/>
              </a:rPr>
              <a:t>One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page of a process </a:t>
            </a:r>
            <a:r>
              <a:rPr sz="2600" spc="-5" dirty="0">
                <a:solidFill>
                  <a:srgbClr val="002060"/>
                </a:solidFill>
                <a:latin typeface="Times New Roman" panose="02020603050405020304" pitchFamily="18" charset="0"/>
                <a:cs typeface="Times New Roman" panose="02020603050405020304" pitchFamily="18" charset="0"/>
              </a:rPr>
              <a:t>is </a:t>
            </a:r>
            <a:r>
              <a:rPr sz="2600" dirty="0">
                <a:solidFill>
                  <a:srgbClr val="002060"/>
                </a:solidFill>
                <a:latin typeface="Times New Roman" panose="02020603050405020304" pitchFamily="18" charset="0"/>
                <a:cs typeface="Times New Roman" panose="02020603050405020304" pitchFamily="18" charset="0"/>
              </a:rPr>
              <a:t>mainly stored </a:t>
            </a:r>
            <a:r>
              <a:rPr sz="2600" spc="-5" dirty="0">
                <a:solidFill>
                  <a:srgbClr val="002060"/>
                </a:solidFill>
                <a:latin typeface="Times New Roman" panose="02020603050405020304" pitchFamily="18" charset="0"/>
                <a:cs typeface="Times New Roman" panose="02020603050405020304" pitchFamily="18" charset="0"/>
              </a:rPr>
              <a:t>in</a:t>
            </a:r>
            <a:r>
              <a:rPr sz="2600" dirty="0">
                <a:solidFill>
                  <a:srgbClr val="002060"/>
                </a:solidFill>
                <a:latin typeface="Times New Roman" panose="02020603050405020304" pitchFamily="18" charset="0"/>
                <a:cs typeface="Times New Roman" panose="02020603050405020304" pitchFamily="18" charset="0"/>
              </a:rPr>
              <a:t> one</a:t>
            </a:r>
            <a:r>
              <a:rPr sz="2600" spc="72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of the frames </a:t>
            </a:r>
            <a:r>
              <a:rPr sz="2600" spc="-7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of the </a:t>
            </a:r>
            <a:r>
              <a:rPr sz="2600" spc="-30" dirty="0">
                <a:solidFill>
                  <a:srgbClr val="002060"/>
                </a:solidFill>
                <a:latin typeface="Times New Roman" panose="02020603050405020304" pitchFamily="18" charset="0"/>
                <a:cs typeface="Times New Roman" panose="02020603050405020304" pitchFamily="18" charset="0"/>
              </a:rPr>
              <a:t>memory. </a:t>
            </a:r>
            <a:r>
              <a:rPr sz="2600" dirty="0">
                <a:solidFill>
                  <a:srgbClr val="002060"/>
                </a:solidFill>
                <a:latin typeface="Times New Roman" panose="02020603050405020304" pitchFamily="18" charset="0"/>
                <a:cs typeface="Times New Roman" panose="02020603050405020304" pitchFamily="18" charset="0"/>
              </a:rPr>
              <a:t>Also, the pages can be stored at </a:t>
            </a:r>
            <a:r>
              <a:rPr sz="2600" spc="-5" dirty="0">
                <a:solidFill>
                  <a:srgbClr val="002060"/>
                </a:solidFill>
                <a:latin typeface="Times New Roman" panose="02020603050405020304" pitchFamily="18" charset="0"/>
                <a:cs typeface="Times New Roman" panose="02020603050405020304" pitchFamily="18" charset="0"/>
              </a:rPr>
              <a:t>different </a:t>
            </a:r>
            <a:r>
              <a:rPr sz="2600" dirty="0">
                <a:solidFill>
                  <a:srgbClr val="002060"/>
                </a:solidFill>
                <a:latin typeface="Times New Roman" panose="02020603050405020304" pitchFamily="18" charset="0"/>
                <a:cs typeface="Times New Roman" panose="02020603050405020304" pitchFamily="18" charset="0"/>
              </a:rPr>
              <a:t> locations of the </a:t>
            </a:r>
            <a:r>
              <a:rPr sz="2600" spc="-5" dirty="0">
                <a:solidFill>
                  <a:srgbClr val="002060"/>
                </a:solidFill>
                <a:latin typeface="Times New Roman" panose="02020603050405020304" pitchFamily="18" charset="0"/>
                <a:cs typeface="Times New Roman" panose="02020603050405020304" pitchFamily="18" charset="0"/>
              </a:rPr>
              <a:t>memory </a:t>
            </a:r>
            <a:r>
              <a:rPr sz="2600" dirty="0">
                <a:solidFill>
                  <a:srgbClr val="002060"/>
                </a:solidFill>
                <a:latin typeface="Times New Roman" panose="02020603050405020304" pitchFamily="18" charset="0"/>
                <a:cs typeface="Times New Roman" panose="02020603050405020304" pitchFamily="18" charset="0"/>
              </a:rPr>
              <a:t>but always the main </a:t>
            </a:r>
            <a:r>
              <a:rPr sz="2600" spc="-5" dirty="0">
                <a:solidFill>
                  <a:srgbClr val="002060"/>
                </a:solidFill>
                <a:latin typeface="Times New Roman" panose="02020603050405020304" pitchFamily="18" charset="0"/>
                <a:cs typeface="Times New Roman" panose="02020603050405020304" pitchFamily="18" charset="0"/>
              </a:rPr>
              <a:t>priority is </a:t>
            </a:r>
            <a:r>
              <a:rPr sz="2600" dirty="0">
                <a:solidFill>
                  <a:srgbClr val="002060"/>
                </a:solidFill>
                <a:latin typeface="Times New Roman" panose="02020603050405020304" pitchFamily="18" charset="0"/>
                <a:cs typeface="Times New Roman" panose="02020603050405020304" pitchFamily="18" charset="0"/>
              </a:rPr>
              <a:t>to </a:t>
            </a:r>
            <a:r>
              <a:rPr sz="2600" spc="-5" dirty="0">
                <a:solidFill>
                  <a:srgbClr val="002060"/>
                </a:solidFill>
                <a:latin typeface="Times New Roman" panose="02020603050405020304" pitchFamily="18" charset="0"/>
                <a:cs typeface="Times New Roman" panose="02020603050405020304" pitchFamily="18" charset="0"/>
              </a:rPr>
              <a:t>find </a:t>
            </a:r>
            <a:r>
              <a:rPr sz="2600" dirty="0">
                <a:solidFill>
                  <a:srgbClr val="002060"/>
                </a:solidFill>
                <a:latin typeface="Times New Roman" panose="02020603050405020304" pitchFamily="18" charset="0"/>
                <a:cs typeface="Times New Roman" panose="02020603050405020304" pitchFamily="18" charset="0"/>
              </a:rPr>
              <a:t> contiguous</a:t>
            </a:r>
            <a:r>
              <a:rPr sz="2600" spc="-2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frames.</a:t>
            </a:r>
          </a:p>
        </p:txBody>
      </p:sp>
      <p:sp>
        <p:nvSpPr>
          <p:cNvPr id="7" name="object 3"/>
          <p:cNvSpPr txBox="1">
            <a:spLocks noGrp="1"/>
          </p:cNvSpPr>
          <p:nvPr>
            <p:ph type="title"/>
          </p:nvPr>
        </p:nvSpPr>
        <p:spPr>
          <a:xfrm>
            <a:off x="1116847" y="605465"/>
            <a:ext cx="5181600" cy="635000"/>
          </a:xfrm>
          <a:prstGeom prst="rect">
            <a:avLst/>
          </a:prstGeom>
        </p:spPr>
        <p:txBody>
          <a:bodyPr vert="horz" wrap="square" lIns="0" tIns="12065" rIns="0" bIns="0" rtlCol="0">
            <a:spAutoFit/>
          </a:bodyPr>
          <a:lstStyle/>
          <a:p>
            <a:pPr marL="12700">
              <a:lnSpc>
                <a:spcPct val="100000"/>
              </a:lnSpc>
              <a:spcBef>
                <a:spcPts val="95"/>
              </a:spcBef>
            </a:pPr>
            <a:r>
              <a:rPr spc="-10" dirty="0"/>
              <a:t>Basic Method</a:t>
            </a:r>
            <a:r>
              <a:rPr spc="-20" dirty="0"/>
              <a:t> </a:t>
            </a:r>
            <a:r>
              <a:rPr spc="-5" dirty="0"/>
              <a:t>of</a:t>
            </a:r>
            <a:r>
              <a:rPr spc="-15" dirty="0"/>
              <a:t> </a:t>
            </a:r>
            <a:r>
              <a:rPr spc="-5" dirty="0"/>
              <a:t>Paging</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901950"/>
            <a:ext cx="12188825" cy="4748275"/>
            <a:chOff x="0" y="1901950"/>
            <a:chExt cx="12188825" cy="4748275"/>
          </a:xfrm>
        </p:grpSpPr>
        <p:pic>
          <p:nvPicPr>
            <p:cNvPr id="3" name="object 3"/>
            <p:cNvPicPr/>
            <p:nvPr/>
          </p:nvPicPr>
          <p:blipFill>
            <a:blip r:embed="rId2" cstate="print"/>
            <a:stretch>
              <a:fillRect/>
            </a:stretch>
          </p:blipFill>
          <p:spPr>
            <a:xfrm>
              <a:off x="0" y="5208777"/>
              <a:ext cx="12188825" cy="1441448"/>
            </a:xfrm>
            <a:prstGeom prst="rect">
              <a:avLst/>
            </a:prstGeom>
          </p:spPr>
        </p:pic>
        <p:pic>
          <p:nvPicPr>
            <p:cNvPr id="4" name="object 4"/>
            <p:cNvPicPr/>
            <p:nvPr/>
          </p:nvPicPr>
          <p:blipFill>
            <a:blip r:embed="rId3" cstate="print"/>
            <a:stretch>
              <a:fillRect/>
            </a:stretch>
          </p:blipFill>
          <p:spPr>
            <a:xfrm>
              <a:off x="1371600" y="1901950"/>
              <a:ext cx="9296400" cy="4117850"/>
            </a:xfrm>
            <a:prstGeom prst="rect">
              <a:avLst/>
            </a:prstGeom>
          </p:spPr>
        </p:pic>
      </p:grpSp>
      <p:sp>
        <p:nvSpPr>
          <p:cNvPr id="9" name="object 3"/>
          <p:cNvSpPr txBox="1">
            <a:spLocks noGrp="1"/>
          </p:cNvSpPr>
          <p:nvPr>
            <p:ph type="title"/>
          </p:nvPr>
        </p:nvSpPr>
        <p:spPr>
          <a:xfrm>
            <a:off x="1116847" y="605465"/>
            <a:ext cx="5181600" cy="635000"/>
          </a:xfrm>
          <a:prstGeom prst="rect">
            <a:avLst/>
          </a:prstGeom>
        </p:spPr>
        <p:txBody>
          <a:bodyPr vert="horz" wrap="square" lIns="0" tIns="12065" rIns="0" bIns="0" rtlCol="0">
            <a:spAutoFit/>
          </a:bodyPr>
          <a:lstStyle/>
          <a:p>
            <a:pPr marL="12700">
              <a:lnSpc>
                <a:spcPct val="100000"/>
              </a:lnSpc>
              <a:spcBef>
                <a:spcPts val="95"/>
              </a:spcBef>
            </a:pPr>
            <a:r>
              <a:rPr spc="-10" dirty="0"/>
              <a:t>Basic Method</a:t>
            </a:r>
            <a:r>
              <a:rPr spc="-20" dirty="0"/>
              <a:t> </a:t>
            </a:r>
            <a:r>
              <a:rPr spc="-5" dirty="0"/>
              <a:t>of</a:t>
            </a:r>
            <a:r>
              <a:rPr spc="-15" dirty="0"/>
              <a:t> </a:t>
            </a:r>
            <a:r>
              <a:rPr spc="-5" dirty="0"/>
              <a:t>Paging</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372616" y="794988"/>
            <a:ext cx="9295384" cy="633507"/>
          </a:xfrm>
          <a:prstGeom prst="rect">
            <a:avLst/>
          </a:prstGeom>
        </p:spPr>
        <p:txBody>
          <a:bodyPr vert="horz" wrap="square" lIns="0" tIns="81280" rIns="0" bIns="0" rtlCol="0">
            <a:spAutoFit/>
          </a:bodyPr>
          <a:lstStyle/>
          <a:p>
            <a:pPr marL="12700" marR="5080">
              <a:lnSpc>
                <a:spcPts val="4320"/>
              </a:lnSpc>
              <a:spcBef>
                <a:spcPts val="640"/>
              </a:spcBef>
            </a:pPr>
            <a:r>
              <a:rPr spc="-30" dirty="0"/>
              <a:t>Translation </a:t>
            </a:r>
            <a:r>
              <a:rPr spc="-5" dirty="0"/>
              <a:t>of Logical </a:t>
            </a:r>
            <a:r>
              <a:rPr spc="-10" dirty="0"/>
              <a:t>Address </a:t>
            </a:r>
            <a:r>
              <a:rPr spc="-5" dirty="0"/>
              <a:t>into </a:t>
            </a:r>
            <a:r>
              <a:rPr u="none" spc="-810" dirty="0"/>
              <a:t> </a:t>
            </a:r>
            <a:r>
              <a:rPr spc="-5" dirty="0"/>
              <a:t>Physical</a:t>
            </a:r>
            <a:r>
              <a:rPr spc="-150" dirty="0"/>
              <a:t> </a:t>
            </a:r>
            <a:r>
              <a:rPr spc="-10" dirty="0"/>
              <a:t>Address</a:t>
            </a:r>
          </a:p>
        </p:txBody>
      </p:sp>
      <p:sp>
        <p:nvSpPr>
          <p:cNvPr id="4" name="object 4"/>
          <p:cNvSpPr txBox="1"/>
          <p:nvPr/>
        </p:nvSpPr>
        <p:spPr>
          <a:xfrm>
            <a:off x="1418336" y="1809953"/>
            <a:ext cx="9611360" cy="1748556"/>
          </a:xfrm>
          <a:prstGeom prst="rect">
            <a:avLst/>
          </a:prstGeom>
        </p:spPr>
        <p:txBody>
          <a:bodyPr vert="horz" wrap="square" lIns="0" tIns="60325" rIns="0" bIns="0" rtlCol="0">
            <a:spAutoFit/>
          </a:bodyPr>
          <a:lstStyle/>
          <a:p>
            <a:pPr marL="12700" marR="5080">
              <a:lnSpc>
                <a:spcPts val="3030"/>
              </a:lnSpc>
              <a:spcBef>
                <a:spcPts val="475"/>
              </a:spcBef>
            </a:pPr>
            <a:r>
              <a:rPr sz="2800" spc="-5" dirty="0">
                <a:solidFill>
                  <a:srgbClr val="002060"/>
                </a:solidFill>
                <a:latin typeface="Times New Roman" panose="02020603050405020304" pitchFamily="18" charset="0"/>
                <a:cs typeface="Times New Roman" panose="02020603050405020304" pitchFamily="18" charset="0"/>
              </a:rPr>
              <a:t>Before</a:t>
            </a:r>
            <a:r>
              <a:rPr sz="2800" spc="135"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moving</a:t>
            </a:r>
            <a:r>
              <a:rPr sz="2800" spc="140"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on</a:t>
            </a:r>
            <a:r>
              <a:rPr sz="2800" spc="125"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further</a:t>
            </a:r>
            <a:r>
              <a:rPr sz="2800" spc="125"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there</a:t>
            </a:r>
            <a:r>
              <a:rPr sz="2800" spc="135"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are</a:t>
            </a:r>
            <a:r>
              <a:rPr sz="2800" spc="125"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some</a:t>
            </a:r>
            <a:r>
              <a:rPr sz="2800" spc="130"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important</a:t>
            </a:r>
            <a:r>
              <a:rPr sz="2800" spc="14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points</a:t>
            </a:r>
            <a:r>
              <a:rPr sz="2800" spc="14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to </a:t>
            </a:r>
            <a:r>
              <a:rPr sz="2800" spc="-765"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note:</a:t>
            </a:r>
          </a:p>
          <a:p>
            <a:pPr marL="698500" indent="-229235">
              <a:lnSpc>
                <a:spcPct val="100000"/>
              </a:lnSpc>
              <a:spcBef>
                <a:spcPts val="215"/>
              </a:spcBef>
              <a:buSzPct val="80357"/>
              <a:buChar char="•"/>
              <a:tabLst>
                <a:tab pos="698500" algn="l"/>
                <a:tab pos="699135" algn="l"/>
              </a:tabLst>
            </a:pPr>
            <a:r>
              <a:rPr sz="2800" spc="-5" dirty="0">
                <a:solidFill>
                  <a:srgbClr val="002060"/>
                </a:solidFill>
                <a:latin typeface="Times New Roman" panose="02020603050405020304" pitchFamily="18" charset="0"/>
                <a:cs typeface="Times New Roman" panose="02020603050405020304" pitchFamily="18" charset="0"/>
              </a:rPr>
              <a:t>The</a:t>
            </a:r>
            <a:r>
              <a:rPr sz="2800" spc="2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CPU</a:t>
            </a:r>
            <a:r>
              <a:rPr sz="280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always</a:t>
            </a:r>
            <a:r>
              <a:rPr sz="2800" spc="15"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generates</a:t>
            </a:r>
            <a:r>
              <a:rPr sz="2800" spc="25"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a</a:t>
            </a:r>
            <a:r>
              <a:rPr sz="2800" spc="5"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logical</a:t>
            </a:r>
            <a:r>
              <a:rPr sz="2800" spc="10"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address.</a:t>
            </a:r>
          </a:p>
          <a:p>
            <a:pPr marL="698500" marR="8255" indent="-228600">
              <a:lnSpc>
                <a:spcPts val="3030"/>
              </a:lnSpc>
              <a:spcBef>
                <a:spcPts val="640"/>
              </a:spcBef>
              <a:buSzPct val="80357"/>
              <a:buChar char="•"/>
              <a:tabLst>
                <a:tab pos="698500" algn="l"/>
                <a:tab pos="699135" algn="l"/>
              </a:tabLst>
            </a:pPr>
            <a:r>
              <a:rPr sz="2800" spc="-5" dirty="0">
                <a:solidFill>
                  <a:srgbClr val="002060"/>
                </a:solidFill>
                <a:latin typeface="Times New Roman" panose="02020603050405020304" pitchFamily="18" charset="0"/>
                <a:cs typeface="Times New Roman" panose="02020603050405020304" pitchFamily="18" charset="0"/>
              </a:rPr>
              <a:t>In</a:t>
            </a:r>
            <a:r>
              <a:rPr sz="2800" spc="310"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order</a:t>
            </a:r>
            <a:r>
              <a:rPr sz="2800" spc="31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to</a:t>
            </a:r>
            <a:r>
              <a:rPr sz="2800" spc="310"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access</a:t>
            </a:r>
            <a:r>
              <a:rPr sz="2800" spc="29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the</a:t>
            </a:r>
            <a:r>
              <a:rPr sz="2800" spc="32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main</a:t>
            </a:r>
            <a:r>
              <a:rPr sz="2800" spc="33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memory</a:t>
            </a:r>
            <a:r>
              <a:rPr sz="2800" spc="315"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always</a:t>
            </a:r>
            <a:r>
              <a:rPr sz="2800" spc="32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a</a:t>
            </a:r>
            <a:r>
              <a:rPr sz="2800" spc="31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physical </a:t>
            </a:r>
            <a:r>
              <a:rPr sz="2800" spc="-760"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address </a:t>
            </a:r>
            <a:r>
              <a:rPr sz="2800" spc="-5" dirty="0">
                <a:solidFill>
                  <a:srgbClr val="002060"/>
                </a:solidFill>
                <a:latin typeface="Times New Roman" panose="02020603050405020304" pitchFamily="18" charset="0"/>
                <a:cs typeface="Times New Roman" panose="02020603050405020304" pitchFamily="18" charset="0"/>
              </a:rPr>
              <a:t>is </a:t>
            </a:r>
            <a:r>
              <a:rPr sz="2800" dirty="0">
                <a:solidFill>
                  <a:srgbClr val="002060"/>
                </a:solidFill>
                <a:latin typeface="Times New Roman" panose="02020603050405020304" pitchFamily="18" charset="0"/>
                <a:cs typeface="Times New Roman" panose="02020603050405020304" pitchFamily="18" charset="0"/>
              </a:rPr>
              <a:t>needed.</a:t>
            </a:r>
          </a:p>
        </p:txBody>
      </p:sp>
      <p:sp>
        <p:nvSpPr>
          <p:cNvPr id="5" name="object 5"/>
          <p:cNvSpPr txBox="1"/>
          <p:nvPr/>
        </p:nvSpPr>
        <p:spPr>
          <a:xfrm>
            <a:off x="6088507" y="3959733"/>
            <a:ext cx="4937125" cy="452120"/>
          </a:xfrm>
          <a:prstGeom prst="rect">
            <a:avLst/>
          </a:prstGeom>
        </p:spPr>
        <p:txBody>
          <a:bodyPr vert="horz" wrap="square" lIns="0" tIns="12065" rIns="0" bIns="0" rtlCol="0">
            <a:spAutoFit/>
          </a:bodyPr>
          <a:lstStyle/>
          <a:p>
            <a:pPr marL="12700">
              <a:lnSpc>
                <a:spcPct val="100000"/>
              </a:lnSpc>
              <a:spcBef>
                <a:spcPts val="95"/>
              </a:spcBef>
              <a:tabLst>
                <a:tab pos="2007235" algn="l"/>
                <a:tab pos="2715260" algn="l"/>
                <a:tab pos="3759200" algn="l"/>
              </a:tabLst>
            </a:pPr>
            <a:r>
              <a:rPr sz="2800" b="1" spc="-5" dirty="0">
                <a:solidFill>
                  <a:srgbClr val="624722"/>
                </a:solidFill>
                <a:latin typeface="Arial"/>
                <a:cs typeface="Arial"/>
              </a:rPr>
              <a:t>g</a:t>
            </a:r>
            <a:r>
              <a:rPr sz="2800" b="1" spc="5" dirty="0">
                <a:solidFill>
                  <a:srgbClr val="624722"/>
                </a:solidFill>
                <a:latin typeface="Arial"/>
                <a:cs typeface="Arial"/>
              </a:rPr>
              <a:t>e</a:t>
            </a:r>
            <a:r>
              <a:rPr sz="2800" b="1" spc="-5" dirty="0">
                <a:solidFill>
                  <a:srgbClr val="624722"/>
                </a:solidFill>
                <a:latin typeface="Arial"/>
                <a:cs typeface="Arial"/>
              </a:rPr>
              <a:t>n</a:t>
            </a:r>
            <a:r>
              <a:rPr sz="2800" b="1" spc="5" dirty="0">
                <a:solidFill>
                  <a:srgbClr val="624722"/>
                </a:solidFill>
                <a:latin typeface="Arial"/>
                <a:cs typeface="Arial"/>
              </a:rPr>
              <a:t>e</a:t>
            </a:r>
            <a:r>
              <a:rPr sz="2800" b="1" spc="-5" dirty="0">
                <a:solidFill>
                  <a:srgbClr val="624722"/>
                </a:solidFill>
                <a:latin typeface="Arial"/>
                <a:cs typeface="Arial"/>
              </a:rPr>
              <a:t>r</a:t>
            </a:r>
            <a:r>
              <a:rPr sz="2800" b="1" dirty="0">
                <a:solidFill>
                  <a:srgbClr val="624722"/>
                </a:solidFill>
                <a:latin typeface="Arial"/>
                <a:cs typeface="Arial"/>
              </a:rPr>
              <a:t>a</a:t>
            </a:r>
            <a:r>
              <a:rPr sz="2800" b="1" spc="-5" dirty="0">
                <a:solidFill>
                  <a:srgbClr val="624722"/>
                </a:solidFill>
                <a:latin typeface="Arial"/>
                <a:cs typeface="Arial"/>
              </a:rPr>
              <a:t>t</a:t>
            </a:r>
            <a:r>
              <a:rPr sz="2800" b="1" dirty="0">
                <a:solidFill>
                  <a:srgbClr val="624722"/>
                </a:solidFill>
                <a:latin typeface="Arial"/>
                <a:cs typeface="Arial"/>
              </a:rPr>
              <a:t>e</a:t>
            </a:r>
            <a:r>
              <a:rPr sz="2800" b="1" spc="-5" dirty="0">
                <a:solidFill>
                  <a:srgbClr val="624722"/>
                </a:solidFill>
                <a:latin typeface="Arial"/>
                <a:cs typeface="Arial"/>
              </a:rPr>
              <a:t>d</a:t>
            </a:r>
            <a:r>
              <a:rPr sz="2800" b="1" dirty="0">
                <a:solidFill>
                  <a:srgbClr val="624722"/>
                </a:solidFill>
                <a:latin typeface="Arial"/>
                <a:cs typeface="Arial"/>
              </a:rPr>
              <a:t>	</a:t>
            </a:r>
            <a:r>
              <a:rPr sz="2800" b="1" spc="10" dirty="0">
                <a:solidFill>
                  <a:srgbClr val="624722"/>
                </a:solidFill>
                <a:latin typeface="Arial"/>
                <a:cs typeface="Arial"/>
              </a:rPr>
              <a:t>b</a:t>
            </a:r>
            <a:r>
              <a:rPr sz="2800" b="1" spc="-5" dirty="0">
                <a:solidFill>
                  <a:srgbClr val="624722"/>
                </a:solidFill>
                <a:latin typeface="Arial"/>
                <a:cs typeface="Arial"/>
              </a:rPr>
              <a:t>y</a:t>
            </a:r>
            <a:r>
              <a:rPr sz="2800" b="1" dirty="0">
                <a:solidFill>
                  <a:srgbClr val="624722"/>
                </a:solidFill>
                <a:latin typeface="Arial"/>
                <a:cs typeface="Arial"/>
              </a:rPr>
              <a:t>	</a:t>
            </a:r>
            <a:r>
              <a:rPr sz="2800" b="1" spc="-5" dirty="0">
                <a:solidFill>
                  <a:srgbClr val="624722"/>
                </a:solidFill>
                <a:latin typeface="Arial"/>
                <a:cs typeface="Arial"/>
              </a:rPr>
              <a:t>CPU</a:t>
            </a:r>
            <a:r>
              <a:rPr sz="2800" b="1" dirty="0">
                <a:solidFill>
                  <a:srgbClr val="624722"/>
                </a:solidFill>
                <a:latin typeface="Arial"/>
                <a:cs typeface="Arial"/>
              </a:rPr>
              <a:t>	</a:t>
            </a:r>
            <a:r>
              <a:rPr sz="2800" b="1" spc="-5" dirty="0">
                <a:solidFill>
                  <a:srgbClr val="624722"/>
                </a:solidFill>
                <a:latin typeface="Arial"/>
                <a:cs typeface="Arial"/>
              </a:rPr>
              <a:t>alw</a:t>
            </a:r>
            <a:r>
              <a:rPr sz="2800" b="1" spc="10" dirty="0">
                <a:solidFill>
                  <a:srgbClr val="624722"/>
                </a:solidFill>
                <a:latin typeface="Arial"/>
                <a:cs typeface="Arial"/>
              </a:rPr>
              <a:t>a</a:t>
            </a:r>
            <a:r>
              <a:rPr sz="2800" b="1" spc="-25" dirty="0">
                <a:solidFill>
                  <a:srgbClr val="624722"/>
                </a:solidFill>
                <a:latin typeface="Arial"/>
                <a:cs typeface="Arial"/>
              </a:rPr>
              <a:t>y</a:t>
            </a:r>
            <a:r>
              <a:rPr sz="2800" b="1" spc="-5" dirty="0">
                <a:solidFill>
                  <a:srgbClr val="624722"/>
                </a:solidFill>
                <a:latin typeface="Arial"/>
                <a:cs typeface="Arial"/>
              </a:rPr>
              <a:t>s</a:t>
            </a:r>
            <a:endParaRPr sz="2800">
              <a:latin typeface="Arial"/>
              <a:cs typeface="Arial"/>
            </a:endParaRPr>
          </a:p>
        </p:txBody>
      </p:sp>
      <p:sp>
        <p:nvSpPr>
          <p:cNvPr id="6" name="object 6"/>
          <p:cNvSpPr txBox="1"/>
          <p:nvPr/>
        </p:nvSpPr>
        <p:spPr>
          <a:xfrm>
            <a:off x="1875789" y="3959733"/>
            <a:ext cx="3944620" cy="1703070"/>
          </a:xfrm>
          <a:prstGeom prst="rect">
            <a:avLst/>
          </a:prstGeom>
        </p:spPr>
        <p:txBody>
          <a:bodyPr vert="horz" wrap="square" lIns="0" tIns="60960" rIns="0" bIns="0" rtlCol="0">
            <a:spAutoFit/>
          </a:bodyPr>
          <a:lstStyle/>
          <a:p>
            <a:pPr marL="241300" marR="5080" indent="-228600">
              <a:lnSpc>
                <a:spcPts val="3020"/>
              </a:lnSpc>
              <a:spcBef>
                <a:spcPts val="480"/>
              </a:spcBef>
              <a:buSzPct val="80357"/>
              <a:buChar char="•"/>
              <a:tabLst>
                <a:tab pos="240665" algn="l"/>
                <a:tab pos="241300" algn="l"/>
                <a:tab pos="1146175" algn="l"/>
                <a:tab pos="2566670" algn="l"/>
              </a:tabLst>
            </a:pPr>
            <a:r>
              <a:rPr sz="2800" spc="-5" dirty="0">
                <a:solidFill>
                  <a:srgbClr val="624722"/>
                </a:solidFill>
                <a:latin typeface="Arial MT"/>
                <a:cs typeface="Arial MT"/>
              </a:rPr>
              <a:t>The	</a:t>
            </a:r>
            <a:r>
              <a:rPr sz="2800" b="1" spc="-5" dirty="0">
                <a:solidFill>
                  <a:srgbClr val="624722"/>
                </a:solidFill>
                <a:latin typeface="Arial"/>
                <a:cs typeface="Arial"/>
              </a:rPr>
              <a:t>log</a:t>
            </a:r>
            <a:r>
              <a:rPr sz="2800" b="1" dirty="0">
                <a:solidFill>
                  <a:srgbClr val="624722"/>
                </a:solidFill>
                <a:latin typeface="Arial"/>
                <a:cs typeface="Arial"/>
              </a:rPr>
              <a:t>i</a:t>
            </a:r>
            <a:r>
              <a:rPr sz="2800" b="1" spc="-5" dirty="0">
                <a:solidFill>
                  <a:srgbClr val="624722"/>
                </a:solidFill>
                <a:latin typeface="Arial"/>
                <a:cs typeface="Arial"/>
              </a:rPr>
              <a:t>c</a:t>
            </a:r>
            <a:r>
              <a:rPr sz="2800" b="1" dirty="0">
                <a:solidFill>
                  <a:srgbClr val="624722"/>
                </a:solidFill>
                <a:latin typeface="Arial"/>
                <a:cs typeface="Arial"/>
              </a:rPr>
              <a:t>a</a:t>
            </a:r>
            <a:r>
              <a:rPr sz="2800" b="1" spc="-5" dirty="0">
                <a:solidFill>
                  <a:srgbClr val="624722"/>
                </a:solidFill>
                <a:latin typeface="Arial"/>
                <a:cs typeface="Arial"/>
              </a:rPr>
              <a:t>l</a:t>
            </a:r>
            <a:r>
              <a:rPr sz="2800" b="1" dirty="0">
                <a:solidFill>
                  <a:srgbClr val="624722"/>
                </a:solidFill>
                <a:latin typeface="Arial"/>
                <a:cs typeface="Arial"/>
              </a:rPr>
              <a:t>	</a:t>
            </a:r>
            <a:r>
              <a:rPr sz="2800" b="1" spc="-5" dirty="0">
                <a:solidFill>
                  <a:srgbClr val="624722"/>
                </a:solidFill>
                <a:latin typeface="Arial"/>
                <a:cs typeface="Arial"/>
              </a:rPr>
              <a:t>add</a:t>
            </a:r>
            <a:r>
              <a:rPr sz="2800" b="1" spc="5" dirty="0">
                <a:solidFill>
                  <a:srgbClr val="624722"/>
                </a:solidFill>
                <a:latin typeface="Arial"/>
                <a:cs typeface="Arial"/>
              </a:rPr>
              <a:t>r</a:t>
            </a:r>
            <a:r>
              <a:rPr sz="2800" b="1" spc="-5" dirty="0">
                <a:solidFill>
                  <a:srgbClr val="624722"/>
                </a:solidFill>
                <a:latin typeface="Arial"/>
                <a:cs typeface="Arial"/>
              </a:rPr>
              <a:t>e</a:t>
            </a:r>
            <a:r>
              <a:rPr sz="2800" b="1" dirty="0">
                <a:solidFill>
                  <a:srgbClr val="624722"/>
                </a:solidFill>
                <a:latin typeface="Arial"/>
                <a:cs typeface="Arial"/>
              </a:rPr>
              <a:t>s</a:t>
            </a:r>
            <a:r>
              <a:rPr sz="2800" b="1" spc="-5" dirty="0">
                <a:solidFill>
                  <a:srgbClr val="624722"/>
                </a:solidFill>
                <a:latin typeface="Arial"/>
                <a:cs typeface="Arial"/>
              </a:rPr>
              <a:t>s  consists</a:t>
            </a:r>
            <a:r>
              <a:rPr sz="2800" b="1" spc="20" dirty="0">
                <a:solidFill>
                  <a:srgbClr val="624722"/>
                </a:solidFill>
                <a:latin typeface="Arial"/>
                <a:cs typeface="Arial"/>
              </a:rPr>
              <a:t> </a:t>
            </a:r>
            <a:r>
              <a:rPr sz="2800" b="1" spc="-5" dirty="0">
                <a:solidFill>
                  <a:srgbClr val="624722"/>
                </a:solidFill>
                <a:latin typeface="Arial"/>
                <a:cs typeface="Arial"/>
              </a:rPr>
              <a:t>of</a:t>
            </a:r>
            <a:r>
              <a:rPr sz="2800" b="1" dirty="0">
                <a:solidFill>
                  <a:srgbClr val="624722"/>
                </a:solidFill>
                <a:latin typeface="Arial"/>
                <a:cs typeface="Arial"/>
              </a:rPr>
              <a:t> </a:t>
            </a:r>
            <a:r>
              <a:rPr sz="2800" b="1" spc="-5" dirty="0">
                <a:solidFill>
                  <a:srgbClr val="624722"/>
                </a:solidFill>
                <a:latin typeface="Arial"/>
                <a:cs typeface="Arial"/>
              </a:rPr>
              <a:t>two</a:t>
            </a:r>
            <a:r>
              <a:rPr sz="2800" b="1" dirty="0">
                <a:solidFill>
                  <a:srgbClr val="624722"/>
                </a:solidFill>
                <a:latin typeface="Arial"/>
                <a:cs typeface="Arial"/>
              </a:rPr>
              <a:t> </a:t>
            </a:r>
            <a:r>
              <a:rPr sz="2800" b="1" spc="-5" dirty="0">
                <a:solidFill>
                  <a:srgbClr val="624722"/>
                </a:solidFill>
                <a:latin typeface="Arial"/>
                <a:cs typeface="Arial"/>
              </a:rPr>
              <a:t>parts:</a:t>
            </a:r>
            <a:endParaRPr sz="2800" dirty="0">
              <a:latin typeface="Arial"/>
              <a:cs typeface="Arial"/>
            </a:endParaRPr>
          </a:p>
          <a:p>
            <a:pPr marL="1155700" lvl="1" indent="-228600">
              <a:lnSpc>
                <a:spcPct val="100000"/>
              </a:lnSpc>
              <a:spcBef>
                <a:spcPts val="254"/>
              </a:spcBef>
              <a:buSzPct val="75000"/>
              <a:buAutoNum type="arabicPeriod"/>
              <a:tabLst>
                <a:tab pos="1155700" algn="l"/>
              </a:tabLst>
            </a:pPr>
            <a:r>
              <a:rPr sz="2600" dirty="0">
                <a:solidFill>
                  <a:srgbClr val="624722"/>
                </a:solidFill>
                <a:latin typeface="Arial MT"/>
                <a:cs typeface="Arial MT"/>
              </a:rPr>
              <a:t>Page</a:t>
            </a:r>
            <a:r>
              <a:rPr sz="2600" spc="-20" dirty="0">
                <a:solidFill>
                  <a:srgbClr val="624722"/>
                </a:solidFill>
                <a:latin typeface="Arial MT"/>
                <a:cs typeface="Arial MT"/>
              </a:rPr>
              <a:t> </a:t>
            </a:r>
            <a:r>
              <a:rPr sz="2600" dirty="0" smtClean="0">
                <a:solidFill>
                  <a:srgbClr val="624722"/>
                </a:solidFill>
                <a:latin typeface="Arial MT"/>
                <a:cs typeface="Arial MT"/>
              </a:rPr>
              <a:t>Number</a:t>
            </a:r>
            <a:r>
              <a:rPr lang="en-IN" sz="2600" dirty="0" smtClean="0">
                <a:solidFill>
                  <a:srgbClr val="624722"/>
                </a:solidFill>
                <a:latin typeface="Arial MT"/>
                <a:cs typeface="Arial MT"/>
              </a:rPr>
              <a:t> </a:t>
            </a:r>
            <a:r>
              <a:rPr sz="2600" dirty="0" smtClean="0">
                <a:solidFill>
                  <a:srgbClr val="002060"/>
                </a:solidFill>
                <a:latin typeface="Arial MT"/>
                <a:cs typeface="Arial MT"/>
              </a:rPr>
              <a:t>(</a:t>
            </a:r>
            <a:r>
              <a:rPr sz="2600" dirty="0">
                <a:solidFill>
                  <a:srgbClr val="002060"/>
                </a:solidFill>
                <a:latin typeface="Arial MT"/>
                <a:cs typeface="Arial MT"/>
              </a:rPr>
              <a:t>p)</a:t>
            </a:r>
          </a:p>
          <a:p>
            <a:pPr marL="1155700" lvl="1" indent="-228600">
              <a:lnSpc>
                <a:spcPct val="100000"/>
              </a:lnSpc>
              <a:spcBef>
                <a:spcPts val="290"/>
              </a:spcBef>
              <a:buSzPct val="75000"/>
              <a:buAutoNum type="arabicPeriod"/>
              <a:tabLst>
                <a:tab pos="1155700" algn="l"/>
              </a:tabLst>
            </a:pPr>
            <a:r>
              <a:rPr sz="2600" dirty="0">
                <a:solidFill>
                  <a:srgbClr val="624722"/>
                </a:solidFill>
                <a:latin typeface="Arial MT"/>
                <a:cs typeface="Arial MT"/>
              </a:rPr>
              <a:t>Page</a:t>
            </a:r>
            <a:r>
              <a:rPr sz="2600" spc="-15" dirty="0">
                <a:solidFill>
                  <a:srgbClr val="624722"/>
                </a:solidFill>
                <a:latin typeface="Arial MT"/>
                <a:cs typeface="Arial MT"/>
              </a:rPr>
              <a:t> </a:t>
            </a:r>
            <a:r>
              <a:rPr sz="2600" spc="-10" dirty="0">
                <a:solidFill>
                  <a:srgbClr val="624722"/>
                </a:solidFill>
                <a:latin typeface="Arial MT"/>
                <a:cs typeface="Arial MT"/>
              </a:rPr>
              <a:t>Offset</a:t>
            </a:r>
            <a:r>
              <a:rPr sz="2600" spc="-25" dirty="0">
                <a:solidFill>
                  <a:srgbClr val="624722"/>
                </a:solidFill>
                <a:latin typeface="Arial MT"/>
                <a:cs typeface="Arial MT"/>
              </a:rPr>
              <a:t> </a:t>
            </a:r>
            <a:r>
              <a:rPr sz="2600" dirty="0">
                <a:solidFill>
                  <a:srgbClr val="002060"/>
                </a:solidFill>
                <a:latin typeface="Arial MT"/>
                <a:cs typeface="Arial MT"/>
              </a:rPr>
              <a:t>(d)</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p:nvPr/>
        </p:nvSpPr>
        <p:spPr>
          <a:xfrm>
            <a:off x="1418336" y="1622935"/>
            <a:ext cx="9398635" cy="4553811"/>
          </a:xfrm>
          <a:prstGeom prst="rect">
            <a:avLst/>
          </a:prstGeom>
        </p:spPr>
        <p:txBody>
          <a:bodyPr vert="horz" wrap="square" lIns="0" tIns="199390" rIns="0" bIns="0" rtlCol="0">
            <a:spAutoFit/>
          </a:bodyPr>
          <a:lstStyle/>
          <a:p>
            <a:pPr marL="12700">
              <a:lnSpc>
                <a:spcPct val="150000"/>
              </a:lnSpc>
              <a:spcBef>
                <a:spcPts val="1570"/>
              </a:spcBef>
            </a:pPr>
            <a:r>
              <a:rPr sz="2800" spc="-5" dirty="0">
                <a:solidFill>
                  <a:srgbClr val="002060"/>
                </a:solidFill>
                <a:latin typeface="Times New Roman" panose="02020603050405020304" pitchFamily="18" charset="0"/>
                <a:cs typeface="Times New Roman" panose="02020603050405020304" pitchFamily="18" charset="0"/>
              </a:rPr>
              <a:t>where,</a:t>
            </a:r>
            <a:endParaRPr sz="2800" dirty="0">
              <a:solidFill>
                <a:srgbClr val="002060"/>
              </a:solidFill>
              <a:latin typeface="Times New Roman" panose="02020603050405020304" pitchFamily="18" charset="0"/>
              <a:cs typeface="Times New Roman" panose="02020603050405020304" pitchFamily="18" charset="0"/>
            </a:endParaRPr>
          </a:p>
          <a:p>
            <a:pPr marL="241300" marR="5080" indent="-229235" algn="just">
              <a:lnSpc>
                <a:spcPct val="150000"/>
              </a:lnSpc>
              <a:spcBef>
                <a:spcPts val="1850"/>
              </a:spcBef>
              <a:buSzPct val="80357"/>
              <a:buFont typeface="Arial MT"/>
              <a:buChar char="•"/>
              <a:tabLst>
                <a:tab pos="241935" algn="l"/>
              </a:tabLst>
            </a:pPr>
            <a:r>
              <a:rPr sz="2800" b="1" spc="-5" dirty="0">
                <a:solidFill>
                  <a:schemeClr val="accent2">
                    <a:lumMod val="75000"/>
                  </a:schemeClr>
                </a:solidFill>
                <a:latin typeface="Times New Roman" panose="02020603050405020304" pitchFamily="18" charset="0"/>
                <a:cs typeface="Times New Roman" panose="02020603050405020304" pitchFamily="18" charset="0"/>
              </a:rPr>
              <a:t>Page Number </a:t>
            </a:r>
            <a:r>
              <a:rPr sz="2800" spc="-5" dirty="0">
                <a:solidFill>
                  <a:srgbClr val="002060"/>
                </a:solidFill>
                <a:latin typeface="Times New Roman" panose="02020603050405020304" pitchFamily="18" charset="0"/>
                <a:cs typeface="Times New Roman" panose="02020603050405020304" pitchFamily="18" charset="0"/>
              </a:rPr>
              <a:t>is </a:t>
            </a:r>
            <a:r>
              <a:rPr sz="2800" dirty="0">
                <a:solidFill>
                  <a:srgbClr val="002060"/>
                </a:solidFill>
                <a:latin typeface="Times New Roman" panose="02020603050405020304" pitchFamily="18" charset="0"/>
                <a:cs typeface="Times New Roman" panose="02020603050405020304" pitchFamily="18" charset="0"/>
              </a:rPr>
              <a:t>used </a:t>
            </a:r>
            <a:r>
              <a:rPr sz="2800" spc="-5" dirty="0">
                <a:solidFill>
                  <a:srgbClr val="002060"/>
                </a:solidFill>
                <a:latin typeface="Times New Roman" panose="02020603050405020304" pitchFamily="18" charset="0"/>
                <a:cs typeface="Times New Roman" panose="02020603050405020304" pitchFamily="18" charset="0"/>
              </a:rPr>
              <a:t>to specify the </a:t>
            </a:r>
            <a:r>
              <a:rPr sz="2800" dirty="0">
                <a:solidFill>
                  <a:schemeClr val="accent2">
                    <a:lumMod val="75000"/>
                  </a:schemeClr>
                </a:solidFill>
                <a:latin typeface="Times New Roman" panose="02020603050405020304" pitchFamily="18" charset="0"/>
                <a:cs typeface="Times New Roman" panose="02020603050405020304" pitchFamily="18" charset="0"/>
              </a:rPr>
              <a:t>specific page of </a:t>
            </a:r>
            <a:r>
              <a:rPr sz="2800" spc="-10" dirty="0">
                <a:solidFill>
                  <a:schemeClr val="accent2">
                    <a:lumMod val="75000"/>
                  </a:schemeClr>
                </a:solidFill>
                <a:latin typeface="Times New Roman" panose="02020603050405020304" pitchFamily="18" charset="0"/>
                <a:cs typeface="Times New Roman" panose="02020603050405020304" pitchFamily="18" charset="0"/>
              </a:rPr>
              <a:t>the </a:t>
            </a:r>
            <a:r>
              <a:rPr sz="2800" spc="-5" dirty="0">
                <a:solidFill>
                  <a:schemeClr val="accent2">
                    <a:lumMod val="75000"/>
                  </a:schemeClr>
                </a:solidFill>
                <a:latin typeface="Times New Roman" panose="02020603050405020304" pitchFamily="18" charset="0"/>
                <a:cs typeface="Times New Roman" panose="02020603050405020304" pitchFamily="18" charset="0"/>
              </a:rPr>
              <a:t> </a:t>
            </a:r>
            <a:r>
              <a:rPr sz="2800" dirty="0">
                <a:solidFill>
                  <a:schemeClr val="accent2">
                    <a:lumMod val="75000"/>
                  </a:schemeClr>
                </a:solidFill>
                <a:latin typeface="Times New Roman" panose="02020603050405020304" pitchFamily="18" charset="0"/>
                <a:cs typeface="Times New Roman" panose="02020603050405020304" pitchFamily="18" charset="0"/>
              </a:rPr>
              <a:t>process</a:t>
            </a:r>
            <a:r>
              <a:rPr sz="2800" spc="175"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from</a:t>
            </a:r>
            <a:r>
              <a:rPr sz="2800" spc="180"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which</a:t>
            </a:r>
            <a:r>
              <a:rPr sz="2800" spc="175"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the</a:t>
            </a:r>
            <a:r>
              <a:rPr sz="2800" spc="18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CPU</a:t>
            </a:r>
            <a:r>
              <a:rPr sz="2800" spc="175"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wants</a:t>
            </a:r>
            <a:r>
              <a:rPr sz="2800" spc="185" dirty="0">
                <a:solidFill>
                  <a:srgbClr val="002060"/>
                </a:solidFill>
                <a:latin typeface="Times New Roman" panose="02020603050405020304" pitchFamily="18" charset="0"/>
                <a:cs typeface="Times New Roman" panose="02020603050405020304" pitchFamily="18" charset="0"/>
              </a:rPr>
              <a:t> </a:t>
            </a:r>
            <a:r>
              <a:rPr sz="2800" spc="-10" dirty="0">
                <a:solidFill>
                  <a:srgbClr val="002060"/>
                </a:solidFill>
                <a:latin typeface="Times New Roman" panose="02020603050405020304" pitchFamily="18" charset="0"/>
                <a:cs typeface="Times New Roman" panose="02020603050405020304" pitchFamily="18" charset="0"/>
              </a:rPr>
              <a:t>to</a:t>
            </a:r>
            <a:r>
              <a:rPr sz="2800" spc="175"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read</a:t>
            </a:r>
            <a:r>
              <a:rPr sz="2800" spc="175"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the</a:t>
            </a:r>
            <a:r>
              <a:rPr sz="2800" spc="180"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data.</a:t>
            </a:r>
            <a:r>
              <a:rPr sz="2800" spc="170"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and </a:t>
            </a:r>
            <a:r>
              <a:rPr sz="2800" spc="-765"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it</a:t>
            </a:r>
            <a:r>
              <a:rPr sz="2800" spc="-1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is</a:t>
            </a:r>
            <a:r>
              <a:rPr sz="2800" spc="5"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also</a:t>
            </a:r>
            <a:r>
              <a:rPr sz="2800" spc="-1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used</a:t>
            </a:r>
            <a:r>
              <a:rPr sz="2800" spc="5"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as</a:t>
            </a:r>
            <a:r>
              <a:rPr sz="2800" spc="5"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an</a:t>
            </a:r>
            <a:r>
              <a:rPr sz="2800" spc="5"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index</a:t>
            </a:r>
            <a:r>
              <a:rPr sz="2800" spc="1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to</a:t>
            </a:r>
            <a:r>
              <a:rPr sz="2800" spc="-10"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the</a:t>
            </a:r>
            <a:r>
              <a:rPr sz="2800" spc="5"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page</a:t>
            </a:r>
            <a:r>
              <a:rPr sz="2800" spc="5"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table.</a:t>
            </a:r>
          </a:p>
          <a:p>
            <a:pPr marL="241300" marR="5080" indent="-229235" algn="just">
              <a:lnSpc>
                <a:spcPct val="150000"/>
              </a:lnSpc>
              <a:spcBef>
                <a:spcPts val="1814"/>
              </a:spcBef>
              <a:buSzPct val="80357"/>
              <a:buChar char="•"/>
              <a:tabLst>
                <a:tab pos="241935" algn="l"/>
              </a:tabLst>
            </a:pPr>
            <a:r>
              <a:rPr sz="2800" dirty="0">
                <a:solidFill>
                  <a:srgbClr val="002060"/>
                </a:solidFill>
                <a:latin typeface="Times New Roman" panose="02020603050405020304" pitchFamily="18" charset="0"/>
                <a:cs typeface="Times New Roman" panose="02020603050405020304" pitchFamily="18" charset="0"/>
              </a:rPr>
              <a:t>and </a:t>
            </a:r>
            <a:r>
              <a:rPr sz="2800" b="1" spc="-5" dirty="0">
                <a:solidFill>
                  <a:schemeClr val="accent2">
                    <a:lumMod val="75000"/>
                  </a:schemeClr>
                </a:solidFill>
                <a:latin typeface="Times New Roman" panose="02020603050405020304" pitchFamily="18" charset="0"/>
                <a:cs typeface="Times New Roman" panose="02020603050405020304" pitchFamily="18" charset="0"/>
              </a:rPr>
              <a:t>Page </a:t>
            </a:r>
            <a:r>
              <a:rPr sz="2800" b="1" dirty="0">
                <a:solidFill>
                  <a:schemeClr val="accent2">
                    <a:lumMod val="75000"/>
                  </a:schemeClr>
                </a:solidFill>
                <a:latin typeface="Times New Roman" panose="02020603050405020304" pitchFamily="18" charset="0"/>
                <a:cs typeface="Times New Roman" panose="02020603050405020304" pitchFamily="18" charset="0"/>
              </a:rPr>
              <a:t>offset </a:t>
            </a:r>
            <a:r>
              <a:rPr sz="2800" spc="-5" dirty="0">
                <a:solidFill>
                  <a:srgbClr val="002060"/>
                </a:solidFill>
                <a:latin typeface="Times New Roman" panose="02020603050405020304" pitchFamily="18" charset="0"/>
                <a:cs typeface="Times New Roman" panose="02020603050405020304" pitchFamily="18" charset="0"/>
              </a:rPr>
              <a:t>is mainly </a:t>
            </a:r>
            <a:r>
              <a:rPr sz="2800" dirty="0">
                <a:solidFill>
                  <a:srgbClr val="002060"/>
                </a:solidFill>
                <a:latin typeface="Times New Roman" panose="02020603050405020304" pitchFamily="18" charset="0"/>
                <a:cs typeface="Times New Roman" panose="02020603050405020304" pitchFamily="18" charset="0"/>
              </a:rPr>
              <a:t>used </a:t>
            </a:r>
            <a:r>
              <a:rPr sz="2800" spc="-5" dirty="0">
                <a:solidFill>
                  <a:srgbClr val="002060"/>
                </a:solidFill>
                <a:latin typeface="Times New Roman" panose="02020603050405020304" pitchFamily="18" charset="0"/>
                <a:cs typeface="Times New Roman" panose="02020603050405020304" pitchFamily="18" charset="0"/>
              </a:rPr>
              <a:t>to specify </a:t>
            </a:r>
            <a:r>
              <a:rPr sz="2800" spc="-10" dirty="0">
                <a:solidFill>
                  <a:srgbClr val="002060"/>
                </a:solidFill>
                <a:latin typeface="Times New Roman" panose="02020603050405020304" pitchFamily="18" charset="0"/>
                <a:cs typeface="Times New Roman" panose="02020603050405020304" pitchFamily="18" charset="0"/>
              </a:rPr>
              <a:t>the </a:t>
            </a:r>
            <a:r>
              <a:rPr sz="2800" spc="-5" dirty="0">
                <a:solidFill>
                  <a:schemeClr val="accent2">
                    <a:lumMod val="75000"/>
                  </a:schemeClr>
                </a:solidFill>
                <a:latin typeface="Times New Roman" panose="02020603050405020304" pitchFamily="18" charset="0"/>
                <a:cs typeface="Times New Roman" panose="02020603050405020304" pitchFamily="18" charset="0"/>
              </a:rPr>
              <a:t>specific </a:t>
            </a:r>
            <a:r>
              <a:rPr sz="2800" spc="-5" dirty="0" smtClean="0">
                <a:solidFill>
                  <a:schemeClr val="accent2">
                    <a:lumMod val="75000"/>
                  </a:schemeClr>
                </a:solidFill>
                <a:latin typeface="Times New Roman" panose="02020603050405020304" pitchFamily="18" charset="0"/>
                <a:cs typeface="Times New Roman" panose="02020603050405020304" pitchFamily="18" charset="0"/>
              </a:rPr>
              <a:t>word</a:t>
            </a:r>
            <a:r>
              <a:rPr sz="2800" spc="20" dirty="0" smtClean="0">
                <a:solidFill>
                  <a:schemeClr val="accent2">
                    <a:lumMod val="75000"/>
                  </a:schemeClr>
                </a:solidFill>
                <a:latin typeface="Times New Roman" panose="02020603050405020304" pitchFamily="18" charset="0"/>
                <a:cs typeface="Times New Roman" panose="02020603050405020304" pitchFamily="18" charset="0"/>
              </a:rPr>
              <a:t> </a:t>
            </a:r>
            <a:r>
              <a:rPr sz="2800" spc="-5" dirty="0">
                <a:solidFill>
                  <a:schemeClr val="accent2">
                    <a:lumMod val="75000"/>
                  </a:schemeClr>
                </a:solidFill>
                <a:latin typeface="Times New Roman" panose="02020603050405020304" pitchFamily="18" charset="0"/>
                <a:cs typeface="Times New Roman" panose="02020603050405020304" pitchFamily="18" charset="0"/>
              </a:rPr>
              <a:t>on</a:t>
            </a:r>
            <a:r>
              <a:rPr sz="2800" spc="5" dirty="0">
                <a:solidFill>
                  <a:schemeClr val="accent2">
                    <a:lumMod val="75000"/>
                  </a:schemeClr>
                </a:solidFill>
                <a:latin typeface="Times New Roman" panose="02020603050405020304" pitchFamily="18" charset="0"/>
                <a:cs typeface="Times New Roman" panose="02020603050405020304" pitchFamily="18" charset="0"/>
              </a:rPr>
              <a:t> </a:t>
            </a:r>
            <a:r>
              <a:rPr sz="2800" spc="-5" dirty="0">
                <a:solidFill>
                  <a:schemeClr val="accent2">
                    <a:lumMod val="75000"/>
                  </a:schemeClr>
                </a:solidFill>
                <a:latin typeface="Times New Roman" panose="02020603050405020304" pitchFamily="18" charset="0"/>
                <a:cs typeface="Times New Roman" panose="02020603050405020304" pitchFamily="18" charset="0"/>
              </a:rPr>
              <a:t>the</a:t>
            </a:r>
            <a:r>
              <a:rPr sz="2800" dirty="0">
                <a:solidFill>
                  <a:schemeClr val="accent2">
                    <a:lumMod val="75000"/>
                  </a:schemeClr>
                </a:solidFill>
                <a:latin typeface="Times New Roman" panose="02020603050405020304" pitchFamily="18" charset="0"/>
                <a:cs typeface="Times New Roman" panose="02020603050405020304" pitchFamily="18" charset="0"/>
              </a:rPr>
              <a:t> page</a:t>
            </a:r>
            <a:r>
              <a:rPr sz="2800" spc="20"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that</a:t>
            </a:r>
            <a:r>
              <a:rPr sz="2800" spc="-5" dirty="0">
                <a:solidFill>
                  <a:srgbClr val="002060"/>
                </a:solidFill>
                <a:latin typeface="Times New Roman" panose="02020603050405020304" pitchFamily="18" charset="0"/>
                <a:cs typeface="Times New Roman" panose="02020603050405020304" pitchFamily="18" charset="0"/>
              </a:rPr>
              <a:t> the</a:t>
            </a:r>
            <a:r>
              <a:rPr sz="2800" spc="15"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CPU</a:t>
            </a:r>
            <a:r>
              <a:rPr sz="2800" spc="5"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wants</a:t>
            </a:r>
            <a:r>
              <a:rPr sz="2800" spc="1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to read.</a:t>
            </a:r>
            <a:endParaRPr sz="2800" dirty="0">
              <a:solidFill>
                <a:srgbClr val="002060"/>
              </a:solidFill>
              <a:latin typeface="Times New Roman" panose="02020603050405020304" pitchFamily="18" charset="0"/>
              <a:cs typeface="Times New Roman" panose="02020603050405020304" pitchFamily="18" charset="0"/>
            </a:endParaRPr>
          </a:p>
        </p:txBody>
      </p:sp>
      <p:sp>
        <p:nvSpPr>
          <p:cNvPr id="7" name="object 3"/>
          <p:cNvSpPr txBox="1">
            <a:spLocks noGrp="1"/>
          </p:cNvSpPr>
          <p:nvPr>
            <p:ph type="title"/>
          </p:nvPr>
        </p:nvSpPr>
        <p:spPr>
          <a:xfrm>
            <a:off x="1372616" y="794988"/>
            <a:ext cx="9295384" cy="633507"/>
          </a:xfrm>
          <a:prstGeom prst="rect">
            <a:avLst/>
          </a:prstGeom>
        </p:spPr>
        <p:txBody>
          <a:bodyPr vert="horz" wrap="square" lIns="0" tIns="81280" rIns="0" bIns="0" rtlCol="0">
            <a:spAutoFit/>
          </a:bodyPr>
          <a:lstStyle/>
          <a:p>
            <a:pPr marL="12700" marR="5080">
              <a:lnSpc>
                <a:spcPts val="4320"/>
              </a:lnSpc>
              <a:spcBef>
                <a:spcPts val="640"/>
              </a:spcBef>
            </a:pPr>
            <a:r>
              <a:rPr spc="-30" dirty="0"/>
              <a:t>Translation </a:t>
            </a:r>
            <a:r>
              <a:rPr spc="-5" dirty="0"/>
              <a:t>of Logical </a:t>
            </a:r>
            <a:r>
              <a:rPr spc="-10" dirty="0"/>
              <a:t>Address </a:t>
            </a:r>
            <a:r>
              <a:rPr spc="-5" dirty="0"/>
              <a:t>into </a:t>
            </a:r>
            <a:r>
              <a:rPr u="none" spc="-810" dirty="0"/>
              <a:t> </a:t>
            </a:r>
            <a:r>
              <a:rPr spc="-5" dirty="0"/>
              <a:t>Physical</a:t>
            </a:r>
            <a:r>
              <a:rPr spc="-150" dirty="0"/>
              <a:t> </a:t>
            </a:r>
            <a:r>
              <a:rPr spc="-10" dirty="0"/>
              <a:t>Address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p:nvPr/>
        </p:nvSpPr>
        <p:spPr>
          <a:xfrm>
            <a:off x="1097280" y="1549256"/>
            <a:ext cx="10485120" cy="5257850"/>
          </a:xfrm>
          <a:prstGeom prst="rect">
            <a:avLst/>
          </a:prstGeom>
        </p:spPr>
        <p:txBody>
          <a:bodyPr vert="horz" wrap="square" lIns="0" tIns="162560" rIns="0" bIns="0" rtlCol="0">
            <a:spAutoFit/>
          </a:bodyPr>
          <a:lstStyle/>
          <a:p>
            <a:pPr marL="241300" marR="5080" indent="-229235" algn="just">
              <a:lnSpc>
                <a:spcPct val="150000"/>
              </a:lnSpc>
              <a:spcBef>
                <a:spcPts val="1780"/>
              </a:spcBef>
              <a:buSzPct val="78846"/>
              <a:buChar char="•"/>
              <a:tabLst>
                <a:tab pos="241935" algn="l"/>
              </a:tabLst>
            </a:pPr>
            <a:r>
              <a:rPr sz="2600" spc="5" dirty="0" smtClean="0">
                <a:solidFill>
                  <a:srgbClr val="002060"/>
                </a:solidFill>
                <a:latin typeface="Times New Roman" panose="02020603050405020304" pitchFamily="18" charset="0"/>
                <a:cs typeface="Times New Roman" panose="02020603050405020304" pitchFamily="18" charset="0"/>
              </a:rPr>
              <a:t>The </a:t>
            </a:r>
            <a:r>
              <a:rPr sz="2600" dirty="0">
                <a:solidFill>
                  <a:srgbClr val="002060"/>
                </a:solidFill>
                <a:latin typeface="Times New Roman" panose="02020603050405020304" pitchFamily="18" charset="0"/>
                <a:cs typeface="Times New Roman" panose="02020603050405020304" pitchFamily="18" charset="0"/>
              </a:rPr>
              <a:t>Page table </a:t>
            </a:r>
            <a:r>
              <a:rPr sz="2600" dirty="0" smtClean="0">
                <a:solidFill>
                  <a:srgbClr val="002060"/>
                </a:solidFill>
                <a:latin typeface="Times New Roman" panose="02020603050405020304" pitchFamily="18" charset="0"/>
                <a:cs typeface="Times New Roman" panose="02020603050405020304" pitchFamily="18" charset="0"/>
              </a:rPr>
              <a:t>mainly</a:t>
            </a:r>
            <a:r>
              <a:rPr lang="en-IN" sz="2600" dirty="0" smtClean="0">
                <a:solidFill>
                  <a:srgbClr val="002060"/>
                </a:solidFill>
                <a:latin typeface="Times New Roman" panose="02020603050405020304" pitchFamily="18" charset="0"/>
                <a:cs typeface="Times New Roman" panose="02020603050405020304" pitchFamily="18" charset="0"/>
              </a:rPr>
              <a:t> </a:t>
            </a:r>
            <a:r>
              <a:rPr sz="2600" b="1" dirty="0" smtClean="0">
                <a:solidFill>
                  <a:schemeClr val="accent2">
                    <a:lumMod val="75000"/>
                  </a:schemeClr>
                </a:solidFill>
                <a:latin typeface="Times New Roman" panose="02020603050405020304" pitchFamily="18" charset="0"/>
                <a:cs typeface="Times New Roman" panose="02020603050405020304" pitchFamily="18" charset="0"/>
              </a:rPr>
              <a:t>contains </a:t>
            </a:r>
            <a:r>
              <a:rPr sz="2600" b="1" dirty="0">
                <a:solidFill>
                  <a:schemeClr val="accent2">
                    <a:lumMod val="75000"/>
                  </a:schemeClr>
                </a:solidFill>
                <a:latin typeface="Times New Roman" panose="02020603050405020304" pitchFamily="18" charset="0"/>
                <a:cs typeface="Times New Roman" panose="02020603050405020304" pitchFamily="18" charset="0"/>
              </a:rPr>
              <a:t>the base address of </a:t>
            </a:r>
            <a:r>
              <a:rPr sz="2600" b="1" dirty="0" smtClean="0">
                <a:solidFill>
                  <a:schemeClr val="accent2">
                    <a:lumMod val="75000"/>
                  </a:schemeClr>
                </a:solidFill>
                <a:latin typeface="Times New Roman" panose="02020603050405020304" pitchFamily="18" charset="0"/>
                <a:cs typeface="Times New Roman" panose="02020603050405020304" pitchFamily="18" charset="0"/>
              </a:rPr>
              <a:t>each</a:t>
            </a:r>
            <a:r>
              <a:rPr lang="en-IN" sz="2600" b="1" dirty="0" smtClean="0">
                <a:solidFill>
                  <a:schemeClr val="accent2">
                    <a:lumMod val="75000"/>
                  </a:schemeClr>
                </a:solidFill>
                <a:latin typeface="Times New Roman" panose="02020603050405020304" pitchFamily="18" charset="0"/>
                <a:cs typeface="Times New Roman" panose="02020603050405020304" pitchFamily="18" charset="0"/>
              </a:rPr>
              <a:t> </a:t>
            </a:r>
            <a:r>
              <a:rPr sz="2600" b="1" dirty="0" smtClean="0">
                <a:solidFill>
                  <a:schemeClr val="accent2">
                    <a:lumMod val="75000"/>
                  </a:schemeClr>
                </a:solidFill>
                <a:latin typeface="Times New Roman" panose="02020603050405020304" pitchFamily="18" charset="0"/>
                <a:cs typeface="Times New Roman" panose="02020603050405020304" pitchFamily="18" charset="0"/>
              </a:rPr>
              <a:t>page</a:t>
            </a:r>
            <a:r>
              <a:rPr sz="2600" b="1" spc="5" dirty="0" smtClean="0">
                <a:solidFill>
                  <a:schemeClr val="accent2">
                    <a:lumMod val="75000"/>
                  </a:schemeClr>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a:t>
            </a:r>
            <a:r>
              <a:rPr sz="2600" dirty="0">
                <a:solidFill>
                  <a:srgbClr val="002060"/>
                </a:solidFill>
                <a:latin typeface="Times New Roman" panose="02020603050405020304" pitchFamily="18" charset="0"/>
                <a:cs typeface="Times New Roman" panose="02020603050405020304" pitchFamily="18" charset="0"/>
              </a:rPr>
              <a:t> the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Physical</a:t>
            </a:r>
            <a:r>
              <a:rPr sz="2600" spc="5" dirty="0">
                <a:solidFill>
                  <a:srgbClr val="002060"/>
                </a:solidFill>
                <a:latin typeface="Times New Roman" panose="02020603050405020304" pitchFamily="18" charset="0"/>
                <a:cs typeface="Times New Roman" panose="02020603050405020304" pitchFamily="18" charset="0"/>
              </a:rPr>
              <a:t> </a:t>
            </a:r>
            <a:r>
              <a:rPr sz="2600" spc="-30" dirty="0">
                <a:solidFill>
                  <a:srgbClr val="002060"/>
                </a:solidFill>
                <a:latin typeface="Times New Roman" panose="02020603050405020304" pitchFamily="18" charset="0"/>
                <a:cs typeface="Times New Roman" panose="02020603050405020304" pitchFamily="18" charset="0"/>
              </a:rPr>
              <a:t>memory.</a:t>
            </a:r>
            <a:r>
              <a:rPr sz="2600" spc="-25" dirty="0">
                <a:solidFill>
                  <a:srgbClr val="002060"/>
                </a:solidFill>
                <a:latin typeface="Times New Roman" panose="02020603050405020304" pitchFamily="18" charset="0"/>
                <a:cs typeface="Times New Roman" panose="02020603050405020304" pitchFamily="18" charset="0"/>
              </a:rPr>
              <a:t> </a:t>
            </a:r>
            <a:endParaRPr lang="en-IN" sz="2600" spc="-25" dirty="0" smtClean="0">
              <a:solidFill>
                <a:srgbClr val="002060"/>
              </a:solidFill>
              <a:latin typeface="Times New Roman" panose="02020603050405020304" pitchFamily="18" charset="0"/>
              <a:cs typeface="Times New Roman" panose="02020603050405020304" pitchFamily="18" charset="0"/>
            </a:endParaRPr>
          </a:p>
          <a:p>
            <a:pPr marL="241300" marR="5080" indent="-229235" algn="just">
              <a:lnSpc>
                <a:spcPct val="150000"/>
              </a:lnSpc>
              <a:spcBef>
                <a:spcPts val="1780"/>
              </a:spcBef>
              <a:buSzPct val="78846"/>
              <a:buChar char="•"/>
              <a:tabLst>
                <a:tab pos="241935" algn="l"/>
              </a:tabLst>
            </a:pPr>
            <a:r>
              <a:rPr sz="2600" spc="5" dirty="0" smtClean="0">
                <a:solidFill>
                  <a:srgbClr val="002060"/>
                </a:solidFill>
                <a:latin typeface="Times New Roman" panose="02020603050405020304" pitchFamily="18" charset="0"/>
                <a:cs typeface="Times New Roman" panose="02020603050405020304" pitchFamily="18" charset="0"/>
              </a:rPr>
              <a:t>The</a:t>
            </a:r>
            <a:r>
              <a:rPr sz="2600" spc="10" dirty="0" smtClean="0">
                <a:solidFill>
                  <a:srgbClr val="002060"/>
                </a:solidFill>
                <a:latin typeface="Times New Roman" panose="02020603050405020304" pitchFamily="18" charset="0"/>
                <a:cs typeface="Times New Roman" panose="02020603050405020304" pitchFamily="18" charset="0"/>
              </a:rPr>
              <a:t> </a:t>
            </a:r>
            <a:r>
              <a:rPr sz="2600" b="1" dirty="0">
                <a:solidFill>
                  <a:schemeClr val="accent2">
                    <a:lumMod val="75000"/>
                  </a:schemeClr>
                </a:solidFill>
                <a:latin typeface="Times New Roman" panose="02020603050405020304" pitchFamily="18" charset="0"/>
                <a:cs typeface="Times New Roman" panose="02020603050405020304" pitchFamily="18" charset="0"/>
              </a:rPr>
              <a:t>base</a:t>
            </a:r>
            <a:r>
              <a:rPr sz="2600" b="1" spc="5" dirty="0">
                <a:solidFill>
                  <a:schemeClr val="accent2">
                    <a:lumMod val="75000"/>
                  </a:schemeClr>
                </a:solidFill>
                <a:latin typeface="Times New Roman" panose="02020603050405020304" pitchFamily="18" charset="0"/>
                <a:cs typeface="Times New Roman" panose="02020603050405020304" pitchFamily="18" charset="0"/>
              </a:rPr>
              <a:t> </a:t>
            </a:r>
            <a:r>
              <a:rPr sz="2600" b="1" dirty="0">
                <a:solidFill>
                  <a:schemeClr val="accent2">
                    <a:lumMod val="75000"/>
                  </a:schemeClr>
                </a:solidFill>
                <a:latin typeface="Times New Roman" panose="02020603050405020304" pitchFamily="18" charset="0"/>
                <a:cs typeface="Times New Roman" panose="02020603050405020304" pitchFamily="18" charset="0"/>
              </a:rPr>
              <a:t>address</a:t>
            </a:r>
            <a:r>
              <a:rPr sz="2600" b="1" spc="5" dirty="0">
                <a:solidFill>
                  <a:schemeClr val="accent2">
                    <a:lumMod val="75000"/>
                  </a:schemeClr>
                </a:solidFill>
                <a:latin typeface="Times New Roman" panose="02020603050405020304" pitchFamily="18" charset="0"/>
                <a:cs typeface="Times New Roman" panose="02020603050405020304" pitchFamily="18" charset="0"/>
              </a:rPr>
              <a:t> </a:t>
            </a:r>
            <a:r>
              <a:rPr sz="2600" b="1" spc="-5" dirty="0">
                <a:solidFill>
                  <a:schemeClr val="accent2">
                    <a:lumMod val="75000"/>
                  </a:schemeClr>
                </a:solidFill>
                <a:latin typeface="Times New Roman" panose="02020603050405020304" pitchFamily="18" charset="0"/>
                <a:cs typeface="Times New Roman" panose="02020603050405020304" pitchFamily="18" charset="0"/>
              </a:rPr>
              <a:t>is</a:t>
            </a:r>
            <a:r>
              <a:rPr sz="2600" b="1" dirty="0">
                <a:solidFill>
                  <a:schemeClr val="accent2">
                    <a:lumMod val="75000"/>
                  </a:schemeClr>
                </a:solidFill>
                <a:latin typeface="Times New Roman" panose="02020603050405020304" pitchFamily="18" charset="0"/>
                <a:cs typeface="Times New Roman" panose="02020603050405020304" pitchFamily="18" charset="0"/>
              </a:rPr>
              <a:t> then </a:t>
            </a:r>
            <a:r>
              <a:rPr sz="2600" b="1" dirty="0" smtClean="0">
                <a:solidFill>
                  <a:schemeClr val="accent2">
                    <a:lumMod val="75000"/>
                  </a:schemeClr>
                </a:solidFill>
                <a:latin typeface="Times New Roman" panose="02020603050405020304" pitchFamily="18" charset="0"/>
                <a:cs typeface="Times New Roman" panose="02020603050405020304" pitchFamily="18" charset="0"/>
              </a:rPr>
              <a:t>combined </a:t>
            </a:r>
            <a:r>
              <a:rPr sz="2600" b="1" dirty="0">
                <a:solidFill>
                  <a:schemeClr val="accent2">
                    <a:lumMod val="75000"/>
                  </a:schemeClr>
                </a:solidFill>
                <a:latin typeface="Times New Roman" panose="02020603050405020304" pitchFamily="18" charset="0"/>
                <a:cs typeface="Times New Roman" panose="02020603050405020304" pitchFamily="18" charset="0"/>
              </a:rPr>
              <a:t>with the page </a:t>
            </a:r>
            <a:r>
              <a:rPr sz="2600" b="1" spc="-10" dirty="0">
                <a:solidFill>
                  <a:schemeClr val="accent2">
                    <a:lumMod val="75000"/>
                  </a:schemeClr>
                </a:solidFill>
                <a:latin typeface="Times New Roman" panose="02020603050405020304" pitchFamily="18" charset="0"/>
                <a:cs typeface="Times New Roman" panose="02020603050405020304" pitchFamily="18" charset="0"/>
              </a:rPr>
              <a:t>offset </a:t>
            </a:r>
            <a:r>
              <a:rPr sz="2600" spc="-5" dirty="0">
                <a:solidFill>
                  <a:srgbClr val="002060"/>
                </a:solidFill>
                <a:latin typeface="Times New Roman" panose="02020603050405020304" pitchFamily="18" charset="0"/>
                <a:cs typeface="Times New Roman" panose="02020603050405020304" pitchFamily="18" charset="0"/>
              </a:rPr>
              <a:t>in </a:t>
            </a:r>
            <a:r>
              <a:rPr sz="2600" dirty="0">
                <a:solidFill>
                  <a:srgbClr val="002060"/>
                </a:solidFill>
                <a:latin typeface="Times New Roman" panose="02020603050405020304" pitchFamily="18" charset="0"/>
                <a:cs typeface="Times New Roman" panose="02020603050405020304" pitchFamily="18" charset="0"/>
              </a:rPr>
              <a:t>order </a:t>
            </a:r>
            <a:r>
              <a:rPr sz="2600" spc="-5" dirty="0">
                <a:solidFill>
                  <a:srgbClr val="002060"/>
                </a:solidFill>
                <a:latin typeface="Times New Roman" panose="02020603050405020304" pitchFamily="18" charset="0"/>
                <a:cs typeface="Times New Roman" panose="02020603050405020304" pitchFamily="18" charset="0"/>
              </a:rPr>
              <a:t>to </a:t>
            </a:r>
            <a:r>
              <a:rPr sz="2600" dirty="0">
                <a:solidFill>
                  <a:srgbClr val="002060"/>
                </a:solidFill>
                <a:latin typeface="Times New Roman" panose="02020603050405020304" pitchFamily="18" charset="0"/>
                <a:cs typeface="Times New Roman" panose="02020603050405020304" pitchFamily="18" charset="0"/>
              </a:rPr>
              <a:t>define the </a:t>
            </a:r>
            <a:r>
              <a:rPr sz="2600" b="1" dirty="0">
                <a:solidFill>
                  <a:srgbClr val="002060"/>
                </a:solidFill>
                <a:latin typeface="Times New Roman" panose="02020603050405020304" pitchFamily="18" charset="0"/>
                <a:cs typeface="Times New Roman" panose="02020603050405020304" pitchFamily="18" charset="0"/>
              </a:rPr>
              <a:t>physical </a:t>
            </a:r>
            <a:r>
              <a:rPr sz="2600" b="1" dirty="0" smtClean="0">
                <a:solidFill>
                  <a:srgbClr val="002060"/>
                </a:solidFill>
                <a:latin typeface="Times New Roman" panose="02020603050405020304" pitchFamily="18" charset="0"/>
                <a:cs typeface="Times New Roman" panose="02020603050405020304" pitchFamily="18" charset="0"/>
              </a:rPr>
              <a:t>memory</a:t>
            </a:r>
            <a:r>
              <a:rPr sz="2600" b="1" spc="-15" dirty="0" smtClean="0">
                <a:solidFill>
                  <a:srgbClr val="002060"/>
                </a:solidFill>
                <a:latin typeface="Times New Roman" panose="02020603050405020304" pitchFamily="18" charset="0"/>
                <a:cs typeface="Times New Roman" panose="02020603050405020304" pitchFamily="18" charset="0"/>
              </a:rPr>
              <a:t> </a:t>
            </a:r>
            <a:r>
              <a:rPr sz="2600" b="1" dirty="0">
                <a:solidFill>
                  <a:srgbClr val="002060"/>
                </a:solidFill>
                <a:latin typeface="Times New Roman" panose="02020603050405020304" pitchFamily="18" charset="0"/>
                <a:cs typeface="Times New Roman" panose="02020603050405020304" pitchFamily="18" charset="0"/>
              </a:rPr>
              <a:t>address</a:t>
            </a:r>
            <a:r>
              <a:rPr sz="2600" b="1"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which</a:t>
            </a:r>
            <a:r>
              <a:rPr sz="2600" spc="-1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dirty="0">
                <a:solidFill>
                  <a:srgbClr val="002060"/>
                </a:solidFill>
                <a:latin typeface="Times New Roman" panose="02020603050405020304" pitchFamily="18" charset="0"/>
                <a:cs typeface="Times New Roman" panose="02020603050405020304" pitchFamily="18" charset="0"/>
              </a:rPr>
              <a:t> then sent to</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 memory</a:t>
            </a:r>
            <a:r>
              <a:rPr sz="2600" spc="-2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unit.</a:t>
            </a:r>
          </a:p>
          <a:p>
            <a:pPr marL="241300" marR="5080" indent="-229235" algn="just">
              <a:lnSpc>
                <a:spcPct val="150000"/>
              </a:lnSpc>
              <a:spcBef>
                <a:spcPts val="1810"/>
              </a:spcBef>
              <a:buSzPct val="78846"/>
              <a:buChar char="•"/>
              <a:tabLst>
                <a:tab pos="241935" algn="l"/>
              </a:tabLst>
            </a:pPr>
            <a:r>
              <a:rPr sz="2600" dirty="0" smtClean="0">
                <a:solidFill>
                  <a:srgbClr val="002060"/>
                </a:solidFill>
                <a:latin typeface="Times New Roman" panose="02020603050405020304" pitchFamily="18" charset="0"/>
                <a:cs typeface="Times New Roman" panose="02020603050405020304" pitchFamily="18" charset="0"/>
              </a:rPr>
              <a:t>Thus</a:t>
            </a:r>
            <a:r>
              <a:rPr lang="en-IN" sz="2600"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page</a:t>
            </a:r>
            <a:r>
              <a:rPr sz="2600" spc="5" dirty="0" smtClean="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table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mainly</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provides</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corresponding</a:t>
            </a:r>
            <a:r>
              <a:rPr sz="2600" spc="5" dirty="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frame</a:t>
            </a:r>
            <a:r>
              <a:rPr sz="2600" dirty="0" smtClean="0">
                <a:solidFill>
                  <a:srgbClr val="002060"/>
                </a:solidFill>
                <a:latin typeface="Times New Roman" panose="02020603050405020304" pitchFamily="18" charset="0"/>
                <a:cs typeface="Times New Roman" panose="02020603050405020304" pitchFamily="18" charset="0"/>
              </a:rPr>
              <a:t> number</a:t>
            </a:r>
            <a:r>
              <a:rPr lang="en-IN" sz="2600"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(base </a:t>
            </a:r>
            <a:r>
              <a:rPr sz="2600" dirty="0">
                <a:solidFill>
                  <a:srgbClr val="002060"/>
                </a:solidFill>
                <a:latin typeface="Times New Roman" panose="02020603050405020304" pitchFamily="18" charset="0"/>
                <a:cs typeface="Times New Roman" panose="02020603050405020304" pitchFamily="18" charset="0"/>
              </a:rPr>
              <a:t>address of the frame) </a:t>
            </a:r>
            <a:r>
              <a:rPr sz="2600" spc="-5" dirty="0">
                <a:solidFill>
                  <a:srgbClr val="002060"/>
                </a:solidFill>
                <a:latin typeface="Times New Roman" panose="02020603050405020304" pitchFamily="18" charset="0"/>
                <a:cs typeface="Times New Roman" panose="02020603050405020304" pitchFamily="18" charset="0"/>
              </a:rPr>
              <a:t>where </a:t>
            </a:r>
            <a:r>
              <a:rPr sz="2600" dirty="0">
                <a:solidFill>
                  <a:srgbClr val="002060"/>
                </a:solidFill>
                <a:latin typeface="Times New Roman" panose="02020603050405020304" pitchFamily="18" charset="0"/>
                <a:cs typeface="Times New Roman" panose="02020603050405020304" pitchFamily="18" charset="0"/>
              </a:rPr>
              <a:t>that </a:t>
            </a:r>
            <a:r>
              <a:rPr sz="2600" spc="5" dirty="0">
                <a:solidFill>
                  <a:srgbClr val="002060"/>
                </a:solidFill>
                <a:latin typeface="Times New Roman" panose="02020603050405020304" pitchFamily="18" charset="0"/>
                <a:cs typeface="Times New Roman" panose="02020603050405020304" pitchFamily="18" charset="0"/>
              </a:rPr>
              <a:t>page </a:t>
            </a:r>
            <a:r>
              <a:rPr sz="2600" spc="-5" dirty="0">
                <a:solidFill>
                  <a:srgbClr val="002060"/>
                </a:solidFill>
                <a:latin typeface="Times New Roman" panose="02020603050405020304" pitchFamily="18" charset="0"/>
                <a:cs typeface="Times New Roman" panose="02020603050405020304" pitchFamily="18" charset="0"/>
              </a:rPr>
              <a:t>is </a:t>
            </a:r>
            <a:r>
              <a:rPr sz="2600" dirty="0">
                <a:solidFill>
                  <a:srgbClr val="002060"/>
                </a:solidFill>
                <a:latin typeface="Times New Roman" panose="02020603050405020304" pitchFamily="18" charset="0"/>
                <a:cs typeface="Times New Roman" panose="02020603050405020304" pitchFamily="18" charset="0"/>
              </a:rPr>
              <a:t>stored </a:t>
            </a:r>
            <a:r>
              <a:rPr sz="2600" spc="-5" dirty="0">
                <a:solidFill>
                  <a:srgbClr val="002060"/>
                </a:solidFill>
                <a:latin typeface="Times New Roman" panose="02020603050405020304" pitchFamily="18" charset="0"/>
                <a:cs typeface="Times New Roman" panose="02020603050405020304" pitchFamily="18" charset="0"/>
              </a:rPr>
              <a:t>in </a:t>
            </a:r>
            <a:r>
              <a:rPr sz="2600" spc="-7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main</a:t>
            </a:r>
            <a:r>
              <a:rPr sz="2600" spc="5" dirty="0">
                <a:solidFill>
                  <a:srgbClr val="002060"/>
                </a:solidFill>
                <a:latin typeface="Times New Roman" panose="02020603050405020304" pitchFamily="18" charset="0"/>
                <a:cs typeface="Times New Roman" panose="02020603050405020304" pitchFamily="18" charset="0"/>
              </a:rPr>
              <a:t> </a:t>
            </a:r>
            <a:r>
              <a:rPr sz="2600" spc="-25" dirty="0">
                <a:solidFill>
                  <a:srgbClr val="002060"/>
                </a:solidFill>
                <a:latin typeface="Times New Roman" panose="02020603050405020304" pitchFamily="18" charset="0"/>
                <a:cs typeface="Times New Roman" panose="02020603050405020304" pitchFamily="18" charset="0"/>
              </a:rPr>
              <a:t>memory.</a:t>
            </a:r>
            <a:endParaRPr sz="2600" dirty="0">
              <a:solidFill>
                <a:srgbClr val="002060"/>
              </a:solidFill>
              <a:latin typeface="Times New Roman" panose="02020603050405020304" pitchFamily="18" charset="0"/>
              <a:cs typeface="Times New Roman" panose="02020603050405020304" pitchFamily="18" charset="0"/>
            </a:endParaRPr>
          </a:p>
          <a:p>
            <a:pPr marL="241300" marR="5080" indent="-229235" algn="just">
              <a:spcBef>
                <a:spcPts val="1775"/>
              </a:spcBef>
              <a:buSzPct val="78846"/>
              <a:buChar char="•"/>
              <a:tabLst>
                <a:tab pos="241935" algn="l"/>
              </a:tabLst>
            </a:pPr>
            <a:r>
              <a:rPr lang="en-IN" sz="2600" dirty="0" smtClean="0">
                <a:solidFill>
                  <a:srgbClr val="002060"/>
                </a:solidFill>
                <a:latin typeface="Times New Roman" panose="02020603050405020304" pitchFamily="18" charset="0"/>
                <a:cs typeface="Times New Roman" panose="02020603050405020304" pitchFamily="18" charset="0"/>
              </a:rPr>
              <a:t>The </a:t>
            </a:r>
            <a:r>
              <a:rPr sz="2600" b="1" dirty="0" smtClean="0">
                <a:solidFill>
                  <a:srgbClr val="002060"/>
                </a:solidFill>
                <a:latin typeface="Times New Roman" panose="02020603050405020304" pitchFamily="18" charset="0"/>
                <a:cs typeface="Times New Roman" panose="02020603050405020304" pitchFamily="18" charset="0"/>
              </a:rPr>
              <a:t>frame </a:t>
            </a:r>
            <a:r>
              <a:rPr sz="2600" b="1" dirty="0">
                <a:solidFill>
                  <a:srgbClr val="002060"/>
                </a:solidFill>
                <a:latin typeface="Times New Roman" panose="02020603050405020304" pitchFamily="18" charset="0"/>
                <a:cs typeface="Times New Roman" panose="02020603050405020304" pitchFamily="18" charset="0"/>
              </a:rPr>
              <a:t>number </a:t>
            </a:r>
            <a:r>
              <a:rPr sz="2600" spc="-5" dirty="0">
                <a:solidFill>
                  <a:srgbClr val="002060"/>
                </a:solidFill>
                <a:latin typeface="Times New Roman" panose="02020603050405020304" pitchFamily="18" charset="0"/>
                <a:cs typeface="Times New Roman" panose="02020603050405020304" pitchFamily="18" charset="0"/>
              </a:rPr>
              <a:t>is </a:t>
            </a:r>
            <a:r>
              <a:rPr sz="2600" dirty="0" smtClean="0">
                <a:solidFill>
                  <a:srgbClr val="002060"/>
                </a:solidFill>
                <a:latin typeface="Times New Roman" panose="02020603050405020304" pitchFamily="18" charset="0"/>
                <a:cs typeface="Times New Roman" panose="02020603050405020304" pitchFamily="18" charset="0"/>
              </a:rPr>
              <a:t>combined</a:t>
            </a:r>
            <a:r>
              <a:rPr lang="en-IN" sz="2600"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with</a:t>
            </a:r>
            <a:r>
              <a:rPr sz="2600" spc="-10" dirty="0" smtClean="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 </a:t>
            </a:r>
            <a:r>
              <a:rPr sz="2600" b="1" spc="5" dirty="0">
                <a:solidFill>
                  <a:srgbClr val="002060"/>
                </a:solidFill>
                <a:latin typeface="Times New Roman" panose="02020603050405020304" pitchFamily="18" charset="0"/>
                <a:cs typeface="Times New Roman" panose="02020603050405020304" pitchFamily="18" charset="0"/>
              </a:rPr>
              <a:t>page</a:t>
            </a:r>
            <a:r>
              <a:rPr sz="2600" b="1" spc="-15" dirty="0">
                <a:solidFill>
                  <a:srgbClr val="002060"/>
                </a:solidFill>
                <a:latin typeface="Times New Roman" panose="02020603050405020304" pitchFamily="18" charset="0"/>
                <a:cs typeface="Times New Roman" panose="02020603050405020304" pitchFamily="18" charset="0"/>
              </a:rPr>
              <a:t> </a:t>
            </a:r>
            <a:r>
              <a:rPr sz="2600" b="1" dirty="0">
                <a:solidFill>
                  <a:srgbClr val="002060"/>
                </a:solidFill>
                <a:latin typeface="Times New Roman" panose="02020603050405020304" pitchFamily="18" charset="0"/>
                <a:cs typeface="Times New Roman" panose="02020603050405020304" pitchFamily="18" charset="0"/>
              </a:rPr>
              <a:t>offset</a:t>
            </a:r>
            <a:r>
              <a:rPr sz="2600" b="1"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and forms</a:t>
            </a:r>
            <a:r>
              <a:rPr sz="2600" spc="-1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a:t>
            </a:r>
            <a:r>
              <a:rPr sz="2600" spc="15" dirty="0">
                <a:solidFill>
                  <a:srgbClr val="002060"/>
                </a:solidFill>
                <a:latin typeface="Times New Roman" panose="02020603050405020304" pitchFamily="18" charset="0"/>
                <a:cs typeface="Times New Roman" panose="02020603050405020304" pitchFamily="18" charset="0"/>
              </a:rPr>
              <a:t> </a:t>
            </a:r>
            <a:r>
              <a:rPr sz="2600" b="1" dirty="0">
                <a:solidFill>
                  <a:srgbClr val="002060"/>
                </a:solidFill>
                <a:latin typeface="Times New Roman" panose="02020603050405020304" pitchFamily="18" charset="0"/>
                <a:cs typeface="Times New Roman" panose="02020603050405020304" pitchFamily="18" charset="0"/>
              </a:rPr>
              <a:t>required</a:t>
            </a:r>
            <a:r>
              <a:rPr sz="2600" b="1" spc="-5" dirty="0">
                <a:solidFill>
                  <a:srgbClr val="002060"/>
                </a:solidFill>
                <a:latin typeface="Times New Roman" panose="02020603050405020304" pitchFamily="18" charset="0"/>
                <a:cs typeface="Times New Roman" panose="02020603050405020304" pitchFamily="18" charset="0"/>
              </a:rPr>
              <a:t> </a:t>
            </a:r>
            <a:r>
              <a:rPr sz="2600" b="1" dirty="0">
                <a:solidFill>
                  <a:srgbClr val="002060"/>
                </a:solidFill>
                <a:latin typeface="Times New Roman" panose="02020603050405020304" pitchFamily="18" charset="0"/>
                <a:cs typeface="Times New Roman" panose="02020603050405020304" pitchFamily="18" charset="0"/>
              </a:rPr>
              <a:t>physical</a:t>
            </a:r>
            <a:r>
              <a:rPr sz="2600" b="1" spc="15" dirty="0">
                <a:solidFill>
                  <a:srgbClr val="002060"/>
                </a:solidFill>
                <a:latin typeface="Times New Roman" panose="02020603050405020304" pitchFamily="18" charset="0"/>
                <a:cs typeface="Times New Roman" panose="02020603050405020304" pitchFamily="18" charset="0"/>
              </a:rPr>
              <a:t> </a:t>
            </a:r>
            <a:r>
              <a:rPr sz="2600" b="1" dirty="0">
                <a:solidFill>
                  <a:srgbClr val="002060"/>
                </a:solidFill>
                <a:latin typeface="Times New Roman" panose="02020603050405020304" pitchFamily="18" charset="0"/>
                <a:cs typeface="Times New Roman" panose="02020603050405020304" pitchFamily="18" charset="0"/>
              </a:rPr>
              <a:t>address.</a:t>
            </a:r>
            <a:endParaRPr sz="2600" dirty="0">
              <a:solidFill>
                <a:srgbClr val="002060"/>
              </a:solidFill>
              <a:latin typeface="Times New Roman" panose="02020603050405020304" pitchFamily="18" charset="0"/>
              <a:cs typeface="Times New Roman" panose="02020603050405020304" pitchFamily="18" charset="0"/>
            </a:endParaRPr>
          </a:p>
        </p:txBody>
      </p:sp>
      <p:sp>
        <p:nvSpPr>
          <p:cNvPr id="5" name="Title 4"/>
          <p:cNvSpPr>
            <a:spLocks noGrp="1"/>
          </p:cNvSpPr>
          <p:nvPr>
            <p:ph type="title"/>
          </p:nvPr>
        </p:nvSpPr>
        <p:spPr>
          <a:xfrm>
            <a:off x="1097280" y="286604"/>
            <a:ext cx="10058400" cy="1262652"/>
          </a:xfrm>
        </p:spPr>
        <p:txBody>
          <a:bodyPr/>
          <a:lstStyle/>
          <a:p>
            <a:r>
              <a:rPr lang="en-IN" b="1" spc="5" dirty="0">
                <a:uFill>
                  <a:solidFill>
                    <a:srgbClr val="624722"/>
                  </a:solidFill>
                </a:uFill>
              </a:rPr>
              <a:t>Page</a:t>
            </a:r>
            <a:r>
              <a:rPr lang="en-IN" b="1" spc="-35" dirty="0">
                <a:uFill>
                  <a:solidFill>
                    <a:srgbClr val="624722"/>
                  </a:solidFill>
                </a:uFill>
              </a:rPr>
              <a:t> Table </a:t>
            </a:r>
            <a:r>
              <a:rPr lang="en-IN" b="1" dirty="0">
                <a:uFill>
                  <a:solidFill>
                    <a:srgbClr val="624722"/>
                  </a:solidFill>
                </a:uFill>
              </a:rPr>
              <a:t>in</a:t>
            </a:r>
            <a:r>
              <a:rPr lang="en-IN" b="1" spc="-20" dirty="0">
                <a:uFill>
                  <a:solidFill>
                    <a:srgbClr val="624722"/>
                  </a:solidFill>
                </a:uFill>
              </a:rPr>
              <a:t> </a:t>
            </a:r>
            <a:r>
              <a:rPr lang="en-IN" b="1" dirty="0" smtClean="0">
                <a:uFill>
                  <a:solidFill>
                    <a:srgbClr val="624722"/>
                  </a:solidFill>
                </a:uFill>
              </a:rPr>
              <a:t>OS</a:t>
            </a:r>
            <a:endParaRPr lang="en-IN"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p:nvPr/>
        </p:nvSpPr>
        <p:spPr>
          <a:xfrm>
            <a:off x="1143000" y="1775466"/>
            <a:ext cx="10515600" cy="4684616"/>
          </a:xfrm>
          <a:prstGeom prst="rect">
            <a:avLst/>
          </a:prstGeom>
        </p:spPr>
        <p:txBody>
          <a:bodyPr vert="horz" wrap="square" lIns="0" tIns="46990" rIns="0" bIns="0" rtlCol="0">
            <a:spAutoFit/>
          </a:bodyPr>
          <a:lstStyle/>
          <a:p>
            <a:pPr marL="241300" indent="-229235">
              <a:lnSpc>
                <a:spcPct val="150000"/>
              </a:lnSpc>
              <a:spcBef>
                <a:spcPts val="370"/>
              </a:spcBef>
              <a:buSzPct val="80357"/>
              <a:buChar char="•"/>
              <a:tabLst>
                <a:tab pos="241300" algn="l"/>
                <a:tab pos="241935" algn="l"/>
              </a:tabLst>
            </a:pPr>
            <a:r>
              <a:rPr sz="2600" spc="-5" dirty="0">
                <a:solidFill>
                  <a:srgbClr val="002060"/>
                </a:solidFill>
                <a:latin typeface="Times New Roman" panose="02020603050405020304" pitchFamily="18" charset="0"/>
                <a:cs typeface="Times New Roman" panose="02020603050405020304" pitchFamily="18" charset="0"/>
              </a:rPr>
              <a:t>So,</a:t>
            </a:r>
            <a:r>
              <a:rPr sz="2600" spc="-6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1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physical</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address</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consists</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of</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two</a:t>
            </a:r>
            <a:r>
              <a:rPr sz="2600" dirty="0">
                <a:solidFill>
                  <a:srgbClr val="002060"/>
                </a:solidFill>
                <a:latin typeface="Times New Roman" panose="02020603050405020304" pitchFamily="18" charset="0"/>
                <a:cs typeface="Times New Roman" panose="02020603050405020304" pitchFamily="18" charset="0"/>
              </a:rPr>
              <a:t> parts:</a:t>
            </a:r>
          </a:p>
          <a:p>
            <a:pPr marL="698500" lvl="1" indent="-229235">
              <a:lnSpc>
                <a:spcPct val="150000"/>
              </a:lnSpc>
              <a:spcBef>
                <a:spcPts val="265"/>
              </a:spcBef>
              <a:buSzPct val="80357"/>
              <a:buChar char="•"/>
              <a:tabLst>
                <a:tab pos="698500" algn="l"/>
                <a:tab pos="699135" algn="l"/>
              </a:tabLst>
            </a:pPr>
            <a:r>
              <a:rPr sz="2600" b="1" spc="-5" dirty="0">
                <a:solidFill>
                  <a:schemeClr val="accent2">
                    <a:lumMod val="75000"/>
                  </a:schemeClr>
                </a:solidFill>
                <a:latin typeface="Times New Roman" panose="02020603050405020304" pitchFamily="18" charset="0"/>
                <a:cs typeface="Times New Roman" panose="02020603050405020304" pitchFamily="18" charset="0"/>
              </a:rPr>
              <a:t>Page</a:t>
            </a:r>
            <a:r>
              <a:rPr sz="2600" b="1" spc="-30" dirty="0">
                <a:solidFill>
                  <a:schemeClr val="accent2">
                    <a:lumMod val="75000"/>
                  </a:schemeClr>
                </a:solidFill>
                <a:latin typeface="Times New Roman" panose="02020603050405020304" pitchFamily="18" charset="0"/>
                <a:cs typeface="Times New Roman" panose="02020603050405020304" pitchFamily="18" charset="0"/>
              </a:rPr>
              <a:t> </a:t>
            </a:r>
            <a:r>
              <a:rPr sz="2600" b="1" spc="-5" dirty="0" smtClean="0">
                <a:solidFill>
                  <a:schemeClr val="accent2">
                    <a:lumMod val="75000"/>
                  </a:schemeClr>
                </a:solidFill>
                <a:latin typeface="Times New Roman" panose="02020603050405020304" pitchFamily="18" charset="0"/>
                <a:cs typeface="Times New Roman" panose="02020603050405020304" pitchFamily="18" charset="0"/>
              </a:rPr>
              <a:t>offset</a:t>
            </a:r>
            <a:r>
              <a:rPr lang="en-IN" sz="2600" b="1" spc="-5" dirty="0" smtClean="0">
                <a:solidFill>
                  <a:schemeClr val="accent2">
                    <a:lumMod val="75000"/>
                  </a:schemeClr>
                </a:solidFill>
                <a:latin typeface="Times New Roman" panose="02020603050405020304" pitchFamily="18" charset="0"/>
                <a:cs typeface="Times New Roman" panose="02020603050405020304" pitchFamily="18" charset="0"/>
              </a:rPr>
              <a:t> </a:t>
            </a:r>
            <a:r>
              <a:rPr sz="2600" b="1" spc="-5" dirty="0" smtClean="0">
                <a:solidFill>
                  <a:schemeClr val="accent2">
                    <a:lumMod val="75000"/>
                  </a:schemeClr>
                </a:solidFill>
                <a:latin typeface="Times New Roman" panose="02020603050405020304" pitchFamily="18" charset="0"/>
                <a:cs typeface="Times New Roman" panose="02020603050405020304" pitchFamily="18" charset="0"/>
              </a:rPr>
              <a:t>(</a:t>
            </a:r>
            <a:r>
              <a:rPr sz="2600" b="1" spc="-5" dirty="0">
                <a:solidFill>
                  <a:schemeClr val="accent2">
                    <a:lumMod val="75000"/>
                  </a:schemeClr>
                </a:solidFill>
                <a:latin typeface="Times New Roman" panose="02020603050405020304" pitchFamily="18" charset="0"/>
                <a:cs typeface="Times New Roman" panose="02020603050405020304" pitchFamily="18" charset="0"/>
              </a:rPr>
              <a:t>d)</a:t>
            </a:r>
            <a:endParaRPr sz="2600" b="1" dirty="0">
              <a:solidFill>
                <a:schemeClr val="accent2">
                  <a:lumMod val="75000"/>
                </a:schemeClr>
              </a:solidFill>
              <a:latin typeface="Times New Roman" panose="02020603050405020304" pitchFamily="18" charset="0"/>
              <a:cs typeface="Times New Roman" panose="02020603050405020304" pitchFamily="18" charset="0"/>
            </a:endParaRPr>
          </a:p>
          <a:p>
            <a:pPr marL="698500" lvl="1" indent="-229235">
              <a:lnSpc>
                <a:spcPct val="150000"/>
              </a:lnSpc>
              <a:spcBef>
                <a:spcPts val="265"/>
              </a:spcBef>
              <a:buSzPct val="80357"/>
              <a:buChar char="•"/>
              <a:tabLst>
                <a:tab pos="698500" algn="l"/>
                <a:tab pos="699135" algn="l"/>
              </a:tabLst>
            </a:pPr>
            <a:r>
              <a:rPr sz="2600" b="1" spc="-5" dirty="0">
                <a:solidFill>
                  <a:schemeClr val="accent2">
                    <a:lumMod val="75000"/>
                  </a:schemeClr>
                </a:solidFill>
                <a:latin typeface="Times New Roman" panose="02020603050405020304" pitchFamily="18" charset="0"/>
                <a:cs typeface="Times New Roman" panose="02020603050405020304" pitchFamily="18" charset="0"/>
              </a:rPr>
              <a:t>Frame</a:t>
            </a:r>
            <a:r>
              <a:rPr sz="2600" b="1" spc="10" dirty="0">
                <a:solidFill>
                  <a:schemeClr val="accent2">
                    <a:lumMod val="75000"/>
                  </a:schemeClr>
                </a:solidFill>
                <a:latin typeface="Times New Roman" panose="02020603050405020304" pitchFamily="18" charset="0"/>
                <a:cs typeface="Times New Roman" panose="02020603050405020304" pitchFamily="18" charset="0"/>
              </a:rPr>
              <a:t> </a:t>
            </a:r>
            <a:r>
              <a:rPr sz="2600" b="1" spc="-5" dirty="0" smtClean="0">
                <a:solidFill>
                  <a:schemeClr val="accent2">
                    <a:lumMod val="75000"/>
                  </a:schemeClr>
                </a:solidFill>
                <a:latin typeface="Times New Roman" panose="02020603050405020304" pitchFamily="18" charset="0"/>
                <a:cs typeface="Times New Roman" panose="02020603050405020304" pitchFamily="18" charset="0"/>
              </a:rPr>
              <a:t>Number</a:t>
            </a:r>
            <a:r>
              <a:rPr lang="en-IN" sz="2600" b="1" spc="-5" dirty="0" smtClean="0">
                <a:solidFill>
                  <a:schemeClr val="accent2">
                    <a:lumMod val="75000"/>
                  </a:schemeClr>
                </a:solidFill>
                <a:latin typeface="Times New Roman" panose="02020603050405020304" pitchFamily="18" charset="0"/>
                <a:cs typeface="Times New Roman" panose="02020603050405020304" pitchFamily="18" charset="0"/>
              </a:rPr>
              <a:t> </a:t>
            </a:r>
            <a:r>
              <a:rPr sz="2600" b="1" spc="-5" dirty="0" smtClean="0">
                <a:solidFill>
                  <a:schemeClr val="accent2">
                    <a:lumMod val="75000"/>
                  </a:schemeClr>
                </a:solidFill>
                <a:latin typeface="Times New Roman" panose="02020603050405020304" pitchFamily="18" charset="0"/>
                <a:cs typeface="Times New Roman" panose="02020603050405020304" pitchFamily="18" charset="0"/>
              </a:rPr>
              <a:t>(</a:t>
            </a:r>
            <a:r>
              <a:rPr sz="2600" b="1" spc="-5" dirty="0">
                <a:solidFill>
                  <a:schemeClr val="accent2">
                    <a:lumMod val="75000"/>
                  </a:schemeClr>
                </a:solidFill>
                <a:latin typeface="Times New Roman" panose="02020603050405020304" pitchFamily="18" charset="0"/>
                <a:cs typeface="Times New Roman" panose="02020603050405020304" pitchFamily="18" charset="0"/>
              </a:rPr>
              <a:t>f)</a:t>
            </a:r>
            <a:endParaRPr sz="2600" b="1" dirty="0">
              <a:solidFill>
                <a:schemeClr val="accent2">
                  <a:lumMod val="75000"/>
                </a:schemeClr>
              </a:solidFill>
              <a:latin typeface="Times New Roman" panose="02020603050405020304" pitchFamily="18" charset="0"/>
              <a:cs typeface="Times New Roman" panose="02020603050405020304" pitchFamily="18" charset="0"/>
            </a:endParaRPr>
          </a:p>
          <a:p>
            <a:pPr marL="12700">
              <a:lnSpc>
                <a:spcPct val="150000"/>
              </a:lnSpc>
              <a:spcBef>
                <a:spcPts val="1465"/>
              </a:spcBef>
            </a:pPr>
            <a:r>
              <a:rPr sz="2600" spc="-5" dirty="0">
                <a:solidFill>
                  <a:srgbClr val="002060"/>
                </a:solidFill>
                <a:latin typeface="Times New Roman" panose="02020603050405020304" pitchFamily="18" charset="0"/>
                <a:cs typeface="Times New Roman" panose="02020603050405020304" pitchFamily="18" charset="0"/>
              </a:rPr>
              <a:t>where,</a:t>
            </a:r>
            <a:endParaRPr sz="2600" dirty="0">
              <a:solidFill>
                <a:srgbClr val="002060"/>
              </a:solidFill>
              <a:latin typeface="Times New Roman" panose="02020603050405020304" pitchFamily="18" charset="0"/>
              <a:cs typeface="Times New Roman" panose="02020603050405020304" pitchFamily="18" charset="0"/>
            </a:endParaRPr>
          </a:p>
          <a:p>
            <a:pPr marL="698500" marR="5715" lvl="1" indent="-228600">
              <a:lnSpc>
                <a:spcPct val="150000"/>
              </a:lnSpc>
              <a:spcBef>
                <a:spcPts val="650"/>
              </a:spcBef>
              <a:buSzPct val="80357"/>
              <a:buChar char="•"/>
              <a:tabLst>
                <a:tab pos="698500" algn="l"/>
                <a:tab pos="699135" algn="l"/>
                <a:tab pos="1510665" algn="l"/>
                <a:tab pos="2740660" algn="l"/>
                <a:tab pos="4150360" algn="l"/>
                <a:tab pos="4607560" algn="l"/>
                <a:tab pos="5579110" algn="l"/>
                <a:tab pos="6075680" algn="l"/>
                <a:tab pos="7503795" algn="l"/>
                <a:tab pos="8197215" algn="l"/>
              </a:tabLst>
            </a:pPr>
            <a:r>
              <a:rPr sz="2600" spc="-5" dirty="0">
                <a:solidFill>
                  <a:srgbClr val="002060"/>
                </a:solidFill>
                <a:latin typeface="Times New Roman" panose="02020603050405020304" pitchFamily="18" charset="0"/>
                <a:cs typeface="Times New Roman" panose="02020603050405020304" pitchFamily="18" charset="0"/>
              </a:rPr>
              <a:t>The	F</a:t>
            </a:r>
            <a:r>
              <a:rPr sz="2600" dirty="0">
                <a:solidFill>
                  <a:srgbClr val="002060"/>
                </a:solidFill>
                <a:latin typeface="Times New Roman" panose="02020603050405020304" pitchFamily="18" charset="0"/>
                <a:cs typeface="Times New Roman" panose="02020603050405020304" pitchFamily="18" charset="0"/>
              </a:rPr>
              <a:t>r</a:t>
            </a:r>
            <a:r>
              <a:rPr sz="2600" spc="5" dirty="0">
                <a:solidFill>
                  <a:srgbClr val="002060"/>
                </a:solidFill>
                <a:latin typeface="Times New Roman" panose="02020603050405020304" pitchFamily="18" charset="0"/>
                <a:cs typeface="Times New Roman" panose="02020603050405020304" pitchFamily="18" charset="0"/>
              </a:rPr>
              <a:t>a</a:t>
            </a:r>
            <a:r>
              <a:rPr sz="2600" spc="-5" dirty="0">
                <a:solidFill>
                  <a:srgbClr val="002060"/>
                </a:solidFill>
                <a:latin typeface="Times New Roman" panose="02020603050405020304" pitchFamily="18" charset="0"/>
                <a:cs typeface="Times New Roman" panose="02020603050405020304" pitchFamily="18" charset="0"/>
              </a:rPr>
              <a:t>me</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n</a:t>
            </a:r>
            <a:r>
              <a:rPr sz="2600" spc="10" dirty="0">
                <a:solidFill>
                  <a:srgbClr val="002060"/>
                </a:solidFill>
                <a:latin typeface="Times New Roman" panose="02020603050405020304" pitchFamily="18" charset="0"/>
                <a:cs typeface="Times New Roman" panose="02020603050405020304" pitchFamily="18" charset="0"/>
              </a:rPr>
              <a:t>u</a:t>
            </a:r>
            <a:r>
              <a:rPr sz="2600" dirty="0">
                <a:solidFill>
                  <a:srgbClr val="002060"/>
                </a:solidFill>
                <a:latin typeface="Times New Roman" panose="02020603050405020304" pitchFamily="18" charset="0"/>
                <a:cs typeface="Times New Roman" panose="02020603050405020304" pitchFamily="18" charset="0"/>
              </a:rPr>
              <a:t>m</a:t>
            </a:r>
            <a:r>
              <a:rPr sz="2600" spc="-5" dirty="0">
                <a:solidFill>
                  <a:srgbClr val="002060"/>
                </a:solidFill>
                <a:latin typeface="Times New Roman" panose="02020603050405020304" pitchFamily="18" charset="0"/>
                <a:cs typeface="Times New Roman" panose="02020603050405020304" pitchFamily="18" charset="0"/>
              </a:rPr>
              <a:t>b</a:t>
            </a:r>
            <a:r>
              <a:rPr sz="2600" dirty="0">
                <a:solidFill>
                  <a:srgbClr val="002060"/>
                </a:solidFill>
                <a:latin typeface="Times New Roman" panose="02020603050405020304" pitchFamily="18" charset="0"/>
                <a:cs typeface="Times New Roman" panose="02020603050405020304" pitchFamily="18" charset="0"/>
              </a:rPr>
              <a:t>e</a:t>
            </a:r>
            <a:r>
              <a:rPr sz="2600" spc="-5" dirty="0">
                <a:solidFill>
                  <a:srgbClr val="002060"/>
                </a:solidFill>
                <a:latin typeface="Times New Roman" panose="02020603050405020304" pitchFamily="18" charset="0"/>
                <a:cs typeface="Times New Roman" panose="02020603050405020304" pitchFamily="18" charset="0"/>
              </a:rPr>
              <a:t>r</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used</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a:t>
            </a:r>
            <a:r>
              <a:rPr sz="2600" dirty="0">
                <a:solidFill>
                  <a:srgbClr val="002060"/>
                </a:solidFill>
                <a:latin typeface="Times New Roman" panose="02020603050405020304" pitchFamily="18" charset="0"/>
                <a:cs typeface="Times New Roman" panose="02020603050405020304" pitchFamily="18" charset="0"/>
              </a:rPr>
              <a:t>n</a:t>
            </a:r>
            <a:r>
              <a:rPr sz="2600" spc="-5" dirty="0">
                <a:solidFill>
                  <a:srgbClr val="002060"/>
                </a:solidFill>
                <a:latin typeface="Times New Roman" panose="02020603050405020304" pitchFamily="18" charset="0"/>
                <a:cs typeface="Times New Roman" panose="02020603050405020304" pitchFamily="18" charset="0"/>
              </a:rPr>
              <a:t>d</a:t>
            </a:r>
            <a:r>
              <a:rPr sz="2600" dirty="0">
                <a:solidFill>
                  <a:srgbClr val="002060"/>
                </a:solidFill>
                <a:latin typeface="Times New Roman" panose="02020603050405020304" pitchFamily="18" charset="0"/>
                <a:cs typeface="Times New Roman" panose="02020603050405020304" pitchFamily="18" charset="0"/>
              </a:rPr>
              <a:t>i</a:t>
            </a:r>
            <a:r>
              <a:rPr sz="2600" spc="-5" dirty="0">
                <a:solidFill>
                  <a:srgbClr val="002060"/>
                </a:solidFill>
                <a:latin typeface="Times New Roman" panose="02020603050405020304" pitchFamily="18" charset="0"/>
                <a:cs typeface="Times New Roman" panose="02020603050405020304" pitchFamily="18" charset="0"/>
              </a:rPr>
              <a:t>c</a:t>
            </a:r>
            <a:r>
              <a:rPr sz="2600" dirty="0">
                <a:solidFill>
                  <a:srgbClr val="002060"/>
                </a:solidFill>
                <a:latin typeface="Times New Roman" panose="02020603050405020304" pitchFamily="18" charset="0"/>
                <a:cs typeface="Times New Roman" panose="02020603050405020304" pitchFamily="18" charset="0"/>
              </a:rPr>
              <a:t>a</a:t>
            </a:r>
            <a:r>
              <a:rPr sz="2600" spc="-5" dirty="0">
                <a:solidFill>
                  <a:srgbClr val="002060"/>
                </a:solidFill>
                <a:latin typeface="Times New Roman" panose="02020603050405020304" pitchFamily="18" charset="0"/>
                <a:cs typeface="Times New Roman" panose="02020603050405020304" pitchFamily="18" charset="0"/>
              </a:rPr>
              <a:t>te</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a:t>
            </a:r>
            <a:r>
              <a:rPr sz="2600" dirty="0">
                <a:solidFill>
                  <a:srgbClr val="002060"/>
                </a:solidFill>
                <a:latin typeface="Times New Roman" panose="02020603050405020304" pitchFamily="18" charset="0"/>
                <a:cs typeface="Times New Roman" panose="02020603050405020304" pitchFamily="18" charset="0"/>
              </a:rPr>
              <a:t>p</a:t>
            </a:r>
            <a:r>
              <a:rPr sz="2600" spc="-5" dirty="0">
                <a:solidFill>
                  <a:srgbClr val="002060"/>
                </a:solidFill>
                <a:latin typeface="Times New Roman" panose="02020603050405020304" pitchFamily="18" charset="0"/>
                <a:cs typeface="Times New Roman" panose="02020603050405020304" pitchFamily="18" charset="0"/>
              </a:rPr>
              <a:t>e</a:t>
            </a:r>
            <a:r>
              <a:rPr sz="2600" dirty="0">
                <a:solidFill>
                  <a:srgbClr val="002060"/>
                </a:solidFill>
                <a:latin typeface="Times New Roman" panose="02020603050405020304" pitchFamily="18" charset="0"/>
                <a:cs typeface="Times New Roman" panose="02020603050405020304" pitchFamily="18" charset="0"/>
              </a:rPr>
              <a:t>c</a:t>
            </a:r>
            <a:r>
              <a:rPr sz="2600" spc="-5" dirty="0">
                <a:solidFill>
                  <a:srgbClr val="002060"/>
                </a:solidFill>
                <a:latin typeface="Times New Roman" panose="02020603050405020304" pitchFamily="18" charset="0"/>
                <a:cs typeface="Times New Roman" panose="02020603050405020304" pitchFamily="18" charset="0"/>
              </a:rPr>
              <a:t>ific  frame</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where</a:t>
            </a:r>
            <a:r>
              <a:rPr sz="2600" spc="3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dirty="0">
                <a:solidFill>
                  <a:srgbClr val="002060"/>
                </a:solidFill>
                <a:latin typeface="Times New Roman" panose="02020603050405020304" pitchFamily="18" charset="0"/>
                <a:cs typeface="Times New Roman" panose="02020603050405020304" pitchFamily="18" charset="0"/>
              </a:rPr>
              <a:t> required</a:t>
            </a:r>
            <a:r>
              <a:rPr sz="2600" spc="2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page</a:t>
            </a:r>
            <a:r>
              <a:rPr sz="2600" spc="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 </a:t>
            </a:r>
            <a:r>
              <a:rPr sz="2600" dirty="0">
                <a:solidFill>
                  <a:srgbClr val="002060"/>
                </a:solidFill>
                <a:latin typeface="Times New Roman" panose="02020603050405020304" pitchFamily="18" charset="0"/>
                <a:cs typeface="Times New Roman" panose="02020603050405020304" pitchFamily="18" charset="0"/>
              </a:rPr>
              <a:t>stored.</a:t>
            </a:r>
          </a:p>
          <a:p>
            <a:pPr marL="698500" marR="5080" lvl="1" indent="-228600">
              <a:lnSpc>
                <a:spcPct val="150000"/>
              </a:lnSpc>
              <a:spcBef>
                <a:spcPts val="600"/>
              </a:spcBef>
              <a:buSzPct val="80357"/>
              <a:buChar char="•"/>
              <a:tabLst>
                <a:tab pos="698500" algn="l"/>
                <a:tab pos="699135" algn="l"/>
              </a:tabLst>
            </a:pPr>
            <a:r>
              <a:rPr sz="2600" spc="-5" dirty="0" smtClean="0">
                <a:solidFill>
                  <a:srgbClr val="002060"/>
                </a:solidFill>
                <a:latin typeface="Times New Roman" panose="02020603050405020304" pitchFamily="18" charset="0"/>
                <a:cs typeface="Times New Roman" panose="02020603050405020304" pitchFamily="18" charset="0"/>
              </a:rPr>
              <a:t>Page</a:t>
            </a:r>
            <a:r>
              <a:rPr sz="2600" spc="125" dirty="0" smtClean="0">
                <a:solidFill>
                  <a:srgbClr val="002060"/>
                </a:solidFill>
                <a:latin typeface="Times New Roman" panose="02020603050405020304" pitchFamily="18" charset="0"/>
                <a:cs typeface="Times New Roman" panose="02020603050405020304" pitchFamily="18" charset="0"/>
              </a:rPr>
              <a:t> </a:t>
            </a:r>
            <a:r>
              <a:rPr sz="2600" spc="-15" dirty="0">
                <a:solidFill>
                  <a:srgbClr val="002060"/>
                </a:solidFill>
                <a:latin typeface="Times New Roman" panose="02020603050405020304" pitchFamily="18" charset="0"/>
                <a:cs typeface="Times New Roman" panose="02020603050405020304" pitchFamily="18" charset="0"/>
              </a:rPr>
              <a:t>Offset</a:t>
            </a:r>
            <a:r>
              <a:rPr sz="2600" spc="10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indicates</a:t>
            </a:r>
            <a:r>
              <a:rPr sz="2600" spc="1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1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specific</a:t>
            </a:r>
            <a:r>
              <a:rPr sz="2600" spc="1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word</a:t>
            </a:r>
            <a:r>
              <a:rPr sz="2600" spc="114"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that</a:t>
            </a:r>
            <a:r>
              <a:rPr sz="2600" spc="10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has</a:t>
            </a:r>
            <a:r>
              <a:rPr sz="2600" spc="95" dirty="0">
                <a:solidFill>
                  <a:srgbClr val="002060"/>
                </a:solidFill>
                <a:latin typeface="Times New Roman" panose="02020603050405020304" pitchFamily="18" charset="0"/>
                <a:cs typeface="Times New Roman" panose="02020603050405020304" pitchFamily="18" charset="0"/>
              </a:rPr>
              <a:t> </a:t>
            </a:r>
            <a:r>
              <a:rPr sz="2600" spc="-15" dirty="0">
                <a:solidFill>
                  <a:srgbClr val="002060"/>
                </a:solidFill>
                <a:latin typeface="Times New Roman" panose="02020603050405020304" pitchFamily="18" charset="0"/>
                <a:cs typeface="Times New Roman" panose="02020603050405020304" pitchFamily="18" charset="0"/>
              </a:rPr>
              <a:t>to </a:t>
            </a:r>
            <a:r>
              <a:rPr sz="2600" spc="-76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be</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read</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from</a:t>
            </a:r>
            <a:r>
              <a:rPr sz="2600" spc="1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that</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page.</a:t>
            </a:r>
          </a:p>
        </p:txBody>
      </p:sp>
      <p:sp>
        <p:nvSpPr>
          <p:cNvPr id="7" name="object 3"/>
          <p:cNvSpPr txBox="1">
            <a:spLocks noGrp="1"/>
          </p:cNvSpPr>
          <p:nvPr>
            <p:ph type="title"/>
          </p:nvPr>
        </p:nvSpPr>
        <p:spPr>
          <a:xfrm>
            <a:off x="1372616" y="794988"/>
            <a:ext cx="9295384" cy="633507"/>
          </a:xfrm>
          <a:prstGeom prst="rect">
            <a:avLst/>
          </a:prstGeom>
        </p:spPr>
        <p:txBody>
          <a:bodyPr vert="horz" wrap="square" lIns="0" tIns="81280" rIns="0" bIns="0" rtlCol="0">
            <a:spAutoFit/>
          </a:bodyPr>
          <a:lstStyle/>
          <a:p>
            <a:pPr marL="12700" marR="5080">
              <a:lnSpc>
                <a:spcPts val="4320"/>
              </a:lnSpc>
              <a:spcBef>
                <a:spcPts val="640"/>
              </a:spcBef>
            </a:pPr>
            <a:r>
              <a:rPr spc="-30" dirty="0"/>
              <a:t>Translation </a:t>
            </a:r>
            <a:r>
              <a:rPr spc="-5" dirty="0"/>
              <a:t>of Logical </a:t>
            </a:r>
            <a:r>
              <a:rPr spc="-10" dirty="0"/>
              <a:t>Address </a:t>
            </a:r>
            <a:r>
              <a:rPr spc="-5" dirty="0"/>
              <a:t>into </a:t>
            </a:r>
            <a:r>
              <a:rPr u="none" spc="-810" dirty="0"/>
              <a:t> </a:t>
            </a:r>
            <a:r>
              <a:rPr spc="-5" dirty="0"/>
              <a:t>Physical</a:t>
            </a:r>
            <a:r>
              <a:rPr spc="-150" dirty="0"/>
              <a:t> </a:t>
            </a:r>
            <a:r>
              <a:rPr spc="-10" dirty="0"/>
              <a:t>Address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p:nvPr/>
        </p:nvSpPr>
        <p:spPr>
          <a:xfrm>
            <a:off x="1143000" y="1767281"/>
            <a:ext cx="10210800" cy="5130892"/>
          </a:xfrm>
          <a:prstGeom prst="rect">
            <a:avLst/>
          </a:prstGeom>
        </p:spPr>
        <p:txBody>
          <a:bodyPr vert="horz" wrap="square" lIns="0" tIns="97790" rIns="0" bIns="0" rtlCol="0">
            <a:spAutoFit/>
          </a:bodyPr>
          <a:lstStyle/>
          <a:p>
            <a:pPr marL="241300" marR="5715" indent="-229235" algn="just">
              <a:lnSpc>
                <a:spcPct val="150000"/>
              </a:lnSpc>
              <a:spcBef>
                <a:spcPts val="770"/>
              </a:spcBef>
              <a:buSzPct val="80357"/>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The</a:t>
            </a:r>
            <a:r>
              <a:rPr sz="2600" spc="57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Page</a:t>
            </a:r>
            <a:r>
              <a:rPr sz="2600" spc="57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size</a:t>
            </a:r>
            <a:r>
              <a:rPr sz="2600" spc="57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(like</a:t>
            </a:r>
            <a:r>
              <a:rPr sz="2600" spc="57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57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frame</a:t>
            </a:r>
            <a:r>
              <a:rPr sz="2600" spc="56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size)</a:t>
            </a:r>
            <a:r>
              <a:rPr sz="2600" spc="58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spc="56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defined</a:t>
            </a:r>
            <a:r>
              <a:rPr sz="2600" spc="57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with</a:t>
            </a:r>
            <a:r>
              <a:rPr sz="2600" spc="575" dirty="0">
                <a:solidFill>
                  <a:srgbClr val="002060"/>
                </a:solidFill>
                <a:latin typeface="Times New Roman" panose="02020603050405020304" pitchFamily="18" charset="0"/>
                <a:cs typeface="Times New Roman" panose="02020603050405020304" pitchFamily="18" charset="0"/>
              </a:rPr>
              <a:t> </a:t>
            </a:r>
            <a:r>
              <a:rPr sz="2600" spc="-10" dirty="0">
                <a:solidFill>
                  <a:srgbClr val="002060"/>
                </a:solidFill>
                <a:latin typeface="Times New Roman" panose="02020603050405020304" pitchFamily="18" charset="0"/>
                <a:cs typeface="Times New Roman" panose="02020603050405020304" pitchFamily="18" charset="0"/>
              </a:rPr>
              <a:t>the </a:t>
            </a:r>
            <a:r>
              <a:rPr sz="2600" spc="-76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help </a:t>
            </a:r>
            <a:r>
              <a:rPr sz="2600" dirty="0">
                <a:solidFill>
                  <a:srgbClr val="002060"/>
                </a:solidFill>
                <a:latin typeface="Times New Roman" panose="02020603050405020304" pitchFamily="18" charset="0"/>
                <a:cs typeface="Times New Roman" panose="02020603050405020304" pitchFamily="18" charset="0"/>
              </a:rPr>
              <a:t>of hardware. </a:t>
            </a:r>
            <a:r>
              <a:rPr sz="2600" spc="-5" dirty="0">
                <a:solidFill>
                  <a:srgbClr val="002060"/>
                </a:solidFill>
                <a:latin typeface="Times New Roman" panose="02020603050405020304" pitchFamily="18" charset="0"/>
                <a:cs typeface="Times New Roman" panose="02020603050405020304" pitchFamily="18" charset="0"/>
              </a:rPr>
              <a:t>It is </a:t>
            </a:r>
            <a:r>
              <a:rPr sz="2600" dirty="0">
                <a:solidFill>
                  <a:srgbClr val="002060"/>
                </a:solidFill>
                <a:latin typeface="Times New Roman" panose="02020603050405020304" pitchFamily="18" charset="0"/>
                <a:cs typeface="Times New Roman" panose="02020603050405020304" pitchFamily="18" charset="0"/>
              </a:rPr>
              <a:t>important </a:t>
            </a:r>
            <a:r>
              <a:rPr sz="2600" spc="-5" dirty="0">
                <a:solidFill>
                  <a:srgbClr val="002060"/>
                </a:solidFill>
                <a:latin typeface="Times New Roman" panose="02020603050405020304" pitchFamily="18" charset="0"/>
                <a:cs typeface="Times New Roman" panose="02020603050405020304" pitchFamily="18" charset="0"/>
              </a:rPr>
              <a:t>to note </a:t>
            </a:r>
            <a:r>
              <a:rPr sz="2600" dirty="0">
                <a:solidFill>
                  <a:srgbClr val="002060"/>
                </a:solidFill>
                <a:latin typeface="Times New Roman" panose="02020603050405020304" pitchFamily="18" charset="0"/>
                <a:cs typeface="Times New Roman" panose="02020603050405020304" pitchFamily="18" charset="0"/>
              </a:rPr>
              <a:t>here that </a:t>
            </a:r>
            <a:r>
              <a:rPr sz="2600" spc="-5" dirty="0">
                <a:solidFill>
                  <a:srgbClr val="002060"/>
                </a:solidFill>
                <a:latin typeface="Times New Roman" panose="02020603050405020304" pitchFamily="18" charset="0"/>
                <a:cs typeface="Times New Roman" panose="02020603050405020304" pitchFamily="18" charset="0"/>
              </a:rPr>
              <a:t>the size </a:t>
            </a:r>
            <a:r>
              <a:rPr sz="2600" dirty="0">
                <a:solidFill>
                  <a:srgbClr val="002060"/>
                </a:solidFill>
                <a:latin typeface="Times New Roman" panose="02020603050405020304" pitchFamily="18" charset="0"/>
                <a:cs typeface="Times New Roman" panose="02020603050405020304" pitchFamily="18" charset="0"/>
              </a:rPr>
              <a:t> of </a:t>
            </a:r>
            <a:r>
              <a:rPr sz="2600" spc="-5" dirty="0">
                <a:solidFill>
                  <a:srgbClr val="002060"/>
                </a:solidFill>
                <a:latin typeface="Times New Roman" panose="02020603050405020304" pitchFamily="18" charset="0"/>
                <a:cs typeface="Times New Roman" panose="02020603050405020304" pitchFamily="18" charset="0"/>
              </a:rPr>
              <a:t>the </a:t>
            </a:r>
            <a:r>
              <a:rPr sz="2600" dirty="0">
                <a:solidFill>
                  <a:srgbClr val="002060"/>
                </a:solidFill>
                <a:latin typeface="Times New Roman" panose="02020603050405020304" pitchFamily="18" charset="0"/>
                <a:cs typeface="Times New Roman" panose="02020603050405020304" pitchFamily="18" charset="0"/>
              </a:rPr>
              <a:t>page </a:t>
            </a:r>
            <a:r>
              <a:rPr sz="2600" spc="-5" dirty="0">
                <a:solidFill>
                  <a:srgbClr val="002060"/>
                </a:solidFill>
                <a:latin typeface="Times New Roman" panose="02020603050405020304" pitchFamily="18" charset="0"/>
                <a:cs typeface="Times New Roman" panose="02020603050405020304" pitchFamily="18" charset="0"/>
              </a:rPr>
              <a:t>is typically the power </a:t>
            </a:r>
            <a:r>
              <a:rPr sz="2600" dirty="0">
                <a:solidFill>
                  <a:srgbClr val="002060"/>
                </a:solidFill>
                <a:latin typeface="Times New Roman" panose="02020603050405020304" pitchFamily="18" charset="0"/>
                <a:cs typeface="Times New Roman" panose="02020603050405020304" pitchFamily="18" charset="0"/>
              </a:rPr>
              <a:t>of </a:t>
            </a:r>
            <a:r>
              <a:rPr sz="2600" spc="-5" dirty="0">
                <a:solidFill>
                  <a:srgbClr val="002060"/>
                </a:solidFill>
                <a:latin typeface="Times New Roman" panose="02020603050405020304" pitchFamily="18" charset="0"/>
                <a:cs typeface="Times New Roman" panose="02020603050405020304" pitchFamily="18" charset="0"/>
              </a:rPr>
              <a:t>2 </a:t>
            </a:r>
            <a:r>
              <a:rPr sz="2600" dirty="0">
                <a:solidFill>
                  <a:srgbClr val="002060"/>
                </a:solidFill>
                <a:latin typeface="Times New Roman" panose="02020603050405020304" pitchFamily="18" charset="0"/>
                <a:cs typeface="Times New Roman" panose="02020603050405020304" pitchFamily="18" charset="0"/>
              </a:rPr>
              <a:t>that </a:t>
            </a:r>
            <a:r>
              <a:rPr sz="2600" spc="-5" dirty="0">
                <a:solidFill>
                  <a:srgbClr val="002060"/>
                </a:solidFill>
                <a:latin typeface="Times New Roman" panose="02020603050405020304" pitchFamily="18" charset="0"/>
                <a:cs typeface="Times New Roman" panose="02020603050405020304" pitchFamily="18" charset="0"/>
              </a:rPr>
              <a:t>varies between </a:t>
            </a:r>
            <a:r>
              <a:rPr sz="2600" dirty="0">
                <a:solidFill>
                  <a:srgbClr val="002060"/>
                </a:solidFill>
                <a:latin typeface="Times New Roman" panose="02020603050405020304" pitchFamily="18" charset="0"/>
                <a:cs typeface="Times New Roman" panose="02020603050405020304" pitchFamily="18" charset="0"/>
              </a:rPr>
              <a:t> 512 </a:t>
            </a:r>
            <a:r>
              <a:rPr sz="2600" spc="-5" dirty="0">
                <a:solidFill>
                  <a:srgbClr val="002060"/>
                </a:solidFill>
                <a:latin typeface="Times New Roman" panose="02020603050405020304" pitchFamily="18" charset="0"/>
                <a:cs typeface="Times New Roman" panose="02020603050405020304" pitchFamily="18" charset="0"/>
              </a:rPr>
              <a:t>bytes </a:t>
            </a:r>
            <a:r>
              <a:rPr sz="2600" dirty="0">
                <a:solidFill>
                  <a:srgbClr val="002060"/>
                </a:solidFill>
                <a:latin typeface="Times New Roman" panose="02020603050405020304" pitchFamily="18" charset="0"/>
                <a:cs typeface="Times New Roman" panose="02020603050405020304" pitchFamily="18" charset="0"/>
              </a:rPr>
              <a:t>and </a:t>
            </a:r>
            <a:r>
              <a:rPr sz="2600" spc="-5" dirty="0">
                <a:solidFill>
                  <a:srgbClr val="002060"/>
                </a:solidFill>
                <a:latin typeface="Times New Roman" panose="02020603050405020304" pitchFamily="18" charset="0"/>
                <a:cs typeface="Times New Roman" panose="02020603050405020304" pitchFamily="18" charset="0"/>
              </a:rPr>
              <a:t>16 </a:t>
            </a:r>
            <a:r>
              <a:rPr sz="2600" spc="-10" dirty="0">
                <a:solidFill>
                  <a:srgbClr val="002060"/>
                </a:solidFill>
                <a:latin typeface="Times New Roman" panose="02020603050405020304" pitchFamily="18" charset="0"/>
                <a:cs typeface="Times New Roman" panose="02020603050405020304" pitchFamily="18" charset="0"/>
              </a:rPr>
              <a:t>MB </a:t>
            </a:r>
            <a:r>
              <a:rPr sz="2600" dirty="0">
                <a:solidFill>
                  <a:srgbClr val="002060"/>
                </a:solidFill>
                <a:latin typeface="Times New Roman" panose="02020603050405020304" pitchFamily="18" charset="0"/>
                <a:cs typeface="Times New Roman" panose="02020603050405020304" pitchFamily="18" charset="0"/>
              </a:rPr>
              <a:t>per page and </a:t>
            </a:r>
            <a:r>
              <a:rPr sz="2600" spc="-5" dirty="0">
                <a:solidFill>
                  <a:srgbClr val="002060"/>
                </a:solidFill>
                <a:latin typeface="Times New Roman" panose="02020603050405020304" pitchFamily="18" charset="0"/>
                <a:cs typeface="Times New Roman" panose="02020603050405020304" pitchFamily="18" charset="0"/>
              </a:rPr>
              <a:t>it mainly </a:t>
            </a:r>
            <a:r>
              <a:rPr sz="2600" dirty="0">
                <a:solidFill>
                  <a:srgbClr val="002060"/>
                </a:solidFill>
                <a:latin typeface="Times New Roman" panose="02020603050405020304" pitchFamily="18" charset="0"/>
                <a:cs typeface="Times New Roman" panose="02020603050405020304" pitchFamily="18" charset="0"/>
              </a:rPr>
              <a:t>depends on </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architecture</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of</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15" dirty="0">
                <a:solidFill>
                  <a:srgbClr val="002060"/>
                </a:solidFill>
                <a:latin typeface="Times New Roman" panose="02020603050405020304" pitchFamily="18" charset="0"/>
                <a:cs typeface="Times New Roman" panose="02020603050405020304" pitchFamily="18" charset="0"/>
              </a:rPr>
              <a:t> </a:t>
            </a:r>
            <a:r>
              <a:rPr sz="2600" spc="-20" dirty="0">
                <a:solidFill>
                  <a:srgbClr val="002060"/>
                </a:solidFill>
                <a:latin typeface="Times New Roman" panose="02020603050405020304" pitchFamily="18" charset="0"/>
                <a:cs typeface="Times New Roman" panose="02020603050405020304" pitchFamily="18" charset="0"/>
              </a:rPr>
              <a:t>computer.</a:t>
            </a:r>
            <a:endParaRPr sz="2600" dirty="0">
              <a:solidFill>
                <a:srgbClr val="002060"/>
              </a:solidFill>
              <a:latin typeface="Times New Roman" panose="02020603050405020304" pitchFamily="18" charset="0"/>
              <a:cs typeface="Times New Roman" panose="02020603050405020304" pitchFamily="18" charset="0"/>
            </a:endParaRPr>
          </a:p>
          <a:p>
            <a:pPr marL="241300" marR="5080" indent="-229235" algn="just">
              <a:lnSpc>
                <a:spcPct val="150000"/>
              </a:lnSpc>
              <a:spcBef>
                <a:spcPts val="1800"/>
              </a:spcBef>
              <a:buSzPct val="80357"/>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If the</a:t>
            </a:r>
            <a:r>
              <a:rPr sz="2600" spc="76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size </a:t>
            </a:r>
            <a:r>
              <a:rPr sz="2600" dirty="0">
                <a:solidFill>
                  <a:srgbClr val="002060"/>
                </a:solidFill>
                <a:latin typeface="Times New Roman" panose="02020603050405020304" pitchFamily="18" charset="0"/>
                <a:cs typeface="Times New Roman" panose="02020603050405020304" pitchFamily="18" charset="0"/>
              </a:rPr>
              <a:t>of logical address space </a:t>
            </a:r>
            <a:r>
              <a:rPr sz="2600" spc="-5" dirty="0">
                <a:solidFill>
                  <a:srgbClr val="002060"/>
                </a:solidFill>
                <a:latin typeface="Times New Roman" panose="02020603050405020304" pitchFamily="18" charset="0"/>
                <a:cs typeface="Times New Roman" panose="02020603050405020304" pitchFamily="18" charset="0"/>
              </a:rPr>
              <a:t>is 2 </a:t>
            </a:r>
            <a:r>
              <a:rPr sz="2600" dirty="0">
                <a:solidFill>
                  <a:srgbClr val="002060"/>
                </a:solidFill>
                <a:latin typeface="Times New Roman" panose="02020603050405020304" pitchFamily="18" charset="0"/>
                <a:cs typeface="Times New Roman" panose="02020603050405020304" pitchFamily="18" charset="0"/>
              </a:rPr>
              <a:t>raised </a:t>
            </a:r>
            <a:r>
              <a:rPr sz="2600" spc="-5" dirty="0">
                <a:solidFill>
                  <a:srgbClr val="002060"/>
                </a:solidFill>
                <a:latin typeface="Times New Roman" panose="02020603050405020304" pitchFamily="18" charset="0"/>
                <a:cs typeface="Times New Roman" panose="02020603050405020304" pitchFamily="18" charset="0"/>
              </a:rPr>
              <a:t>to the </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power</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a:t>
            </a:r>
            <a:r>
              <a:rPr sz="2600" dirty="0">
                <a:solidFill>
                  <a:srgbClr val="002060"/>
                </a:solidFill>
                <a:latin typeface="Times New Roman" panose="02020603050405020304" pitchFamily="18" charset="0"/>
                <a:cs typeface="Times New Roman" panose="02020603050405020304" pitchFamily="18" charset="0"/>
              </a:rPr>
              <a:t> and</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page</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size</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2</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raised</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dirty="0">
                <a:solidFill>
                  <a:srgbClr val="002060"/>
                </a:solidFill>
                <a:latin typeface="Times New Roman" panose="02020603050405020304" pitchFamily="18" charset="0"/>
                <a:cs typeface="Times New Roman" panose="02020603050405020304" pitchFamily="18" charset="0"/>
              </a:rPr>
              <a:t> power</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n </a:t>
            </a:r>
            <a:r>
              <a:rPr sz="2600" dirty="0">
                <a:solidFill>
                  <a:srgbClr val="002060"/>
                </a:solidFill>
                <a:latin typeface="Times New Roman" panose="02020603050405020304" pitchFamily="18" charset="0"/>
                <a:cs typeface="Times New Roman" panose="02020603050405020304" pitchFamily="18" charset="0"/>
              </a:rPr>
              <a:t> addressing </a:t>
            </a:r>
            <a:r>
              <a:rPr sz="2600" spc="-5" dirty="0">
                <a:solidFill>
                  <a:srgbClr val="002060"/>
                </a:solidFill>
                <a:latin typeface="Times New Roman" panose="02020603050405020304" pitchFamily="18" charset="0"/>
                <a:cs typeface="Times New Roman" panose="02020603050405020304" pitchFamily="18" charset="0"/>
              </a:rPr>
              <a:t>units then the high </a:t>
            </a:r>
            <a:r>
              <a:rPr sz="2600" dirty="0">
                <a:solidFill>
                  <a:srgbClr val="002060"/>
                </a:solidFill>
                <a:latin typeface="Times New Roman" panose="02020603050405020304" pitchFamily="18" charset="0"/>
                <a:cs typeface="Times New Roman" panose="02020603050405020304" pitchFamily="18" charset="0"/>
              </a:rPr>
              <a:t>order </a:t>
            </a:r>
            <a:r>
              <a:rPr sz="2600" spc="-5" dirty="0">
                <a:solidFill>
                  <a:srgbClr val="002060"/>
                </a:solidFill>
                <a:latin typeface="Times New Roman" panose="02020603050405020304" pitchFamily="18" charset="0"/>
                <a:cs typeface="Times New Roman" panose="02020603050405020304" pitchFamily="18" charset="0"/>
              </a:rPr>
              <a:t>m-n bits </a:t>
            </a:r>
            <a:r>
              <a:rPr sz="2600" dirty="0">
                <a:solidFill>
                  <a:srgbClr val="002060"/>
                </a:solidFill>
                <a:latin typeface="Times New Roman" panose="02020603050405020304" pitchFamily="18" charset="0"/>
                <a:cs typeface="Times New Roman" panose="02020603050405020304" pitchFamily="18" charset="0"/>
              </a:rPr>
              <a:t>of </a:t>
            </a:r>
            <a:r>
              <a:rPr sz="2600" spc="-5" dirty="0">
                <a:solidFill>
                  <a:srgbClr val="002060"/>
                </a:solidFill>
                <a:latin typeface="Times New Roman" panose="02020603050405020304" pitchFamily="18" charset="0"/>
                <a:cs typeface="Times New Roman" panose="02020603050405020304" pitchFamily="18" charset="0"/>
              </a:rPr>
              <a:t>logical </a:t>
            </a:r>
            <a:r>
              <a:rPr sz="2600" dirty="0">
                <a:solidFill>
                  <a:srgbClr val="002060"/>
                </a:solidFill>
                <a:latin typeface="Times New Roman" panose="02020603050405020304" pitchFamily="18" charset="0"/>
                <a:cs typeface="Times New Roman" panose="02020603050405020304" pitchFamily="18" charset="0"/>
              </a:rPr>
              <a:t> address designates </a:t>
            </a:r>
            <a:r>
              <a:rPr sz="2600" spc="-5" dirty="0">
                <a:solidFill>
                  <a:srgbClr val="002060"/>
                </a:solidFill>
                <a:latin typeface="Times New Roman" panose="02020603050405020304" pitchFamily="18" charset="0"/>
                <a:cs typeface="Times New Roman" panose="02020603050405020304" pitchFamily="18" charset="0"/>
              </a:rPr>
              <a:t>the </a:t>
            </a:r>
            <a:r>
              <a:rPr sz="2600" dirty="0">
                <a:solidFill>
                  <a:srgbClr val="002060"/>
                </a:solidFill>
                <a:latin typeface="Times New Roman" panose="02020603050405020304" pitchFamily="18" charset="0"/>
                <a:cs typeface="Times New Roman" panose="02020603050405020304" pitchFamily="18" charset="0"/>
              </a:rPr>
              <a:t>page number and </a:t>
            </a:r>
            <a:r>
              <a:rPr sz="2600" spc="-5" dirty="0">
                <a:solidFill>
                  <a:srgbClr val="002060"/>
                </a:solidFill>
                <a:latin typeface="Times New Roman" panose="02020603050405020304" pitchFamily="18" charset="0"/>
                <a:cs typeface="Times New Roman" panose="02020603050405020304" pitchFamily="18" charset="0"/>
              </a:rPr>
              <a:t>the n </a:t>
            </a:r>
            <a:r>
              <a:rPr sz="2600" dirty="0">
                <a:solidFill>
                  <a:srgbClr val="002060"/>
                </a:solidFill>
                <a:latin typeface="Times New Roman" panose="02020603050405020304" pitchFamily="18" charset="0"/>
                <a:cs typeface="Times New Roman" panose="02020603050405020304" pitchFamily="18" charset="0"/>
              </a:rPr>
              <a:t>low-order </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bits designate</a:t>
            </a:r>
            <a:r>
              <a:rPr sz="2600" spc="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page</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offset.</a:t>
            </a:r>
            <a:endParaRPr sz="2600" dirty="0">
              <a:solidFill>
                <a:srgbClr val="002060"/>
              </a:solidFill>
              <a:latin typeface="Times New Roman" panose="02020603050405020304" pitchFamily="18" charset="0"/>
              <a:cs typeface="Times New Roman" panose="02020603050405020304" pitchFamily="18" charset="0"/>
            </a:endParaRPr>
          </a:p>
        </p:txBody>
      </p:sp>
      <p:sp>
        <p:nvSpPr>
          <p:cNvPr id="7" name="object 3"/>
          <p:cNvSpPr txBox="1">
            <a:spLocks noGrp="1"/>
          </p:cNvSpPr>
          <p:nvPr>
            <p:ph type="title"/>
          </p:nvPr>
        </p:nvSpPr>
        <p:spPr>
          <a:xfrm>
            <a:off x="1372616" y="794988"/>
            <a:ext cx="9295384" cy="633507"/>
          </a:xfrm>
          <a:prstGeom prst="rect">
            <a:avLst/>
          </a:prstGeom>
        </p:spPr>
        <p:txBody>
          <a:bodyPr vert="horz" wrap="square" lIns="0" tIns="81280" rIns="0" bIns="0" rtlCol="0">
            <a:spAutoFit/>
          </a:bodyPr>
          <a:lstStyle/>
          <a:p>
            <a:pPr marL="12700" marR="5080">
              <a:lnSpc>
                <a:spcPts val="4320"/>
              </a:lnSpc>
              <a:spcBef>
                <a:spcPts val="640"/>
              </a:spcBef>
            </a:pPr>
            <a:r>
              <a:rPr spc="-30" dirty="0"/>
              <a:t>Translation </a:t>
            </a:r>
            <a:r>
              <a:rPr spc="-5" dirty="0"/>
              <a:t>of Logical </a:t>
            </a:r>
            <a:r>
              <a:rPr spc="-10" dirty="0"/>
              <a:t>Address </a:t>
            </a:r>
            <a:r>
              <a:rPr spc="-5" dirty="0"/>
              <a:t>into </a:t>
            </a:r>
            <a:r>
              <a:rPr u="none" spc="-810" dirty="0"/>
              <a:t> </a:t>
            </a:r>
            <a:r>
              <a:rPr spc="-5" dirty="0"/>
              <a:t>Physical</a:t>
            </a:r>
            <a:r>
              <a:rPr spc="-150" dirty="0"/>
              <a:t> </a:t>
            </a:r>
            <a:r>
              <a:rPr spc="-10" dirty="0"/>
              <a:t>Address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p:nvPr/>
        </p:nvSpPr>
        <p:spPr>
          <a:xfrm>
            <a:off x="1418336" y="1809953"/>
            <a:ext cx="5462270" cy="452120"/>
          </a:xfrm>
          <a:prstGeom prst="rect">
            <a:avLst/>
          </a:prstGeom>
        </p:spPr>
        <p:txBody>
          <a:bodyPr vert="horz" wrap="square" lIns="0" tIns="12065" rIns="0" bIns="0" rtlCol="0">
            <a:spAutoFit/>
          </a:bodyPr>
          <a:lstStyle/>
          <a:p>
            <a:pPr marL="241300" indent="-229235">
              <a:lnSpc>
                <a:spcPct val="100000"/>
              </a:lnSpc>
              <a:spcBef>
                <a:spcPts val="95"/>
              </a:spcBef>
              <a:buSzPct val="80357"/>
              <a:buChar char="•"/>
              <a:tabLst>
                <a:tab pos="241300" algn="l"/>
                <a:tab pos="241935" algn="l"/>
              </a:tabLst>
            </a:pPr>
            <a:r>
              <a:rPr sz="2800" spc="-5" dirty="0">
                <a:solidFill>
                  <a:srgbClr val="624722"/>
                </a:solidFill>
                <a:latin typeface="Arial MT"/>
                <a:cs typeface="Arial MT"/>
              </a:rPr>
              <a:t>The</a:t>
            </a:r>
            <a:r>
              <a:rPr sz="2800" spc="5" dirty="0">
                <a:solidFill>
                  <a:srgbClr val="624722"/>
                </a:solidFill>
                <a:latin typeface="Arial MT"/>
                <a:cs typeface="Arial MT"/>
              </a:rPr>
              <a:t> </a:t>
            </a:r>
            <a:r>
              <a:rPr sz="2800" dirty="0">
                <a:solidFill>
                  <a:srgbClr val="624722"/>
                </a:solidFill>
                <a:latin typeface="Arial MT"/>
                <a:cs typeface="Arial MT"/>
              </a:rPr>
              <a:t>logical</a:t>
            </a:r>
            <a:r>
              <a:rPr sz="2800" spc="5" dirty="0">
                <a:solidFill>
                  <a:srgbClr val="624722"/>
                </a:solidFill>
                <a:latin typeface="Arial MT"/>
                <a:cs typeface="Arial MT"/>
              </a:rPr>
              <a:t> </a:t>
            </a:r>
            <a:r>
              <a:rPr sz="2800" spc="-5" dirty="0">
                <a:solidFill>
                  <a:srgbClr val="624722"/>
                </a:solidFill>
                <a:latin typeface="Arial MT"/>
                <a:cs typeface="Arial MT"/>
              </a:rPr>
              <a:t>address</a:t>
            </a:r>
            <a:r>
              <a:rPr sz="2800" spc="5" dirty="0">
                <a:solidFill>
                  <a:srgbClr val="624722"/>
                </a:solidFill>
                <a:latin typeface="Arial MT"/>
                <a:cs typeface="Arial MT"/>
              </a:rPr>
              <a:t> </a:t>
            </a:r>
            <a:r>
              <a:rPr sz="2800" spc="-5" dirty="0">
                <a:solidFill>
                  <a:srgbClr val="624722"/>
                </a:solidFill>
                <a:latin typeface="Arial MT"/>
                <a:cs typeface="Arial MT"/>
              </a:rPr>
              <a:t>is</a:t>
            </a:r>
            <a:r>
              <a:rPr sz="2800" spc="-20" dirty="0">
                <a:solidFill>
                  <a:srgbClr val="624722"/>
                </a:solidFill>
                <a:latin typeface="Arial MT"/>
                <a:cs typeface="Arial MT"/>
              </a:rPr>
              <a:t> </a:t>
            </a:r>
            <a:r>
              <a:rPr sz="2800" spc="-5" dirty="0">
                <a:solidFill>
                  <a:srgbClr val="624722"/>
                </a:solidFill>
                <a:latin typeface="Arial MT"/>
                <a:cs typeface="Arial MT"/>
              </a:rPr>
              <a:t>as</a:t>
            </a:r>
            <a:r>
              <a:rPr sz="2800" dirty="0">
                <a:solidFill>
                  <a:srgbClr val="624722"/>
                </a:solidFill>
                <a:latin typeface="Arial MT"/>
                <a:cs typeface="Arial MT"/>
              </a:rPr>
              <a:t> follows:</a:t>
            </a:r>
            <a:endParaRPr sz="2800" dirty="0">
              <a:latin typeface="Arial MT"/>
              <a:cs typeface="Arial MT"/>
            </a:endParaRPr>
          </a:p>
        </p:txBody>
      </p:sp>
      <p:pic>
        <p:nvPicPr>
          <p:cNvPr id="4" name="object 4"/>
          <p:cNvPicPr/>
          <p:nvPr/>
        </p:nvPicPr>
        <p:blipFill>
          <a:blip r:embed="rId3" cstate="print"/>
          <a:stretch>
            <a:fillRect/>
          </a:stretch>
        </p:blipFill>
        <p:spPr>
          <a:xfrm>
            <a:off x="3540252" y="2667000"/>
            <a:ext cx="4742688" cy="1524000"/>
          </a:xfrm>
          <a:prstGeom prst="rect">
            <a:avLst/>
          </a:prstGeom>
        </p:spPr>
      </p:pic>
      <p:sp>
        <p:nvSpPr>
          <p:cNvPr id="5" name="object 5"/>
          <p:cNvSpPr txBox="1"/>
          <p:nvPr/>
        </p:nvSpPr>
        <p:spPr>
          <a:xfrm>
            <a:off x="1776729" y="4693158"/>
            <a:ext cx="9040495" cy="878840"/>
          </a:xfrm>
          <a:prstGeom prst="rect">
            <a:avLst/>
          </a:prstGeom>
        </p:spPr>
        <p:txBody>
          <a:bodyPr vert="horz" wrap="square" lIns="0" tIns="12065" rIns="0" bIns="0" rtlCol="0">
            <a:spAutoFit/>
          </a:bodyPr>
          <a:lstStyle/>
          <a:p>
            <a:pPr marL="12700">
              <a:lnSpc>
                <a:spcPct val="100000"/>
              </a:lnSpc>
              <a:spcBef>
                <a:spcPts val="95"/>
              </a:spcBef>
              <a:tabLst>
                <a:tab pos="1136015" algn="l"/>
                <a:tab pos="1506220" algn="l"/>
                <a:tab pos="3065145" algn="l"/>
                <a:tab pos="3713479" algn="l"/>
                <a:tab pos="4717415" algn="l"/>
                <a:tab pos="5444490" algn="l"/>
                <a:tab pos="6092825" algn="l"/>
                <a:tab pos="7037705" algn="l"/>
                <a:tab pos="8063230" algn="l"/>
                <a:tab pos="8809990" algn="l"/>
              </a:tabLst>
            </a:pPr>
            <a:r>
              <a:rPr sz="2800" spc="-5" dirty="0">
                <a:solidFill>
                  <a:srgbClr val="624722"/>
                </a:solidFill>
                <a:latin typeface="Arial MT"/>
                <a:cs typeface="Arial MT"/>
              </a:rPr>
              <a:t>whe</a:t>
            </a:r>
            <a:r>
              <a:rPr sz="2800" spc="5" dirty="0">
                <a:solidFill>
                  <a:srgbClr val="624722"/>
                </a:solidFill>
                <a:latin typeface="Arial MT"/>
                <a:cs typeface="Arial MT"/>
              </a:rPr>
              <a:t>r</a:t>
            </a:r>
            <a:r>
              <a:rPr sz="2800" spc="-5" dirty="0">
                <a:solidFill>
                  <a:srgbClr val="624722"/>
                </a:solidFill>
                <a:latin typeface="Arial MT"/>
                <a:cs typeface="Arial MT"/>
              </a:rPr>
              <a:t>e</a:t>
            </a:r>
            <a:r>
              <a:rPr sz="2800" dirty="0">
                <a:solidFill>
                  <a:srgbClr val="624722"/>
                </a:solidFill>
                <a:latin typeface="Arial MT"/>
                <a:cs typeface="Arial MT"/>
              </a:rPr>
              <a:t>	</a:t>
            </a:r>
            <a:r>
              <a:rPr sz="2800" b="1" spc="-5" dirty="0">
                <a:solidFill>
                  <a:srgbClr val="624722"/>
                </a:solidFill>
                <a:latin typeface="Arial"/>
                <a:cs typeface="Arial"/>
              </a:rPr>
              <a:t>p</a:t>
            </a:r>
            <a:r>
              <a:rPr sz="2800" b="1" dirty="0">
                <a:solidFill>
                  <a:srgbClr val="624722"/>
                </a:solidFill>
                <a:latin typeface="Arial"/>
                <a:cs typeface="Arial"/>
              </a:rPr>
              <a:t>	</a:t>
            </a:r>
            <a:r>
              <a:rPr sz="2800" spc="-5" dirty="0">
                <a:solidFill>
                  <a:srgbClr val="624722"/>
                </a:solidFill>
                <a:latin typeface="Arial MT"/>
                <a:cs typeface="Arial MT"/>
              </a:rPr>
              <a:t>i</a:t>
            </a:r>
            <a:r>
              <a:rPr sz="2800" dirty="0">
                <a:solidFill>
                  <a:srgbClr val="624722"/>
                </a:solidFill>
                <a:latin typeface="Arial MT"/>
                <a:cs typeface="Arial MT"/>
              </a:rPr>
              <a:t>n</a:t>
            </a:r>
            <a:r>
              <a:rPr sz="2800" spc="-5" dirty="0">
                <a:solidFill>
                  <a:srgbClr val="624722"/>
                </a:solidFill>
                <a:latin typeface="Arial MT"/>
                <a:cs typeface="Arial MT"/>
              </a:rPr>
              <a:t>d</a:t>
            </a:r>
            <a:r>
              <a:rPr sz="2800" dirty="0">
                <a:solidFill>
                  <a:srgbClr val="624722"/>
                </a:solidFill>
                <a:latin typeface="Arial MT"/>
                <a:cs typeface="Arial MT"/>
              </a:rPr>
              <a:t>i</a:t>
            </a:r>
            <a:r>
              <a:rPr sz="2800" spc="-5" dirty="0">
                <a:solidFill>
                  <a:srgbClr val="624722"/>
                </a:solidFill>
                <a:latin typeface="Arial MT"/>
                <a:cs typeface="Arial MT"/>
              </a:rPr>
              <a:t>c</a:t>
            </a:r>
            <a:r>
              <a:rPr sz="2800" dirty="0">
                <a:solidFill>
                  <a:srgbClr val="624722"/>
                </a:solidFill>
                <a:latin typeface="Arial MT"/>
                <a:cs typeface="Arial MT"/>
              </a:rPr>
              <a:t>a</a:t>
            </a:r>
            <a:r>
              <a:rPr sz="2800" spc="-5" dirty="0">
                <a:solidFill>
                  <a:srgbClr val="624722"/>
                </a:solidFill>
                <a:latin typeface="Arial MT"/>
                <a:cs typeface="Arial MT"/>
              </a:rPr>
              <a:t>tes</a:t>
            </a:r>
            <a:r>
              <a:rPr sz="2800" dirty="0">
                <a:solidFill>
                  <a:srgbClr val="624722"/>
                </a:solidFill>
                <a:latin typeface="Arial MT"/>
                <a:cs typeface="Arial MT"/>
              </a:rPr>
              <a:t>	</a:t>
            </a:r>
            <a:r>
              <a:rPr sz="2800" spc="-5" dirty="0">
                <a:solidFill>
                  <a:srgbClr val="624722"/>
                </a:solidFill>
                <a:latin typeface="Arial MT"/>
                <a:cs typeface="Arial MT"/>
              </a:rPr>
              <a:t>t</a:t>
            </a:r>
            <a:r>
              <a:rPr sz="2800" dirty="0">
                <a:solidFill>
                  <a:srgbClr val="624722"/>
                </a:solidFill>
                <a:latin typeface="Arial MT"/>
                <a:cs typeface="Arial MT"/>
              </a:rPr>
              <a:t>h</a:t>
            </a:r>
            <a:r>
              <a:rPr sz="2800" spc="-5" dirty="0">
                <a:solidFill>
                  <a:srgbClr val="624722"/>
                </a:solidFill>
                <a:latin typeface="Arial MT"/>
                <a:cs typeface="Arial MT"/>
              </a:rPr>
              <a:t>e</a:t>
            </a:r>
            <a:r>
              <a:rPr sz="2800" dirty="0">
                <a:solidFill>
                  <a:srgbClr val="624722"/>
                </a:solidFill>
                <a:latin typeface="Arial MT"/>
                <a:cs typeface="Arial MT"/>
              </a:rPr>
              <a:t>	</a:t>
            </a:r>
            <a:r>
              <a:rPr sz="2800" spc="-5" dirty="0">
                <a:solidFill>
                  <a:srgbClr val="624722"/>
                </a:solidFill>
                <a:latin typeface="Arial MT"/>
                <a:cs typeface="Arial MT"/>
              </a:rPr>
              <a:t>i</a:t>
            </a:r>
            <a:r>
              <a:rPr sz="2800" dirty="0">
                <a:solidFill>
                  <a:srgbClr val="624722"/>
                </a:solidFill>
                <a:latin typeface="Arial MT"/>
                <a:cs typeface="Arial MT"/>
              </a:rPr>
              <a:t>n</a:t>
            </a:r>
            <a:r>
              <a:rPr sz="2800" spc="-5" dirty="0">
                <a:solidFill>
                  <a:srgbClr val="624722"/>
                </a:solidFill>
                <a:latin typeface="Arial MT"/>
                <a:cs typeface="Arial MT"/>
              </a:rPr>
              <a:t>d</a:t>
            </a:r>
            <a:r>
              <a:rPr sz="2800" dirty="0">
                <a:solidFill>
                  <a:srgbClr val="624722"/>
                </a:solidFill>
                <a:latin typeface="Arial MT"/>
                <a:cs typeface="Arial MT"/>
              </a:rPr>
              <a:t>e</a:t>
            </a:r>
            <a:r>
              <a:rPr sz="2800" spc="-5" dirty="0">
                <a:solidFill>
                  <a:srgbClr val="624722"/>
                </a:solidFill>
                <a:latin typeface="Arial MT"/>
                <a:cs typeface="Arial MT"/>
              </a:rPr>
              <a:t>x</a:t>
            </a:r>
            <a:r>
              <a:rPr sz="2800" dirty="0">
                <a:solidFill>
                  <a:srgbClr val="624722"/>
                </a:solidFill>
                <a:latin typeface="Arial MT"/>
                <a:cs typeface="Arial MT"/>
              </a:rPr>
              <a:t>	</a:t>
            </a:r>
            <a:r>
              <a:rPr sz="2800" spc="-5" dirty="0">
                <a:solidFill>
                  <a:srgbClr val="624722"/>
                </a:solidFill>
                <a:latin typeface="Arial MT"/>
                <a:cs typeface="Arial MT"/>
              </a:rPr>
              <a:t>i</a:t>
            </a:r>
            <a:r>
              <a:rPr sz="2800" dirty="0">
                <a:solidFill>
                  <a:srgbClr val="624722"/>
                </a:solidFill>
                <a:latin typeface="Arial MT"/>
                <a:cs typeface="Arial MT"/>
              </a:rPr>
              <a:t>n</a:t>
            </a:r>
            <a:r>
              <a:rPr sz="2800" spc="-5" dirty="0">
                <a:solidFill>
                  <a:srgbClr val="624722"/>
                </a:solidFill>
                <a:latin typeface="Arial MT"/>
                <a:cs typeface="Arial MT"/>
              </a:rPr>
              <a:t>to</a:t>
            </a:r>
            <a:r>
              <a:rPr sz="2800" dirty="0">
                <a:solidFill>
                  <a:srgbClr val="624722"/>
                </a:solidFill>
                <a:latin typeface="Arial MT"/>
                <a:cs typeface="Arial MT"/>
              </a:rPr>
              <a:t>	</a:t>
            </a:r>
            <a:r>
              <a:rPr sz="2800" spc="-5" dirty="0">
                <a:solidFill>
                  <a:srgbClr val="624722"/>
                </a:solidFill>
                <a:latin typeface="Arial MT"/>
                <a:cs typeface="Arial MT"/>
              </a:rPr>
              <a:t>t</a:t>
            </a:r>
            <a:r>
              <a:rPr sz="2800" dirty="0">
                <a:solidFill>
                  <a:srgbClr val="624722"/>
                </a:solidFill>
                <a:latin typeface="Arial MT"/>
                <a:cs typeface="Arial MT"/>
              </a:rPr>
              <a:t>h</a:t>
            </a:r>
            <a:r>
              <a:rPr sz="2800" spc="-5" dirty="0">
                <a:solidFill>
                  <a:srgbClr val="624722"/>
                </a:solidFill>
                <a:latin typeface="Arial MT"/>
                <a:cs typeface="Arial MT"/>
              </a:rPr>
              <a:t>e</a:t>
            </a:r>
            <a:r>
              <a:rPr sz="2800" dirty="0">
                <a:solidFill>
                  <a:srgbClr val="624722"/>
                </a:solidFill>
                <a:latin typeface="Arial MT"/>
                <a:cs typeface="Arial MT"/>
              </a:rPr>
              <a:t>	pag</a:t>
            </a:r>
            <a:r>
              <a:rPr sz="2800" spc="-5" dirty="0">
                <a:solidFill>
                  <a:srgbClr val="624722"/>
                </a:solidFill>
                <a:latin typeface="Arial MT"/>
                <a:cs typeface="Arial MT"/>
              </a:rPr>
              <a:t>e</a:t>
            </a:r>
            <a:r>
              <a:rPr sz="2800" dirty="0">
                <a:solidFill>
                  <a:srgbClr val="624722"/>
                </a:solidFill>
                <a:latin typeface="Arial MT"/>
                <a:cs typeface="Arial MT"/>
              </a:rPr>
              <a:t>	</a:t>
            </a:r>
            <a:r>
              <a:rPr sz="2800" spc="-5" dirty="0">
                <a:solidFill>
                  <a:srgbClr val="624722"/>
                </a:solidFill>
                <a:latin typeface="Arial MT"/>
                <a:cs typeface="Arial MT"/>
              </a:rPr>
              <a:t>ta</a:t>
            </a:r>
            <a:r>
              <a:rPr sz="2800" spc="5" dirty="0">
                <a:solidFill>
                  <a:srgbClr val="624722"/>
                </a:solidFill>
                <a:latin typeface="Arial MT"/>
                <a:cs typeface="Arial MT"/>
              </a:rPr>
              <a:t>bl</a:t>
            </a:r>
            <a:r>
              <a:rPr sz="2800" spc="-5" dirty="0">
                <a:solidFill>
                  <a:srgbClr val="624722"/>
                </a:solidFill>
                <a:latin typeface="Arial MT"/>
                <a:cs typeface="Arial MT"/>
              </a:rPr>
              <a:t>e,</a:t>
            </a:r>
            <a:r>
              <a:rPr sz="2800" dirty="0">
                <a:solidFill>
                  <a:srgbClr val="624722"/>
                </a:solidFill>
                <a:latin typeface="Arial MT"/>
                <a:cs typeface="Arial MT"/>
              </a:rPr>
              <a:t>	an</a:t>
            </a:r>
            <a:r>
              <a:rPr sz="2800" spc="-5" dirty="0">
                <a:solidFill>
                  <a:srgbClr val="624722"/>
                </a:solidFill>
                <a:latin typeface="Arial MT"/>
                <a:cs typeface="Arial MT"/>
              </a:rPr>
              <a:t>d</a:t>
            </a:r>
            <a:r>
              <a:rPr sz="2800" dirty="0">
                <a:solidFill>
                  <a:srgbClr val="624722"/>
                </a:solidFill>
                <a:latin typeface="Arial MT"/>
                <a:cs typeface="Arial MT"/>
              </a:rPr>
              <a:t>	</a:t>
            </a:r>
            <a:r>
              <a:rPr sz="2800" b="1" spc="-5" dirty="0">
                <a:solidFill>
                  <a:srgbClr val="624722"/>
                </a:solidFill>
                <a:latin typeface="Arial"/>
                <a:cs typeface="Arial"/>
              </a:rPr>
              <a:t>d</a:t>
            </a:r>
            <a:endParaRPr sz="2800" dirty="0">
              <a:latin typeface="Arial"/>
              <a:cs typeface="Arial"/>
            </a:endParaRPr>
          </a:p>
          <a:p>
            <a:pPr marL="12700">
              <a:lnSpc>
                <a:spcPct val="100000"/>
              </a:lnSpc>
            </a:pPr>
            <a:r>
              <a:rPr sz="2800" spc="-5" dirty="0">
                <a:solidFill>
                  <a:srgbClr val="624722"/>
                </a:solidFill>
                <a:latin typeface="Arial MT"/>
                <a:cs typeface="Arial MT"/>
              </a:rPr>
              <a:t>indicates</a:t>
            </a:r>
            <a:r>
              <a:rPr sz="2800" spc="20" dirty="0">
                <a:solidFill>
                  <a:srgbClr val="624722"/>
                </a:solidFill>
                <a:latin typeface="Arial MT"/>
                <a:cs typeface="Arial MT"/>
              </a:rPr>
              <a:t> </a:t>
            </a:r>
            <a:r>
              <a:rPr sz="2800" spc="-5" dirty="0">
                <a:solidFill>
                  <a:srgbClr val="624722"/>
                </a:solidFill>
                <a:latin typeface="Arial MT"/>
                <a:cs typeface="Arial MT"/>
              </a:rPr>
              <a:t>the</a:t>
            </a:r>
            <a:r>
              <a:rPr sz="2800" spc="25" dirty="0">
                <a:solidFill>
                  <a:srgbClr val="624722"/>
                </a:solidFill>
                <a:latin typeface="Arial MT"/>
                <a:cs typeface="Arial MT"/>
              </a:rPr>
              <a:t> </a:t>
            </a:r>
            <a:r>
              <a:rPr sz="2800" spc="-5" dirty="0">
                <a:solidFill>
                  <a:srgbClr val="624722"/>
                </a:solidFill>
                <a:latin typeface="Arial MT"/>
                <a:cs typeface="Arial MT"/>
              </a:rPr>
              <a:t>displacement</a:t>
            </a:r>
            <a:r>
              <a:rPr sz="2800" spc="40" dirty="0">
                <a:solidFill>
                  <a:srgbClr val="624722"/>
                </a:solidFill>
                <a:latin typeface="Arial MT"/>
                <a:cs typeface="Arial MT"/>
              </a:rPr>
              <a:t> </a:t>
            </a:r>
            <a:r>
              <a:rPr sz="2800" spc="-5" dirty="0">
                <a:solidFill>
                  <a:srgbClr val="624722"/>
                </a:solidFill>
                <a:latin typeface="Arial MT"/>
                <a:cs typeface="Arial MT"/>
              </a:rPr>
              <a:t>within</a:t>
            </a:r>
            <a:r>
              <a:rPr sz="2800" spc="20" dirty="0">
                <a:solidFill>
                  <a:srgbClr val="624722"/>
                </a:solidFill>
                <a:latin typeface="Arial MT"/>
                <a:cs typeface="Arial MT"/>
              </a:rPr>
              <a:t> </a:t>
            </a:r>
            <a:r>
              <a:rPr sz="2800" spc="-5" dirty="0">
                <a:solidFill>
                  <a:srgbClr val="624722"/>
                </a:solidFill>
                <a:latin typeface="Arial MT"/>
                <a:cs typeface="Arial MT"/>
              </a:rPr>
              <a:t>the</a:t>
            </a:r>
            <a:r>
              <a:rPr sz="2800" spc="25" dirty="0">
                <a:solidFill>
                  <a:srgbClr val="624722"/>
                </a:solidFill>
                <a:latin typeface="Arial MT"/>
                <a:cs typeface="Arial MT"/>
              </a:rPr>
              <a:t> </a:t>
            </a:r>
            <a:r>
              <a:rPr sz="2800" dirty="0">
                <a:solidFill>
                  <a:srgbClr val="624722"/>
                </a:solidFill>
                <a:latin typeface="Arial MT"/>
                <a:cs typeface="Arial MT"/>
              </a:rPr>
              <a:t>page.</a:t>
            </a:r>
            <a:endParaRPr sz="2800" dirty="0">
              <a:latin typeface="Arial MT"/>
              <a:cs typeface="Arial MT"/>
            </a:endParaRPr>
          </a:p>
        </p:txBody>
      </p:sp>
      <p:sp>
        <p:nvSpPr>
          <p:cNvPr id="9" name="object 3"/>
          <p:cNvSpPr txBox="1">
            <a:spLocks noGrp="1"/>
          </p:cNvSpPr>
          <p:nvPr>
            <p:ph type="title"/>
          </p:nvPr>
        </p:nvSpPr>
        <p:spPr>
          <a:xfrm>
            <a:off x="1372616" y="794988"/>
            <a:ext cx="9295384" cy="633507"/>
          </a:xfrm>
          <a:prstGeom prst="rect">
            <a:avLst/>
          </a:prstGeom>
        </p:spPr>
        <p:txBody>
          <a:bodyPr vert="horz" wrap="square" lIns="0" tIns="81280" rIns="0" bIns="0" rtlCol="0">
            <a:spAutoFit/>
          </a:bodyPr>
          <a:lstStyle/>
          <a:p>
            <a:pPr marL="12700" marR="5080">
              <a:lnSpc>
                <a:spcPts val="4320"/>
              </a:lnSpc>
              <a:spcBef>
                <a:spcPts val="640"/>
              </a:spcBef>
            </a:pPr>
            <a:r>
              <a:rPr spc="-30" dirty="0"/>
              <a:t>Translation </a:t>
            </a:r>
            <a:r>
              <a:rPr spc="-5" dirty="0"/>
              <a:t>of Logical </a:t>
            </a:r>
            <a:r>
              <a:rPr spc="-10" dirty="0"/>
              <a:t>Address </a:t>
            </a:r>
            <a:r>
              <a:rPr spc="-5" dirty="0"/>
              <a:t>into </a:t>
            </a:r>
            <a:r>
              <a:rPr u="none" spc="-810" dirty="0"/>
              <a:t> </a:t>
            </a:r>
            <a:r>
              <a:rPr spc="-5" dirty="0"/>
              <a:t>Physical</a:t>
            </a:r>
            <a:r>
              <a:rPr spc="-150" dirty="0"/>
              <a:t> </a:t>
            </a:r>
            <a:r>
              <a:rPr spc="-10" dirty="0"/>
              <a:t>Address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381000"/>
            <a:ext cx="12188825" cy="6269225"/>
            <a:chOff x="0" y="381000"/>
            <a:chExt cx="12188825" cy="6269225"/>
          </a:xfrm>
        </p:grpSpPr>
        <p:pic>
          <p:nvPicPr>
            <p:cNvPr id="3" name="object 3"/>
            <p:cNvPicPr/>
            <p:nvPr/>
          </p:nvPicPr>
          <p:blipFill>
            <a:blip r:embed="rId2" cstate="print"/>
            <a:stretch>
              <a:fillRect/>
            </a:stretch>
          </p:blipFill>
          <p:spPr>
            <a:xfrm>
              <a:off x="0" y="5208777"/>
              <a:ext cx="12188825" cy="1441448"/>
            </a:xfrm>
            <a:prstGeom prst="rect">
              <a:avLst/>
            </a:prstGeom>
          </p:spPr>
        </p:pic>
        <p:pic>
          <p:nvPicPr>
            <p:cNvPr id="4" name="object 4"/>
            <p:cNvPicPr/>
            <p:nvPr/>
          </p:nvPicPr>
          <p:blipFill>
            <a:blip r:embed="rId3" cstate="print"/>
            <a:stretch>
              <a:fillRect/>
            </a:stretch>
          </p:blipFill>
          <p:spPr>
            <a:xfrm>
              <a:off x="762000" y="381000"/>
              <a:ext cx="10896600" cy="6019800"/>
            </a:xfrm>
            <a:prstGeom prst="rect">
              <a:avLst/>
            </a:prstGeom>
          </p:spPr>
        </p:pic>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381000"/>
            <a:ext cx="12188825" cy="6269225"/>
            <a:chOff x="0" y="381000"/>
            <a:chExt cx="12188825" cy="6269225"/>
          </a:xfrm>
        </p:grpSpPr>
        <p:pic>
          <p:nvPicPr>
            <p:cNvPr id="3" name="object 3"/>
            <p:cNvPicPr/>
            <p:nvPr/>
          </p:nvPicPr>
          <p:blipFill>
            <a:blip r:embed="rId2" cstate="print"/>
            <a:stretch>
              <a:fillRect/>
            </a:stretch>
          </p:blipFill>
          <p:spPr>
            <a:xfrm>
              <a:off x="0" y="5208777"/>
              <a:ext cx="12188825" cy="1441448"/>
            </a:xfrm>
            <a:prstGeom prst="rect">
              <a:avLst/>
            </a:prstGeom>
          </p:spPr>
        </p:pic>
        <p:pic>
          <p:nvPicPr>
            <p:cNvPr id="4" name="object 4"/>
            <p:cNvPicPr/>
            <p:nvPr/>
          </p:nvPicPr>
          <p:blipFill>
            <a:blip r:embed="rId3" cstate="print"/>
            <a:stretch>
              <a:fillRect/>
            </a:stretch>
          </p:blipFill>
          <p:spPr>
            <a:xfrm>
              <a:off x="1752600" y="381000"/>
              <a:ext cx="8610600" cy="5943600"/>
            </a:xfrm>
            <a:prstGeom prst="rect">
              <a:avLst/>
            </a:prstGeom>
          </p:spPr>
        </p:pic>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p:nvPr/>
        </p:nvSpPr>
        <p:spPr>
          <a:xfrm>
            <a:off x="838200" y="838200"/>
            <a:ext cx="10591800" cy="4758354"/>
          </a:xfrm>
          <a:prstGeom prst="rect">
            <a:avLst/>
          </a:prstGeom>
        </p:spPr>
        <p:txBody>
          <a:bodyPr vert="horz" wrap="square" lIns="0" tIns="94615" rIns="0" bIns="0" rtlCol="0">
            <a:spAutoFit/>
          </a:bodyPr>
          <a:lstStyle/>
          <a:p>
            <a:pPr marL="241300" marR="6350" indent="-229235" algn="just">
              <a:lnSpc>
                <a:spcPct val="150000"/>
              </a:lnSpc>
              <a:spcBef>
                <a:spcPts val="745"/>
              </a:spcBef>
              <a:buSzPct val="80357"/>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The </a:t>
            </a:r>
            <a:r>
              <a:rPr sz="2600" dirty="0">
                <a:solidFill>
                  <a:srgbClr val="002060"/>
                </a:solidFill>
                <a:latin typeface="Times New Roman" panose="02020603050405020304" pitchFamily="18" charset="0"/>
                <a:cs typeface="Times New Roman" panose="02020603050405020304" pitchFamily="18" charset="0"/>
              </a:rPr>
              <a:t>above diagram indicates </a:t>
            </a:r>
            <a:r>
              <a:rPr sz="2600" spc="-5" dirty="0">
                <a:solidFill>
                  <a:srgbClr val="002060"/>
                </a:solidFill>
                <a:latin typeface="Times New Roman" panose="02020603050405020304" pitchFamily="18" charset="0"/>
                <a:cs typeface="Times New Roman" panose="02020603050405020304" pitchFamily="18" charset="0"/>
              </a:rPr>
              <a:t>the </a:t>
            </a:r>
            <a:r>
              <a:rPr sz="2600" dirty="0">
                <a:solidFill>
                  <a:srgbClr val="002060"/>
                </a:solidFill>
                <a:latin typeface="Times New Roman" panose="02020603050405020304" pitchFamily="18" charset="0"/>
                <a:cs typeface="Times New Roman" panose="02020603050405020304" pitchFamily="18" charset="0"/>
              </a:rPr>
              <a:t>translation of </a:t>
            </a:r>
            <a:r>
              <a:rPr sz="2600" spc="-5" dirty="0">
                <a:solidFill>
                  <a:srgbClr val="002060"/>
                </a:solidFill>
                <a:latin typeface="Times New Roman" panose="02020603050405020304" pitchFamily="18" charset="0"/>
                <a:cs typeface="Times New Roman" panose="02020603050405020304" pitchFamily="18" charset="0"/>
              </a:rPr>
              <a:t>the Logical </a:t>
            </a:r>
            <a:r>
              <a:rPr sz="2600" spc="-76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address </a:t>
            </a:r>
            <a:r>
              <a:rPr sz="2600" spc="-5" dirty="0">
                <a:solidFill>
                  <a:srgbClr val="002060"/>
                </a:solidFill>
                <a:latin typeface="Times New Roman" panose="02020603050405020304" pitchFamily="18" charset="0"/>
                <a:cs typeface="Times New Roman" panose="02020603050405020304" pitchFamily="18" charset="0"/>
              </a:rPr>
              <a:t>into</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Physical</a:t>
            </a:r>
            <a:r>
              <a:rPr sz="2600" spc="1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address.</a:t>
            </a:r>
          </a:p>
          <a:p>
            <a:pPr marL="241300" marR="5080" indent="-229235" algn="just">
              <a:lnSpc>
                <a:spcPct val="150000"/>
              </a:lnSpc>
              <a:spcBef>
                <a:spcPts val="1800"/>
              </a:spcBef>
              <a:buSzPct val="80357"/>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The </a:t>
            </a:r>
            <a:r>
              <a:rPr sz="2600" b="1" spc="-5" dirty="0">
                <a:solidFill>
                  <a:srgbClr val="002060"/>
                </a:solidFill>
                <a:latin typeface="Times New Roman" panose="02020603050405020304" pitchFamily="18" charset="0"/>
                <a:cs typeface="Times New Roman" panose="02020603050405020304" pitchFamily="18" charset="0"/>
              </a:rPr>
              <a:t>PTBR </a:t>
            </a:r>
            <a:r>
              <a:rPr sz="2600" spc="-5" dirty="0">
                <a:solidFill>
                  <a:srgbClr val="002060"/>
                </a:solidFill>
                <a:latin typeface="Times New Roman" panose="02020603050405020304" pitchFamily="18" charset="0"/>
                <a:cs typeface="Times New Roman" panose="02020603050405020304" pitchFamily="18" charset="0"/>
              </a:rPr>
              <a:t>in the </a:t>
            </a:r>
            <a:r>
              <a:rPr sz="2600" dirty="0">
                <a:solidFill>
                  <a:srgbClr val="002060"/>
                </a:solidFill>
                <a:latin typeface="Times New Roman" panose="02020603050405020304" pitchFamily="18" charset="0"/>
                <a:cs typeface="Times New Roman" panose="02020603050405020304" pitchFamily="18" charset="0"/>
              </a:rPr>
              <a:t>above diagram </a:t>
            </a:r>
            <a:r>
              <a:rPr sz="2600" spc="-5" dirty="0">
                <a:solidFill>
                  <a:srgbClr val="002060"/>
                </a:solidFill>
                <a:latin typeface="Times New Roman" panose="02020603050405020304" pitchFamily="18" charset="0"/>
                <a:cs typeface="Times New Roman" panose="02020603050405020304" pitchFamily="18" charset="0"/>
              </a:rPr>
              <a:t>means </a:t>
            </a:r>
            <a:r>
              <a:rPr sz="2600" dirty="0">
                <a:solidFill>
                  <a:srgbClr val="002060"/>
                </a:solidFill>
                <a:latin typeface="Times New Roman" panose="02020603050405020304" pitchFamily="18" charset="0"/>
                <a:cs typeface="Times New Roman" panose="02020603050405020304" pitchFamily="18" charset="0"/>
              </a:rPr>
              <a:t>page table base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register and </a:t>
            </a:r>
            <a:r>
              <a:rPr sz="2600" spc="-5" dirty="0">
                <a:solidFill>
                  <a:srgbClr val="002060"/>
                </a:solidFill>
                <a:latin typeface="Times New Roman" panose="02020603050405020304" pitchFamily="18" charset="0"/>
                <a:cs typeface="Times New Roman" panose="02020603050405020304" pitchFamily="18" charset="0"/>
              </a:rPr>
              <a:t>it basically holds the base </a:t>
            </a:r>
            <a:r>
              <a:rPr sz="2600" dirty="0">
                <a:solidFill>
                  <a:srgbClr val="002060"/>
                </a:solidFill>
                <a:latin typeface="Times New Roman" panose="02020603050405020304" pitchFamily="18" charset="0"/>
                <a:cs typeface="Times New Roman" panose="02020603050405020304" pitchFamily="18" charset="0"/>
              </a:rPr>
              <a:t>address </a:t>
            </a:r>
            <a:r>
              <a:rPr sz="2600" spc="-5" dirty="0">
                <a:solidFill>
                  <a:srgbClr val="002060"/>
                </a:solidFill>
                <a:latin typeface="Times New Roman" panose="02020603050405020304" pitchFamily="18" charset="0"/>
                <a:cs typeface="Times New Roman" panose="02020603050405020304" pitchFamily="18" charset="0"/>
              </a:rPr>
              <a:t>for </a:t>
            </a:r>
            <a:r>
              <a:rPr sz="2600" spc="-10" dirty="0">
                <a:solidFill>
                  <a:srgbClr val="002060"/>
                </a:solidFill>
                <a:latin typeface="Times New Roman" panose="02020603050405020304" pitchFamily="18" charset="0"/>
                <a:cs typeface="Times New Roman" panose="02020603050405020304" pitchFamily="18" charset="0"/>
              </a:rPr>
              <a:t>the </a:t>
            </a:r>
            <a:r>
              <a:rPr sz="2600" spc="-5" dirty="0">
                <a:solidFill>
                  <a:srgbClr val="002060"/>
                </a:solidFill>
                <a:latin typeface="Times New Roman" panose="02020603050405020304" pitchFamily="18" charset="0"/>
                <a:cs typeface="Times New Roman" panose="02020603050405020304" pitchFamily="18" charset="0"/>
              </a:rPr>
              <a:t> page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table</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of</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current</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process.</a:t>
            </a:r>
            <a:endParaRPr sz="2600" dirty="0">
              <a:solidFill>
                <a:srgbClr val="002060"/>
              </a:solidFill>
              <a:latin typeface="Times New Roman" panose="02020603050405020304" pitchFamily="18" charset="0"/>
              <a:cs typeface="Times New Roman" panose="02020603050405020304" pitchFamily="18" charset="0"/>
            </a:endParaRPr>
          </a:p>
          <a:p>
            <a:pPr marL="241300" marR="5080" indent="-229235" algn="just">
              <a:lnSpc>
                <a:spcPct val="150000"/>
              </a:lnSpc>
              <a:spcBef>
                <a:spcPts val="1795"/>
              </a:spcBef>
              <a:buSzPct val="80357"/>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The </a:t>
            </a:r>
            <a:r>
              <a:rPr sz="2600" b="1" spc="-5" dirty="0">
                <a:solidFill>
                  <a:srgbClr val="002060"/>
                </a:solidFill>
                <a:latin typeface="Times New Roman" panose="02020603050405020304" pitchFamily="18" charset="0"/>
                <a:cs typeface="Times New Roman" panose="02020603050405020304" pitchFamily="18" charset="0"/>
              </a:rPr>
              <a:t>PTBR </a:t>
            </a:r>
            <a:r>
              <a:rPr sz="2600" spc="-5" dirty="0">
                <a:solidFill>
                  <a:srgbClr val="002060"/>
                </a:solidFill>
                <a:latin typeface="Times New Roman" panose="02020603050405020304" pitchFamily="18" charset="0"/>
                <a:cs typeface="Times New Roman" panose="02020603050405020304" pitchFamily="18" charset="0"/>
              </a:rPr>
              <a:t>is </a:t>
            </a:r>
            <a:r>
              <a:rPr sz="2600" dirty="0">
                <a:solidFill>
                  <a:srgbClr val="002060"/>
                </a:solidFill>
                <a:latin typeface="Times New Roman" panose="02020603050405020304" pitchFamily="18" charset="0"/>
                <a:cs typeface="Times New Roman" panose="02020603050405020304" pitchFamily="18" charset="0"/>
              </a:rPr>
              <a:t>mainly </a:t>
            </a:r>
            <a:r>
              <a:rPr sz="2600" spc="-5" dirty="0">
                <a:solidFill>
                  <a:srgbClr val="002060"/>
                </a:solidFill>
                <a:latin typeface="Times New Roman" panose="02020603050405020304" pitchFamily="18" charset="0"/>
                <a:cs typeface="Times New Roman" panose="02020603050405020304" pitchFamily="18" charset="0"/>
              </a:rPr>
              <a:t>a processor </a:t>
            </a:r>
            <a:r>
              <a:rPr sz="2600" dirty="0">
                <a:solidFill>
                  <a:srgbClr val="002060"/>
                </a:solidFill>
                <a:latin typeface="Times New Roman" panose="02020603050405020304" pitchFamily="18" charset="0"/>
                <a:cs typeface="Times New Roman" panose="02020603050405020304" pitchFamily="18" charset="0"/>
              </a:rPr>
              <a:t>register and </a:t>
            </a:r>
            <a:r>
              <a:rPr sz="2600" spc="-5" dirty="0">
                <a:solidFill>
                  <a:srgbClr val="002060"/>
                </a:solidFill>
                <a:latin typeface="Times New Roman" panose="02020603050405020304" pitchFamily="18" charset="0"/>
                <a:cs typeface="Times New Roman" panose="02020603050405020304" pitchFamily="18" charset="0"/>
              </a:rPr>
              <a:t>is </a:t>
            </a:r>
            <a:r>
              <a:rPr sz="2600" dirty="0">
                <a:solidFill>
                  <a:srgbClr val="002060"/>
                </a:solidFill>
                <a:latin typeface="Times New Roman" panose="02020603050405020304" pitchFamily="18" charset="0"/>
                <a:cs typeface="Times New Roman" panose="02020603050405020304" pitchFamily="18" charset="0"/>
              </a:rPr>
              <a:t>managed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by</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operating</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system.</a:t>
            </a:r>
            <a:r>
              <a:rPr sz="2600" dirty="0">
                <a:solidFill>
                  <a:srgbClr val="002060"/>
                </a:solidFill>
                <a:latin typeface="Times New Roman" panose="02020603050405020304" pitchFamily="18" charset="0"/>
                <a:cs typeface="Times New Roman" panose="02020603050405020304" pitchFamily="18" charset="0"/>
              </a:rPr>
              <a:t> </a:t>
            </a:r>
            <a:r>
              <a:rPr sz="2600" spc="-25" dirty="0">
                <a:solidFill>
                  <a:srgbClr val="002060"/>
                </a:solidFill>
                <a:latin typeface="Times New Roman" panose="02020603050405020304" pitchFamily="18" charset="0"/>
                <a:cs typeface="Times New Roman" panose="02020603050405020304" pitchFamily="18" charset="0"/>
              </a:rPr>
              <a:t>Commonly,</a:t>
            </a:r>
            <a:r>
              <a:rPr sz="2600" spc="-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each</a:t>
            </a:r>
            <a:r>
              <a:rPr sz="2600" spc="77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process </a:t>
            </a:r>
            <a:r>
              <a:rPr sz="2600" spc="-76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running</a:t>
            </a:r>
            <a:r>
              <a:rPr sz="2600" spc="76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on</a:t>
            </a:r>
            <a:r>
              <a:rPr sz="2600" spc="74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a:t>
            </a:r>
            <a:r>
              <a:rPr sz="2600" spc="74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processor</a:t>
            </a:r>
            <a:r>
              <a:rPr sz="2600" spc="74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needs</a:t>
            </a:r>
            <a:r>
              <a:rPr sz="2600" spc="74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its</a:t>
            </a:r>
            <a:r>
              <a:rPr sz="2600" spc="73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own</a:t>
            </a:r>
            <a:r>
              <a:rPr sz="2600" spc="74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logical</a:t>
            </a:r>
            <a:r>
              <a:rPr sz="2600" spc="75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address </a:t>
            </a:r>
            <a:r>
              <a:rPr sz="2600" spc="-76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space.</a:t>
            </a:r>
            <a:endParaRPr sz="2600"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p:nvPr/>
        </p:nvSpPr>
        <p:spPr>
          <a:xfrm>
            <a:off x="914400" y="160051"/>
            <a:ext cx="10591800" cy="6490175"/>
          </a:xfrm>
          <a:prstGeom prst="rect">
            <a:avLst/>
          </a:prstGeom>
        </p:spPr>
        <p:txBody>
          <a:bodyPr vert="horz" wrap="square" lIns="0" tIns="97790" rIns="0" bIns="0" rtlCol="0">
            <a:spAutoFit/>
          </a:bodyPr>
          <a:lstStyle/>
          <a:p>
            <a:pPr marL="241300" marR="5080" indent="-229235" algn="just">
              <a:lnSpc>
                <a:spcPct val="150000"/>
              </a:lnSpc>
              <a:spcBef>
                <a:spcPts val="770"/>
              </a:spcBef>
              <a:buSzPct val="80357"/>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But </a:t>
            </a:r>
            <a:r>
              <a:rPr sz="2600" dirty="0">
                <a:solidFill>
                  <a:srgbClr val="002060"/>
                </a:solidFill>
                <a:latin typeface="Times New Roman" panose="02020603050405020304" pitchFamily="18" charset="0"/>
                <a:cs typeface="Times New Roman" panose="02020603050405020304" pitchFamily="18" charset="0"/>
              </a:rPr>
              <a:t>there </a:t>
            </a:r>
            <a:r>
              <a:rPr sz="2600" spc="-5" dirty="0">
                <a:solidFill>
                  <a:srgbClr val="002060"/>
                </a:solidFill>
                <a:latin typeface="Times New Roman" panose="02020603050405020304" pitchFamily="18" charset="0"/>
                <a:cs typeface="Times New Roman" panose="02020603050405020304" pitchFamily="18" charset="0"/>
              </a:rPr>
              <a:t>is a </a:t>
            </a:r>
            <a:r>
              <a:rPr sz="2600" dirty="0">
                <a:solidFill>
                  <a:srgbClr val="002060"/>
                </a:solidFill>
                <a:latin typeface="Times New Roman" panose="02020603050405020304" pitchFamily="18" charset="0"/>
                <a:cs typeface="Times New Roman" panose="02020603050405020304" pitchFamily="18" charset="0"/>
              </a:rPr>
              <a:t>problem </a:t>
            </a:r>
            <a:r>
              <a:rPr sz="2600" spc="-5" dirty="0">
                <a:solidFill>
                  <a:srgbClr val="002060"/>
                </a:solidFill>
                <a:latin typeface="Times New Roman" panose="02020603050405020304" pitchFamily="18" charset="0"/>
                <a:cs typeface="Times New Roman" panose="02020603050405020304" pitchFamily="18" charset="0"/>
              </a:rPr>
              <a:t>with </a:t>
            </a:r>
            <a:r>
              <a:rPr sz="2600" dirty="0">
                <a:solidFill>
                  <a:srgbClr val="002060"/>
                </a:solidFill>
                <a:latin typeface="Times New Roman" panose="02020603050405020304" pitchFamily="18" charset="0"/>
                <a:cs typeface="Times New Roman" panose="02020603050405020304" pitchFamily="18" charset="0"/>
              </a:rPr>
              <a:t>this </a:t>
            </a:r>
            <a:r>
              <a:rPr sz="2600" spc="-5" dirty="0">
                <a:solidFill>
                  <a:srgbClr val="002060"/>
                </a:solidFill>
                <a:latin typeface="Times New Roman" panose="02020603050405020304" pitchFamily="18" charset="0"/>
                <a:cs typeface="Times New Roman" panose="02020603050405020304" pitchFamily="18" charset="0"/>
              </a:rPr>
              <a:t>approach and that is with </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time</a:t>
            </a:r>
            <a:r>
              <a:rPr sz="2600" dirty="0">
                <a:solidFill>
                  <a:srgbClr val="002060"/>
                </a:solidFill>
                <a:latin typeface="Times New Roman" panose="02020603050405020304" pitchFamily="18" charset="0"/>
                <a:cs typeface="Times New Roman" panose="02020603050405020304" pitchFamily="18" charset="0"/>
              </a:rPr>
              <a:t> required</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access</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user</a:t>
            </a:r>
            <a:r>
              <a:rPr sz="2600" dirty="0">
                <a:solidFill>
                  <a:srgbClr val="002060"/>
                </a:solidFill>
                <a:latin typeface="Times New Roman" panose="02020603050405020304" pitchFamily="18" charset="0"/>
                <a:cs typeface="Times New Roman" panose="02020603050405020304" pitchFamily="18" charset="0"/>
              </a:rPr>
              <a:t> memory</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location. </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Suppose if </a:t>
            </a:r>
            <a:r>
              <a:rPr sz="2600" spc="-10" dirty="0">
                <a:solidFill>
                  <a:srgbClr val="002060"/>
                </a:solidFill>
                <a:latin typeface="Times New Roman" panose="02020603050405020304" pitchFamily="18" charset="0"/>
                <a:cs typeface="Times New Roman" panose="02020603050405020304" pitchFamily="18" charset="0"/>
              </a:rPr>
              <a:t>we </a:t>
            </a:r>
            <a:r>
              <a:rPr sz="2600" dirty="0">
                <a:solidFill>
                  <a:srgbClr val="002060"/>
                </a:solidFill>
                <a:latin typeface="Times New Roman" panose="02020603050405020304" pitchFamily="18" charset="0"/>
                <a:cs typeface="Times New Roman" panose="02020603050405020304" pitchFamily="18" charset="0"/>
              </a:rPr>
              <a:t>want </a:t>
            </a:r>
            <a:r>
              <a:rPr sz="2600" spc="-5" dirty="0">
                <a:solidFill>
                  <a:srgbClr val="002060"/>
                </a:solidFill>
                <a:latin typeface="Times New Roman" panose="02020603050405020304" pitchFamily="18" charset="0"/>
                <a:cs typeface="Times New Roman" panose="02020603050405020304" pitchFamily="18" charset="0"/>
              </a:rPr>
              <a:t>to find </a:t>
            </a:r>
            <a:r>
              <a:rPr sz="2600" spc="-10" dirty="0">
                <a:solidFill>
                  <a:srgbClr val="002060"/>
                </a:solidFill>
                <a:latin typeface="Times New Roman" panose="02020603050405020304" pitchFamily="18" charset="0"/>
                <a:cs typeface="Times New Roman" panose="02020603050405020304" pitchFamily="18" charset="0"/>
              </a:rPr>
              <a:t>the </a:t>
            </a:r>
            <a:r>
              <a:rPr sz="2600" spc="-5" dirty="0">
                <a:solidFill>
                  <a:srgbClr val="002060"/>
                </a:solidFill>
                <a:latin typeface="Times New Roman" panose="02020603050405020304" pitchFamily="18" charset="0"/>
                <a:cs typeface="Times New Roman" panose="02020603050405020304" pitchFamily="18" charset="0"/>
              </a:rPr>
              <a:t>location i, </a:t>
            </a:r>
            <a:r>
              <a:rPr sz="2600" spc="-10" dirty="0">
                <a:solidFill>
                  <a:srgbClr val="002060"/>
                </a:solidFill>
                <a:latin typeface="Times New Roman" panose="02020603050405020304" pitchFamily="18" charset="0"/>
                <a:cs typeface="Times New Roman" panose="02020603050405020304" pitchFamily="18" charset="0"/>
              </a:rPr>
              <a:t>we </a:t>
            </a:r>
            <a:r>
              <a:rPr sz="2600" dirty="0">
                <a:solidFill>
                  <a:srgbClr val="002060"/>
                </a:solidFill>
                <a:latin typeface="Times New Roman" panose="02020603050405020304" pitchFamily="18" charset="0"/>
                <a:cs typeface="Times New Roman" panose="02020603050405020304" pitchFamily="18" charset="0"/>
              </a:rPr>
              <a:t>must </a:t>
            </a:r>
            <a:r>
              <a:rPr sz="2600" spc="-5" dirty="0">
                <a:solidFill>
                  <a:srgbClr val="002060"/>
                </a:solidFill>
                <a:latin typeface="Times New Roman" panose="02020603050405020304" pitchFamily="18" charset="0"/>
                <a:cs typeface="Times New Roman" panose="02020603050405020304" pitchFamily="18" charset="0"/>
              </a:rPr>
              <a:t>first find </a:t>
            </a:r>
            <a:r>
              <a:rPr sz="2600" spc="-76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 index into the </a:t>
            </a:r>
            <a:r>
              <a:rPr sz="2600" dirty="0">
                <a:solidFill>
                  <a:srgbClr val="002060"/>
                </a:solidFill>
                <a:latin typeface="Times New Roman" panose="02020603050405020304" pitchFamily="18" charset="0"/>
                <a:cs typeface="Times New Roman" panose="02020603050405020304" pitchFamily="18" charset="0"/>
              </a:rPr>
              <a:t>page table by </a:t>
            </a:r>
            <a:r>
              <a:rPr sz="2600" spc="-5" dirty="0">
                <a:solidFill>
                  <a:srgbClr val="002060"/>
                </a:solidFill>
                <a:latin typeface="Times New Roman" panose="02020603050405020304" pitchFamily="18" charset="0"/>
                <a:cs typeface="Times New Roman" panose="02020603050405020304" pitchFamily="18" charset="0"/>
              </a:rPr>
              <a:t>using the value in the </a:t>
            </a:r>
            <a:r>
              <a:rPr sz="2600" dirty="0">
                <a:solidFill>
                  <a:srgbClr val="002060"/>
                </a:solidFill>
                <a:latin typeface="Times New Roman" panose="02020603050405020304" pitchFamily="18" charset="0"/>
                <a:cs typeface="Times New Roman" panose="02020603050405020304" pitchFamily="18" charset="0"/>
              </a:rPr>
              <a:t> </a:t>
            </a:r>
            <a:r>
              <a:rPr sz="2600" spc="-10" dirty="0">
                <a:solidFill>
                  <a:srgbClr val="002060"/>
                </a:solidFill>
                <a:latin typeface="Times New Roman" panose="02020603050405020304" pitchFamily="18" charset="0"/>
                <a:cs typeface="Times New Roman" panose="02020603050405020304" pitchFamily="18" charset="0"/>
              </a:rPr>
              <a:t>PTBR</a:t>
            </a:r>
            <a:r>
              <a:rPr sz="2600" spc="-5" dirty="0">
                <a:solidFill>
                  <a:srgbClr val="002060"/>
                </a:solidFill>
                <a:latin typeface="Times New Roman" panose="02020603050405020304" pitchFamily="18" charset="0"/>
                <a:cs typeface="Times New Roman" panose="02020603050405020304" pitchFamily="18" charset="0"/>
              </a:rPr>
              <a:t> </a:t>
            </a:r>
            <a:r>
              <a:rPr sz="2600" spc="-10" dirty="0">
                <a:solidFill>
                  <a:srgbClr val="002060"/>
                </a:solidFill>
                <a:latin typeface="Times New Roman" panose="02020603050405020304" pitchFamily="18" charset="0"/>
                <a:cs typeface="Times New Roman" panose="02020603050405020304" pitchFamily="18" charset="0"/>
              </a:rPr>
              <a:t>offset</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by</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dirty="0">
                <a:solidFill>
                  <a:srgbClr val="002060"/>
                </a:solidFill>
                <a:latin typeface="Times New Roman" panose="02020603050405020304" pitchFamily="18" charset="0"/>
                <a:cs typeface="Times New Roman" panose="02020603050405020304" pitchFamily="18" charset="0"/>
              </a:rPr>
              <a:t> page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number</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for</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And</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this</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task </a:t>
            </a:r>
            <a:r>
              <a:rPr sz="2600" spc="-76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requires</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memory</a:t>
            </a:r>
            <a:r>
              <a:rPr sz="2600" spc="4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access.</a:t>
            </a:r>
          </a:p>
          <a:p>
            <a:pPr marL="241300" marR="5080" indent="-229235" algn="just">
              <a:lnSpc>
                <a:spcPct val="150000"/>
              </a:lnSpc>
              <a:spcBef>
                <a:spcPts val="1800"/>
              </a:spcBef>
              <a:buSzPct val="80357"/>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It </a:t>
            </a:r>
            <a:r>
              <a:rPr sz="2600" dirty="0">
                <a:solidFill>
                  <a:srgbClr val="002060"/>
                </a:solidFill>
                <a:latin typeface="Times New Roman" panose="02020603050405020304" pitchFamily="18" charset="0"/>
                <a:cs typeface="Times New Roman" panose="02020603050405020304" pitchFamily="18" charset="0"/>
              </a:rPr>
              <a:t>then </a:t>
            </a:r>
            <a:r>
              <a:rPr sz="2600" spc="-5" dirty="0">
                <a:solidFill>
                  <a:srgbClr val="002060"/>
                </a:solidFill>
                <a:latin typeface="Times New Roman" panose="02020603050405020304" pitchFamily="18" charset="0"/>
                <a:cs typeface="Times New Roman" panose="02020603050405020304" pitchFamily="18" charset="0"/>
              </a:rPr>
              <a:t>provides </a:t>
            </a:r>
            <a:r>
              <a:rPr sz="2600" dirty="0">
                <a:solidFill>
                  <a:srgbClr val="002060"/>
                </a:solidFill>
                <a:latin typeface="Times New Roman" panose="02020603050405020304" pitchFamily="18" charset="0"/>
                <a:cs typeface="Times New Roman" panose="02020603050405020304" pitchFamily="18" charset="0"/>
              </a:rPr>
              <a:t>us </a:t>
            </a:r>
            <a:r>
              <a:rPr sz="2600" spc="-5" dirty="0">
                <a:solidFill>
                  <a:srgbClr val="002060"/>
                </a:solidFill>
                <a:latin typeface="Times New Roman" panose="02020603050405020304" pitchFamily="18" charset="0"/>
                <a:cs typeface="Times New Roman" panose="02020603050405020304" pitchFamily="18" charset="0"/>
              </a:rPr>
              <a:t>the frame number which is </a:t>
            </a:r>
            <a:r>
              <a:rPr sz="2600" dirty="0">
                <a:solidFill>
                  <a:srgbClr val="002060"/>
                </a:solidFill>
                <a:latin typeface="Times New Roman" panose="02020603050405020304" pitchFamily="18" charset="0"/>
                <a:cs typeface="Times New Roman" panose="02020603050405020304" pitchFamily="18" charset="0"/>
              </a:rPr>
              <a:t>combined </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with</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dirty="0">
                <a:solidFill>
                  <a:srgbClr val="002060"/>
                </a:solidFill>
                <a:latin typeface="Times New Roman" panose="02020603050405020304" pitchFamily="18" charset="0"/>
                <a:cs typeface="Times New Roman" panose="02020603050405020304" pitchFamily="18" charset="0"/>
              </a:rPr>
              <a:t> page</a:t>
            </a:r>
            <a:r>
              <a:rPr sz="2600" spc="5" dirty="0">
                <a:solidFill>
                  <a:srgbClr val="002060"/>
                </a:solidFill>
                <a:latin typeface="Times New Roman" panose="02020603050405020304" pitchFamily="18" charset="0"/>
                <a:cs typeface="Times New Roman" panose="02020603050405020304" pitchFamily="18" charset="0"/>
              </a:rPr>
              <a:t> </a:t>
            </a:r>
            <a:r>
              <a:rPr sz="2600" spc="-10" dirty="0">
                <a:solidFill>
                  <a:srgbClr val="002060"/>
                </a:solidFill>
                <a:latin typeface="Times New Roman" panose="02020603050405020304" pitchFamily="18" charset="0"/>
                <a:cs typeface="Times New Roman" panose="02020603050405020304" pitchFamily="18" charset="0"/>
              </a:rPr>
              <a:t>offset</a:t>
            </a:r>
            <a:r>
              <a:rPr sz="2600" spc="-5" dirty="0">
                <a:solidFill>
                  <a:srgbClr val="002060"/>
                </a:solidFill>
                <a:latin typeface="Times New Roman" panose="02020603050405020304" pitchFamily="18" charset="0"/>
                <a:cs typeface="Times New Roman" panose="02020603050405020304" pitchFamily="18" charset="0"/>
              </a:rPr>
              <a:t> in</a:t>
            </a:r>
            <a:r>
              <a:rPr sz="2600" dirty="0">
                <a:solidFill>
                  <a:srgbClr val="002060"/>
                </a:solidFill>
                <a:latin typeface="Times New Roman" panose="02020603050405020304" pitchFamily="18" charset="0"/>
                <a:cs typeface="Times New Roman" panose="02020603050405020304" pitchFamily="18" charset="0"/>
              </a:rPr>
              <a:t> order</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a:t>
            </a:r>
            <a:r>
              <a:rPr sz="2600" dirty="0">
                <a:solidFill>
                  <a:srgbClr val="002060"/>
                </a:solidFill>
                <a:latin typeface="Times New Roman" panose="02020603050405020304" pitchFamily="18" charset="0"/>
                <a:cs typeface="Times New Roman" panose="02020603050405020304" pitchFamily="18" charset="0"/>
              </a:rPr>
              <a:t> produce</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actual </a:t>
            </a:r>
            <a:r>
              <a:rPr sz="2600" dirty="0">
                <a:solidFill>
                  <a:srgbClr val="002060"/>
                </a:solidFill>
                <a:latin typeface="Times New Roman" panose="02020603050405020304" pitchFamily="18" charset="0"/>
                <a:cs typeface="Times New Roman" panose="02020603050405020304" pitchFamily="18" charset="0"/>
              </a:rPr>
              <a:t> address. </a:t>
            </a:r>
            <a:r>
              <a:rPr sz="2600" spc="-5" dirty="0">
                <a:solidFill>
                  <a:srgbClr val="002060"/>
                </a:solidFill>
                <a:latin typeface="Times New Roman" panose="02020603050405020304" pitchFamily="18" charset="0"/>
                <a:cs typeface="Times New Roman" panose="02020603050405020304" pitchFamily="18" charset="0"/>
              </a:rPr>
              <a:t>After </a:t>
            </a:r>
            <a:r>
              <a:rPr sz="2600" dirty="0">
                <a:solidFill>
                  <a:srgbClr val="002060"/>
                </a:solidFill>
                <a:latin typeface="Times New Roman" panose="02020603050405020304" pitchFamily="18" charset="0"/>
                <a:cs typeface="Times New Roman" panose="02020603050405020304" pitchFamily="18" charset="0"/>
              </a:rPr>
              <a:t>that, </a:t>
            </a:r>
            <a:r>
              <a:rPr sz="2600" spc="-10" dirty="0">
                <a:solidFill>
                  <a:srgbClr val="002060"/>
                </a:solidFill>
                <a:latin typeface="Times New Roman" panose="02020603050405020304" pitchFamily="18" charset="0"/>
                <a:cs typeface="Times New Roman" panose="02020603050405020304" pitchFamily="18" charset="0"/>
              </a:rPr>
              <a:t>we </a:t>
            </a:r>
            <a:r>
              <a:rPr sz="2600" dirty="0">
                <a:solidFill>
                  <a:srgbClr val="002060"/>
                </a:solidFill>
                <a:latin typeface="Times New Roman" panose="02020603050405020304" pitchFamily="18" charset="0"/>
                <a:cs typeface="Times New Roman" panose="02020603050405020304" pitchFamily="18" charset="0"/>
              </a:rPr>
              <a:t>can then access </a:t>
            </a:r>
            <a:r>
              <a:rPr sz="2600" spc="-5" dirty="0">
                <a:solidFill>
                  <a:srgbClr val="002060"/>
                </a:solidFill>
                <a:latin typeface="Times New Roman" panose="02020603050405020304" pitchFamily="18" charset="0"/>
                <a:cs typeface="Times New Roman" panose="02020603050405020304" pitchFamily="18" charset="0"/>
              </a:rPr>
              <a:t>the </a:t>
            </a:r>
            <a:r>
              <a:rPr sz="2600" dirty="0">
                <a:solidFill>
                  <a:srgbClr val="002060"/>
                </a:solidFill>
                <a:latin typeface="Times New Roman" panose="02020603050405020304" pitchFamily="18" charset="0"/>
                <a:cs typeface="Times New Roman" panose="02020603050405020304" pitchFamily="18" charset="0"/>
              </a:rPr>
              <a:t>desired </a:t>
            </a:r>
            <a:r>
              <a:rPr sz="2600" spc="-5" dirty="0">
                <a:solidFill>
                  <a:srgbClr val="002060"/>
                </a:solidFill>
                <a:latin typeface="Times New Roman" panose="02020603050405020304" pitchFamily="18" charset="0"/>
                <a:cs typeface="Times New Roman" panose="02020603050405020304" pitchFamily="18" charset="0"/>
              </a:rPr>
              <a:t>place </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dirty="0">
                <a:solidFill>
                  <a:srgbClr val="002060"/>
                </a:solidFill>
                <a:latin typeface="Times New Roman" panose="02020603050405020304" pitchFamily="18" charset="0"/>
                <a:cs typeface="Times New Roman" panose="02020603050405020304" pitchFamily="18" charset="0"/>
              </a:rPr>
              <a:t> </a:t>
            </a:r>
            <a:r>
              <a:rPr sz="2600" spc="-30" dirty="0">
                <a:solidFill>
                  <a:srgbClr val="002060"/>
                </a:solidFill>
                <a:latin typeface="Times New Roman" panose="02020603050405020304" pitchFamily="18" charset="0"/>
                <a:cs typeface="Times New Roman" panose="02020603050405020304" pitchFamily="18" charset="0"/>
              </a:rPr>
              <a:t>memory</a:t>
            </a:r>
            <a:r>
              <a:rPr sz="2600" spc="-30" dirty="0" smtClean="0">
                <a:solidFill>
                  <a:srgbClr val="002060"/>
                </a:solidFill>
                <a:latin typeface="Times New Roman" panose="02020603050405020304" pitchFamily="18" charset="0"/>
                <a:cs typeface="Times New Roman" panose="02020603050405020304" pitchFamily="18" charset="0"/>
              </a:rPr>
              <a:t>.</a:t>
            </a:r>
            <a:endParaRPr lang="en-IN" sz="2600" spc="-30" dirty="0" smtClean="0">
              <a:solidFill>
                <a:srgbClr val="002060"/>
              </a:solidFill>
              <a:latin typeface="Times New Roman" panose="02020603050405020304" pitchFamily="18" charset="0"/>
              <a:cs typeface="Times New Roman" panose="02020603050405020304" pitchFamily="18" charset="0"/>
            </a:endParaRPr>
          </a:p>
          <a:p>
            <a:pPr marL="241300" marR="5080" indent="-229235" algn="just">
              <a:lnSpc>
                <a:spcPct val="150000"/>
              </a:lnSpc>
              <a:spcBef>
                <a:spcPts val="1800"/>
              </a:spcBef>
              <a:buSzPct val="80357"/>
              <a:buFontTx/>
              <a:buChar char="•"/>
              <a:tabLst>
                <a:tab pos="241935" algn="l"/>
              </a:tabLst>
            </a:pPr>
            <a:r>
              <a:rPr lang="en-US" sz="2600" spc="-5" dirty="0">
                <a:solidFill>
                  <a:srgbClr val="002060"/>
                </a:solidFill>
                <a:latin typeface="Times New Roman" panose="02020603050405020304" pitchFamily="18" charset="0"/>
                <a:cs typeface="Times New Roman" panose="02020603050405020304" pitchFamily="18" charset="0"/>
              </a:rPr>
              <a:t>With</a:t>
            </a:r>
            <a:r>
              <a:rPr lang="en-US" sz="2600"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the</a:t>
            </a:r>
            <a:r>
              <a:rPr lang="en-US" sz="2600"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above</a:t>
            </a:r>
            <a:r>
              <a:rPr lang="en-US" sz="2600" dirty="0">
                <a:solidFill>
                  <a:srgbClr val="002060"/>
                </a:solidFill>
                <a:latin typeface="Times New Roman" panose="02020603050405020304" pitchFamily="18" charset="0"/>
                <a:cs typeface="Times New Roman" panose="02020603050405020304" pitchFamily="18" charset="0"/>
              </a:rPr>
              <a:t> scheme,</a:t>
            </a:r>
            <a:r>
              <a:rPr lang="en-US" sz="2600" spc="5"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two</a:t>
            </a:r>
            <a:r>
              <a:rPr lang="en-US" sz="2600" dirty="0">
                <a:solidFill>
                  <a:srgbClr val="002060"/>
                </a:solidFill>
                <a:latin typeface="Times New Roman" panose="02020603050405020304" pitchFamily="18" charset="0"/>
                <a:cs typeface="Times New Roman" panose="02020603050405020304" pitchFamily="18" charset="0"/>
              </a:rPr>
              <a:t> memory</a:t>
            </a:r>
            <a:r>
              <a:rPr lang="en-US" sz="2600" spc="5"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accesses</a:t>
            </a:r>
            <a:r>
              <a:rPr lang="en-US" sz="2600"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are </a:t>
            </a:r>
            <a:r>
              <a:rPr lang="en-US" sz="2600" dirty="0">
                <a:solidFill>
                  <a:srgbClr val="002060"/>
                </a:solidFill>
                <a:latin typeface="Times New Roman" panose="02020603050405020304" pitchFamily="18" charset="0"/>
                <a:cs typeface="Times New Roman" panose="02020603050405020304" pitchFamily="18" charset="0"/>
              </a:rPr>
              <a:t> needed </a:t>
            </a:r>
            <a:r>
              <a:rPr lang="en-US" sz="2600" spc="5" dirty="0">
                <a:solidFill>
                  <a:srgbClr val="002060"/>
                </a:solidFill>
                <a:latin typeface="Times New Roman" panose="02020603050405020304" pitchFamily="18" charset="0"/>
                <a:cs typeface="Times New Roman" panose="02020603050405020304" pitchFamily="18" charset="0"/>
              </a:rPr>
              <a:t>in </a:t>
            </a:r>
            <a:r>
              <a:rPr lang="en-US" sz="2600" dirty="0">
                <a:solidFill>
                  <a:srgbClr val="002060"/>
                </a:solidFill>
                <a:latin typeface="Times New Roman" panose="02020603050405020304" pitchFamily="18" charset="0"/>
                <a:cs typeface="Times New Roman" panose="02020603050405020304" pitchFamily="18" charset="0"/>
              </a:rPr>
              <a:t>order </a:t>
            </a:r>
            <a:r>
              <a:rPr lang="en-US" sz="2600" spc="-10" dirty="0">
                <a:solidFill>
                  <a:srgbClr val="002060"/>
                </a:solidFill>
                <a:latin typeface="Times New Roman" panose="02020603050405020304" pitchFamily="18" charset="0"/>
                <a:cs typeface="Times New Roman" panose="02020603050405020304" pitchFamily="18" charset="0"/>
              </a:rPr>
              <a:t>to </a:t>
            </a:r>
            <a:r>
              <a:rPr lang="en-US" sz="2600" spc="-5" dirty="0">
                <a:solidFill>
                  <a:srgbClr val="002060"/>
                </a:solidFill>
                <a:latin typeface="Times New Roman" panose="02020603050405020304" pitchFamily="18" charset="0"/>
                <a:cs typeface="Times New Roman" panose="02020603050405020304" pitchFamily="18" charset="0"/>
              </a:rPr>
              <a:t>access a </a:t>
            </a:r>
            <a:r>
              <a:rPr lang="en-US" sz="2600" dirty="0">
                <a:solidFill>
                  <a:srgbClr val="002060"/>
                </a:solidFill>
                <a:latin typeface="Times New Roman" panose="02020603050405020304" pitchFamily="18" charset="0"/>
                <a:cs typeface="Times New Roman" panose="02020603050405020304" pitchFamily="18" charset="0"/>
              </a:rPr>
              <a:t>byte( one </a:t>
            </a:r>
            <a:r>
              <a:rPr lang="en-US" sz="2600" spc="-5" dirty="0">
                <a:solidFill>
                  <a:srgbClr val="002060"/>
                </a:solidFill>
                <a:latin typeface="Times New Roman" panose="02020603050405020304" pitchFamily="18" charset="0"/>
                <a:cs typeface="Times New Roman" panose="02020603050405020304" pitchFamily="18" charset="0"/>
              </a:rPr>
              <a:t>for the </a:t>
            </a:r>
            <a:r>
              <a:rPr lang="en-US" sz="2600" dirty="0">
                <a:solidFill>
                  <a:srgbClr val="002060"/>
                </a:solidFill>
                <a:latin typeface="Times New Roman" panose="02020603050405020304" pitchFamily="18" charset="0"/>
                <a:cs typeface="Times New Roman" panose="02020603050405020304" pitchFamily="18" charset="0"/>
              </a:rPr>
              <a:t>page-table </a:t>
            </a:r>
            <a:r>
              <a:rPr lang="en-US" sz="2600" spc="5"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entry </a:t>
            </a:r>
            <a:r>
              <a:rPr lang="en-US" sz="2600" dirty="0">
                <a:solidFill>
                  <a:srgbClr val="002060"/>
                </a:solidFill>
                <a:latin typeface="Times New Roman" panose="02020603050405020304" pitchFamily="18" charset="0"/>
                <a:cs typeface="Times New Roman" panose="02020603050405020304" pitchFamily="18" charset="0"/>
              </a:rPr>
              <a:t>and one for byte). </a:t>
            </a:r>
            <a:r>
              <a:rPr lang="en-US" sz="2600" spc="-5" dirty="0">
                <a:solidFill>
                  <a:srgbClr val="002060"/>
                </a:solidFill>
                <a:latin typeface="Times New Roman" panose="02020603050405020304" pitchFamily="18" charset="0"/>
                <a:cs typeface="Times New Roman" panose="02020603050405020304" pitchFamily="18" charset="0"/>
              </a:rPr>
              <a:t>Thus </a:t>
            </a:r>
            <a:r>
              <a:rPr lang="en-US" sz="2600" dirty="0">
                <a:solidFill>
                  <a:srgbClr val="002060"/>
                </a:solidFill>
                <a:latin typeface="Times New Roman" panose="02020603050405020304" pitchFamily="18" charset="0"/>
                <a:cs typeface="Times New Roman" panose="02020603050405020304" pitchFamily="18" charset="0"/>
              </a:rPr>
              <a:t>memory </a:t>
            </a:r>
            <a:r>
              <a:rPr lang="en-US" sz="2600" spc="-5" dirty="0">
                <a:solidFill>
                  <a:srgbClr val="002060"/>
                </a:solidFill>
                <a:latin typeface="Times New Roman" panose="02020603050405020304" pitchFamily="18" charset="0"/>
                <a:cs typeface="Times New Roman" panose="02020603050405020304" pitchFamily="18" charset="0"/>
              </a:rPr>
              <a:t>access is slower </a:t>
            </a:r>
            <a:r>
              <a:rPr lang="en-US" sz="2600" dirty="0">
                <a:solidFill>
                  <a:srgbClr val="002060"/>
                </a:solidFill>
                <a:latin typeface="Times New Roman" panose="02020603050405020304" pitchFamily="18" charset="0"/>
                <a:cs typeface="Times New Roman" panose="02020603050405020304" pitchFamily="18" charset="0"/>
              </a:rPr>
              <a:t>by </a:t>
            </a:r>
            <a:r>
              <a:rPr lang="en-US" sz="2600" spc="-765"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a </a:t>
            </a:r>
            <a:r>
              <a:rPr lang="en-US" sz="2600" dirty="0">
                <a:solidFill>
                  <a:srgbClr val="002060"/>
                </a:solidFill>
                <a:latin typeface="Times New Roman" panose="02020603050405020304" pitchFamily="18" charset="0"/>
                <a:cs typeface="Times New Roman" panose="02020603050405020304" pitchFamily="18" charset="0"/>
              </a:rPr>
              <a:t>factor of </a:t>
            </a:r>
            <a:r>
              <a:rPr lang="en-US" sz="2600" spc="-5" dirty="0">
                <a:solidFill>
                  <a:srgbClr val="002060"/>
                </a:solidFill>
                <a:latin typeface="Times New Roman" panose="02020603050405020304" pitchFamily="18" charset="0"/>
                <a:cs typeface="Times New Roman" panose="02020603050405020304" pitchFamily="18" charset="0"/>
              </a:rPr>
              <a:t>2 </a:t>
            </a:r>
            <a:r>
              <a:rPr lang="en-US" sz="2600" dirty="0">
                <a:solidFill>
                  <a:srgbClr val="002060"/>
                </a:solidFill>
                <a:latin typeface="Times New Roman" panose="02020603050405020304" pitchFamily="18" charset="0"/>
                <a:cs typeface="Times New Roman" panose="02020603050405020304" pitchFamily="18" charset="0"/>
              </a:rPr>
              <a:t>and </a:t>
            </a:r>
            <a:r>
              <a:rPr lang="en-US" sz="2600" spc="-5" dirty="0">
                <a:solidFill>
                  <a:srgbClr val="002060"/>
                </a:solidFill>
                <a:latin typeface="Times New Roman" panose="02020603050405020304" pitchFamily="18" charset="0"/>
                <a:cs typeface="Times New Roman" panose="02020603050405020304" pitchFamily="18" charset="0"/>
              </a:rPr>
              <a:t>in most cases, this scheme slowed </a:t>
            </a:r>
            <a:r>
              <a:rPr lang="en-US" sz="2600" dirty="0">
                <a:solidFill>
                  <a:srgbClr val="002060"/>
                </a:solidFill>
                <a:latin typeface="Times New Roman" panose="02020603050405020304" pitchFamily="18" charset="0"/>
                <a:cs typeface="Times New Roman" panose="02020603050405020304" pitchFamily="18" charset="0"/>
              </a:rPr>
              <a:t>by </a:t>
            </a:r>
            <a:r>
              <a:rPr lang="en-US" sz="2600" spc="-5" dirty="0">
                <a:solidFill>
                  <a:srgbClr val="002060"/>
                </a:solidFill>
                <a:latin typeface="Times New Roman" panose="02020603050405020304" pitchFamily="18" charset="0"/>
                <a:cs typeface="Times New Roman" panose="02020603050405020304" pitchFamily="18" charset="0"/>
              </a:rPr>
              <a:t>a </a:t>
            </a:r>
            <a:r>
              <a:rPr lang="en-US" sz="2600" dirty="0">
                <a:solidFill>
                  <a:srgbClr val="002060"/>
                </a:solidFill>
                <a:latin typeface="Times New Roman" panose="02020603050405020304" pitchFamily="18" charset="0"/>
                <a:cs typeface="Times New Roman" panose="02020603050405020304" pitchFamily="18" charset="0"/>
              </a:rPr>
              <a:t> factor</a:t>
            </a:r>
            <a:r>
              <a:rPr lang="en-US" sz="2600" spc="-5" dirty="0">
                <a:solidFill>
                  <a:srgbClr val="002060"/>
                </a:solidFill>
                <a:latin typeface="Times New Roman" panose="02020603050405020304" pitchFamily="18" charset="0"/>
                <a:cs typeface="Times New Roman" panose="02020603050405020304" pitchFamily="18" charset="0"/>
              </a:rPr>
              <a:t> of</a:t>
            </a:r>
            <a:r>
              <a:rPr lang="en-US" sz="2600" spc="-10"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2</a:t>
            </a:r>
            <a:r>
              <a:rPr lang="en-US" sz="2600" spc="-5" dirty="0" smtClean="0">
                <a:solidFill>
                  <a:srgbClr val="002060"/>
                </a:solidFill>
                <a:latin typeface="Times New Roman" panose="02020603050405020304" pitchFamily="18" charset="0"/>
                <a:cs typeface="Times New Roman" panose="02020603050405020304" pitchFamily="18" charset="0"/>
              </a:rPr>
              <a:t>.</a:t>
            </a:r>
            <a:endParaRPr lang="en-US" sz="2600"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219200" y="968575"/>
            <a:ext cx="8042909" cy="504625"/>
          </a:xfrm>
          <a:prstGeom prst="rect">
            <a:avLst/>
          </a:prstGeom>
        </p:spPr>
        <p:txBody>
          <a:bodyPr vert="horz" wrap="square" lIns="0" tIns="12065" rIns="0" bIns="0" rtlCol="0">
            <a:spAutoFit/>
          </a:bodyPr>
          <a:lstStyle/>
          <a:p>
            <a:pPr marL="12700">
              <a:lnSpc>
                <a:spcPct val="100000"/>
              </a:lnSpc>
              <a:spcBef>
                <a:spcPts val="95"/>
              </a:spcBef>
            </a:pPr>
            <a:r>
              <a:rPr spc="-30" dirty="0"/>
              <a:t>Translation</a:t>
            </a:r>
            <a:r>
              <a:rPr spc="45" dirty="0"/>
              <a:t> </a:t>
            </a:r>
            <a:r>
              <a:rPr spc="-5" dirty="0"/>
              <a:t>of look-aside</a:t>
            </a:r>
            <a:r>
              <a:rPr dirty="0"/>
              <a:t> </a:t>
            </a:r>
            <a:r>
              <a:rPr spc="-10" dirty="0" smtClean="0"/>
              <a:t>buffer</a:t>
            </a:r>
            <a:r>
              <a:rPr lang="en-IN" spc="-10" dirty="0" smtClean="0"/>
              <a:t> </a:t>
            </a:r>
            <a:r>
              <a:rPr spc="-10" dirty="0" smtClean="0"/>
              <a:t>(</a:t>
            </a:r>
            <a:r>
              <a:rPr spc="-10" dirty="0"/>
              <a:t>TLB)</a:t>
            </a:r>
          </a:p>
        </p:txBody>
      </p:sp>
      <p:sp>
        <p:nvSpPr>
          <p:cNvPr id="4" name="object 4"/>
          <p:cNvSpPr txBox="1"/>
          <p:nvPr/>
        </p:nvSpPr>
        <p:spPr>
          <a:xfrm>
            <a:off x="1138236" y="1882283"/>
            <a:ext cx="10444163" cy="4857227"/>
          </a:xfrm>
          <a:prstGeom prst="rect">
            <a:avLst/>
          </a:prstGeom>
        </p:spPr>
        <p:txBody>
          <a:bodyPr vert="horz" wrap="square" lIns="0" tIns="12700" rIns="0" bIns="0" rtlCol="0">
            <a:spAutoFit/>
          </a:bodyPr>
          <a:lstStyle/>
          <a:p>
            <a:pPr marL="241300" indent="-229235">
              <a:lnSpc>
                <a:spcPts val="2755"/>
              </a:lnSpc>
              <a:spcBef>
                <a:spcPts val="100"/>
              </a:spcBef>
              <a:buSzPct val="79629"/>
              <a:buChar char="•"/>
              <a:tabLst>
                <a:tab pos="241300" algn="l"/>
                <a:tab pos="241935" algn="l"/>
              </a:tabLst>
            </a:pPr>
            <a:r>
              <a:rPr sz="2600" spc="-5" dirty="0">
                <a:solidFill>
                  <a:srgbClr val="002060"/>
                </a:solidFill>
                <a:latin typeface="Times New Roman" panose="02020603050405020304" pitchFamily="18" charset="0"/>
                <a:cs typeface="Times New Roman" panose="02020603050405020304" pitchFamily="18" charset="0"/>
              </a:rPr>
              <a:t>There</a:t>
            </a:r>
            <a:r>
              <a:rPr sz="2600" spc="27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spc="28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a:t>
            </a:r>
            <a:r>
              <a:rPr sz="2600" spc="26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standard</a:t>
            </a:r>
            <a:r>
              <a:rPr sz="2600" spc="28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solution</a:t>
            </a:r>
            <a:r>
              <a:rPr sz="2600" spc="27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for</a:t>
            </a:r>
            <a:r>
              <a:rPr sz="2600" spc="28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a:t>
            </a:r>
            <a:r>
              <a:rPr sz="2600" spc="25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previous</a:t>
            </a:r>
            <a:r>
              <a:rPr sz="2600" spc="27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problem</a:t>
            </a:r>
            <a:r>
              <a:rPr sz="2600" spc="26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that</a:t>
            </a:r>
            <a:r>
              <a:rPr sz="2600" spc="280" dirty="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is</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to</a:t>
            </a:r>
            <a:r>
              <a:rPr sz="2600" spc="175" dirty="0" smtClean="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use</a:t>
            </a:r>
            <a:r>
              <a:rPr sz="2600" spc="16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a:t>
            </a:r>
            <a:r>
              <a:rPr sz="2600" spc="165" dirty="0">
                <a:solidFill>
                  <a:srgbClr val="002060"/>
                </a:solidFill>
                <a:latin typeface="Times New Roman" panose="02020603050405020304" pitchFamily="18" charset="0"/>
                <a:cs typeface="Times New Roman" panose="02020603050405020304" pitchFamily="18" charset="0"/>
              </a:rPr>
              <a:t> </a:t>
            </a:r>
            <a:r>
              <a:rPr lang="en-IN" sz="2600" spc="165" dirty="0" smtClean="0">
                <a:solidFill>
                  <a:srgbClr val="002060"/>
                </a:solidFill>
                <a:latin typeface="Times New Roman" panose="02020603050405020304" pitchFamily="18" charset="0"/>
                <a:cs typeface="Times New Roman" panose="02020603050405020304" pitchFamily="18" charset="0"/>
              </a:rPr>
              <a:t>s</a:t>
            </a:r>
            <a:r>
              <a:rPr sz="2600" spc="-5" dirty="0" err="1" smtClean="0">
                <a:solidFill>
                  <a:srgbClr val="002060"/>
                </a:solidFill>
                <a:latin typeface="Times New Roman" panose="02020603050405020304" pitchFamily="18" charset="0"/>
                <a:cs typeface="Times New Roman" panose="02020603050405020304" pitchFamily="18" charset="0"/>
              </a:rPr>
              <a:t>pecial</a:t>
            </a:r>
            <a:r>
              <a:rPr sz="2600" spc="-5" dirty="0">
                <a:solidFill>
                  <a:srgbClr val="002060"/>
                </a:solidFill>
                <a:latin typeface="Times New Roman" panose="02020603050405020304" pitchFamily="18" charset="0"/>
                <a:cs typeface="Times New Roman" panose="02020603050405020304" pitchFamily="18" charset="0"/>
              </a:rPr>
              <a:t>,</a:t>
            </a:r>
            <a:r>
              <a:rPr sz="2600" spc="17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small,</a:t>
            </a:r>
            <a:r>
              <a:rPr sz="2600" spc="18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and</a:t>
            </a:r>
            <a:r>
              <a:rPr sz="2600" spc="15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fast-lookup</a:t>
            </a:r>
            <a:r>
              <a:rPr sz="2600" spc="18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hardware</a:t>
            </a:r>
            <a:r>
              <a:rPr sz="2600" spc="17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cache</a:t>
            </a:r>
            <a:r>
              <a:rPr sz="2600" spc="17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that</a:t>
            </a:r>
            <a:r>
              <a:rPr sz="2600" spc="170" dirty="0">
                <a:solidFill>
                  <a:srgbClr val="002060"/>
                </a:solidFill>
                <a:latin typeface="Times New Roman" panose="02020603050405020304" pitchFamily="18" charset="0"/>
                <a:cs typeface="Times New Roman" panose="02020603050405020304" pitchFamily="18" charset="0"/>
              </a:rPr>
              <a:t> </a:t>
            </a:r>
            <a:r>
              <a:rPr sz="2600" spc="-15" dirty="0">
                <a:solidFill>
                  <a:srgbClr val="002060"/>
                </a:solidFill>
                <a:latin typeface="Times New Roman" panose="02020603050405020304" pitchFamily="18" charset="0"/>
                <a:cs typeface="Times New Roman" panose="02020603050405020304" pitchFamily="18" charset="0"/>
              </a:rPr>
              <a:t>is </a:t>
            </a:r>
            <a:r>
              <a:rPr sz="2600" spc="-73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commonly</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known as</a:t>
            </a:r>
            <a:r>
              <a:rPr sz="2600" spc="-50" dirty="0">
                <a:solidFill>
                  <a:srgbClr val="002060"/>
                </a:solidFill>
                <a:latin typeface="Times New Roman" panose="02020603050405020304" pitchFamily="18" charset="0"/>
                <a:cs typeface="Times New Roman" panose="02020603050405020304" pitchFamily="18" charset="0"/>
              </a:rPr>
              <a:t> </a:t>
            </a:r>
            <a:r>
              <a:rPr sz="2600" spc="-10" dirty="0">
                <a:solidFill>
                  <a:srgbClr val="002060"/>
                </a:solidFill>
                <a:latin typeface="Times New Roman" panose="02020603050405020304" pitchFamily="18" charset="0"/>
                <a:cs typeface="Times New Roman" panose="02020603050405020304" pitchFamily="18" charset="0"/>
              </a:rPr>
              <a:t>Translation</a:t>
            </a:r>
            <a:r>
              <a:rPr sz="2600" spc="-5" dirty="0">
                <a:solidFill>
                  <a:srgbClr val="002060"/>
                </a:solidFill>
                <a:latin typeface="Times New Roman" panose="02020603050405020304" pitchFamily="18" charset="0"/>
                <a:cs typeface="Times New Roman" panose="02020603050405020304" pitchFamily="18" charset="0"/>
              </a:rPr>
              <a:t> of</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look-aside</a:t>
            </a:r>
            <a:r>
              <a:rPr sz="2600" spc="-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buffer(TLB).</a:t>
            </a:r>
            <a:endParaRPr sz="2600" dirty="0">
              <a:solidFill>
                <a:srgbClr val="002060"/>
              </a:solidFill>
              <a:latin typeface="Times New Roman" panose="02020603050405020304" pitchFamily="18" charset="0"/>
              <a:cs typeface="Times New Roman" panose="02020603050405020304" pitchFamily="18" charset="0"/>
            </a:endParaRPr>
          </a:p>
          <a:p>
            <a:pPr marL="241300" indent="-229235">
              <a:lnSpc>
                <a:spcPct val="100000"/>
              </a:lnSpc>
              <a:spcBef>
                <a:spcPts val="830"/>
              </a:spcBef>
              <a:buSzPct val="79629"/>
              <a:buChar char="•"/>
              <a:tabLst>
                <a:tab pos="241300" algn="l"/>
                <a:tab pos="241935" algn="l"/>
              </a:tabLst>
            </a:pPr>
            <a:r>
              <a:rPr sz="2600" dirty="0">
                <a:solidFill>
                  <a:srgbClr val="002060"/>
                </a:solidFill>
                <a:latin typeface="Times New Roman" panose="02020603050405020304" pitchFamily="18" charset="0"/>
                <a:cs typeface="Times New Roman" panose="02020603050405020304" pitchFamily="18" charset="0"/>
              </a:rPr>
              <a:t>TLB</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 </a:t>
            </a:r>
            <a:r>
              <a:rPr sz="2600" dirty="0">
                <a:solidFill>
                  <a:srgbClr val="002060"/>
                </a:solidFill>
                <a:latin typeface="Times New Roman" panose="02020603050405020304" pitchFamily="18" charset="0"/>
                <a:cs typeface="Times New Roman" panose="02020603050405020304" pitchFamily="18" charset="0"/>
              </a:rPr>
              <a:t>associative</a:t>
            </a:r>
            <a:r>
              <a:rPr sz="2600" spc="-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and</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high-speed</a:t>
            </a:r>
            <a:r>
              <a:rPr sz="2600" spc="-10" dirty="0">
                <a:solidFill>
                  <a:srgbClr val="002060"/>
                </a:solidFill>
                <a:latin typeface="Times New Roman" panose="02020603050405020304" pitchFamily="18" charset="0"/>
                <a:cs typeface="Times New Roman" panose="02020603050405020304" pitchFamily="18" charset="0"/>
              </a:rPr>
              <a:t> </a:t>
            </a:r>
            <a:r>
              <a:rPr sz="2600" spc="-35" dirty="0">
                <a:solidFill>
                  <a:srgbClr val="002060"/>
                </a:solidFill>
                <a:latin typeface="Times New Roman" panose="02020603050405020304" pitchFamily="18" charset="0"/>
                <a:cs typeface="Times New Roman" panose="02020603050405020304" pitchFamily="18" charset="0"/>
              </a:rPr>
              <a:t>memory.</a:t>
            </a:r>
            <a:endParaRPr sz="2600" dirty="0">
              <a:solidFill>
                <a:srgbClr val="002060"/>
              </a:solidFill>
              <a:latin typeface="Times New Roman" panose="02020603050405020304" pitchFamily="18" charset="0"/>
              <a:cs typeface="Times New Roman" panose="02020603050405020304" pitchFamily="18" charset="0"/>
            </a:endParaRPr>
          </a:p>
          <a:p>
            <a:pPr marL="241300" marR="9525" indent="-229235">
              <a:lnSpc>
                <a:spcPct val="70000"/>
              </a:lnSpc>
              <a:spcBef>
                <a:spcPts val="1800"/>
              </a:spcBef>
              <a:buSzPct val="79629"/>
              <a:buChar char="•"/>
              <a:tabLst>
                <a:tab pos="241300" algn="l"/>
                <a:tab pos="241935" algn="l"/>
              </a:tabLst>
            </a:pPr>
            <a:r>
              <a:rPr sz="2600" spc="-5" dirty="0">
                <a:solidFill>
                  <a:srgbClr val="002060"/>
                </a:solidFill>
                <a:latin typeface="Times New Roman" panose="02020603050405020304" pitchFamily="18" charset="0"/>
                <a:cs typeface="Times New Roman" panose="02020603050405020304" pitchFamily="18" charset="0"/>
              </a:rPr>
              <a:t>Each</a:t>
            </a:r>
            <a:r>
              <a:rPr sz="2600" spc="3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entry</a:t>
            </a:r>
            <a:r>
              <a:rPr sz="2600" spc="3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a:t>
            </a:r>
            <a:r>
              <a:rPr sz="2600" spc="1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a:t>
            </a:r>
            <a:r>
              <a:rPr sz="2600" spc="2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TLB</a:t>
            </a:r>
            <a:r>
              <a:rPr sz="2600" spc="2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mainly</a:t>
            </a:r>
            <a:r>
              <a:rPr sz="2600" spc="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consists</a:t>
            </a:r>
            <a:r>
              <a:rPr sz="2600" spc="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of</a:t>
            </a:r>
            <a:r>
              <a:rPr sz="2600" spc="2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two</a:t>
            </a:r>
            <a:r>
              <a:rPr sz="2600" spc="3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parts:</a:t>
            </a:r>
            <a:r>
              <a:rPr sz="2600" spc="4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a:t>
            </a:r>
            <a:r>
              <a:rPr sz="2600" spc="20" dirty="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key</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a:t>
            </a:r>
            <a:r>
              <a:rPr sz="2600" spc="-5" dirty="0">
                <a:solidFill>
                  <a:srgbClr val="002060"/>
                </a:solidFill>
                <a:latin typeface="Times New Roman" panose="02020603050405020304" pitchFamily="18" charset="0"/>
                <a:cs typeface="Times New Roman" panose="02020603050405020304" pitchFamily="18" charset="0"/>
              </a:rPr>
              <a:t>that</a:t>
            </a:r>
            <a:r>
              <a:rPr sz="2600" spc="35" dirty="0">
                <a:solidFill>
                  <a:srgbClr val="002060"/>
                </a:solidFill>
                <a:latin typeface="Times New Roman" panose="02020603050405020304" pitchFamily="18" charset="0"/>
                <a:cs typeface="Times New Roman" panose="02020603050405020304" pitchFamily="18" charset="0"/>
              </a:rPr>
              <a:t> </a:t>
            </a:r>
            <a:r>
              <a:rPr sz="2600" spc="-20" dirty="0">
                <a:solidFill>
                  <a:srgbClr val="002060"/>
                </a:solidFill>
                <a:latin typeface="Times New Roman" panose="02020603050405020304" pitchFamily="18" charset="0"/>
                <a:cs typeface="Times New Roman" panose="02020603050405020304" pitchFamily="18" charset="0"/>
              </a:rPr>
              <a:t>is </a:t>
            </a:r>
            <a:r>
              <a:rPr sz="2600" spc="-73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a:t>
            </a:r>
            <a:r>
              <a:rPr sz="2600" spc="-1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tag)</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and</a:t>
            </a:r>
            <a:r>
              <a:rPr sz="2600" dirty="0">
                <a:solidFill>
                  <a:srgbClr val="002060"/>
                </a:solidFill>
                <a:latin typeface="Times New Roman" panose="02020603050405020304" pitchFamily="18" charset="0"/>
                <a:cs typeface="Times New Roman" panose="02020603050405020304" pitchFamily="18" charset="0"/>
              </a:rPr>
              <a:t> a</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value.</a:t>
            </a:r>
          </a:p>
          <a:p>
            <a:pPr marL="241300" indent="-229235">
              <a:lnSpc>
                <a:spcPts val="2755"/>
              </a:lnSpc>
              <a:spcBef>
                <a:spcPts val="830"/>
              </a:spcBef>
              <a:buSzPct val="79629"/>
              <a:buChar char="•"/>
              <a:tabLst>
                <a:tab pos="241300" algn="l"/>
                <a:tab pos="241935" algn="l"/>
              </a:tabLst>
            </a:pPr>
            <a:r>
              <a:rPr sz="2600" spc="-5" dirty="0">
                <a:solidFill>
                  <a:srgbClr val="002060"/>
                </a:solidFill>
                <a:latin typeface="Times New Roman" panose="02020603050405020304" pitchFamily="18" charset="0"/>
                <a:cs typeface="Times New Roman" panose="02020603050405020304" pitchFamily="18" charset="0"/>
              </a:rPr>
              <a:t>When</a:t>
            </a:r>
            <a:r>
              <a:rPr sz="2600" spc="27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associative</a:t>
            </a:r>
            <a:r>
              <a:rPr sz="2600" spc="28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memory</a:t>
            </a:r>
            <a:r>
              <a:rPr sz="2600" spc="29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spc="29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presented</a:t>
            </a:r>
            <a:r>
              <a:rPr sz="2600" spc="27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with</a:t>
            </a:r>
            <a:r>
              <a:rPr sz="2600" spc="28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an</a:t>
            </a:r>
            <a:r>
              <a:rPr sz="2600" spc="28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item,</a:t>
            </a:r>
            <a:r>
              <a:rPr sz="2600" spc="29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then</a:t>
            </a:r>
            <a:r>
              <a:rPr sz="2600" spc="285" dirty="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the</a:t>
            </a:r>
            <a:r>
              <a:rPr lang="en-IN" sz="260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item</a:t>
            </a:r>
            <a:r>
              <a:rPr sz="2600" spc="-5" dirty="0">
                <a:solidFill>
                  <a:srgbClr val="002060"/>
                </a:solidFill>
                <a:latin typeface="Times New Roman" panose="02020603050405020304" pitchFamily="18" charset="0"/>
                <a:cs typeface="Times New Roman" panose="02020603050405020304" pitchFamily="18" charset="0"/>
              </a:rPr>
              <a:t>	is	co</a:t>
            </a:r>
            <a:r>
              <a:rPr sz="2600" spc="-15" dirty="0">
                <a:solidFill>
                  <a:srgbClr val="002060"/>
                </a:solidFill>
                <a:latin typeface="Times New Roman" panose="02020603050405020304" pitchFamily="18" charset="0"/>
                <a:cs typeface="Times New Roman" panose="02020603050405020304" pitchFamily="18" charset="0"/>
              </a:rPr>
              <a:t>m</a:t>
            </a:r>
            <a:r>
              <a:rPr sz="2600" spc="-5" dirty="0">
                <a:solidFill>
                  <a:srgbClr val="002060"/>
                </a:solidFill>
                <a:latin typeface="Times New Roman" panose="02020603050405020304" pitchFamily="18" charset="0"/>
                <a:cs typeface="Times New Roman" panose="02020603050405020304" pitchFamily="18" charset="0"/>
              </a:rPr>
              <a:t>pared</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with</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all</a:t>
            </a:r>
            <a:r>
              <a:rPr sz="2600" dirty="0">
                <a:solidFill>
                  <a:srgbClr val="002060"/>
                </a:solidFill>
                <a:latin typeface="Times New Roman" panose="02020603050405020304" pitchFamily="18" charset="0"/>
                <a:cs typeface="Times New Roman" panose="02020603050405020304" pitchFamily="18" charset="0"/>
              </a:rPr>
              <a:t>	keys	</a:t>
            </a:r>
            <a:r>
              <a:rPr sz="2600" spc="-5" dirty="0" smtClean="0">
                <a:solidFill>
                  <a:srgbClr val="002060"/>
                </a:solidFill>
                <a:latin typeface="Times New Roman" panose="02020603050405020304" pitchFamily="18" charset="0"/>
                <a:cs typeface="Times New Roman" panose="02020603050405020304" pitchFamily="18" charset="0"/>
              </a:rPr>
              <a:t>simultaneousl</a:t>
            </a:r>
            <a:r>
              <a:rPr sz="2600" spc="-204" dirty="0" smtClean="0">
                <a:solidFill>
                  <a:srgbClr val="002060"/>
                </a:solidFill>
                <a:latin typeface="Times New Roman" panose="02020603050405020304" pitchFamily="18" charset="0"/>
                <a:cs typeface="Times New Roman" panose="02020603050405020304" pitchFamily="18" charset="0"/>
              </a:rPr>
              <a:t>y</a:t>
            </a:r>
            <a:r>
              <a:rPr sz="2600" dirty="0" smtClean="0">
                <a:solidFill>
                  <a:srgbClr val="002060"/>
                </a:solidFill>
                <a:latin typeface="Times New Roman" panose="02020603050405020304" pitchFamily="18" charset="0"/>
                <a:cs typeface="Times New Roman" panose="02020603050405020304" pitchFamily="18" charset="0"/>
              </a:rPr>
              <a:t>.</a:t>
            </a:r>
            <a:r>
              <a:rPr lang="en-IN" sz="260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I</a:t>
            </a:r>
            <a:r>
              <a:rPr sz="2600" dirty="0" smtClean="0">
                <a:solidFill>
                  <a:srgbClr val="002060"/>
                </a:solidFill>
                <a:latin typeface="Times New Roman" panose="02020603050405020304" pitchFamily="18" charset="0"/>
                <a:cs typeface="Times New Roman" panose="02020603050405020304" pitchFamily="18" charset="0"/>
              </a:rPr>
              <a:t>n</a:t>
            </a:r>
            <a:r>
              <a:rPr lang="en-IN" sz="260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case</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if</a:t>
            </a:r>
            <a:r>
              <a:rPr lang="en-IN" sz="2600" dirty="0" smtClean="0">
                <a:solidFill>
                  <a:srgbClr val="002060"/>
                </a:solidFill>
                <a:latin typeface="Times New Roman" panose="02020603050405020304" pitchFamily="18" charset="0"/>
                <a:cs typeface="Times New Roman" panose="02020603050405020304" pitchFamily="18" charset="0"/>
              </a:rPr>
              <a:t> </a:t>
            </a:r>
            <a:r>
              <a:rPr sz="2600" dirty="0" smtClean="0">
                <a:solidFill>
                  <a:srgbClr val="002060"/>
                </a:solidFill>
                <a:latin typeface="Times New Roman" panose="02020603050405020304" pitchFamily="18" charset="0"/>
                <a:cs typeface="Times New Roman" panose="02020603050405020304" pitchFamily="18" charset="0"/>
              </a:rPr>
              <a:t>t</a:t>
            </a:r>
            <a:r>
              <a:rPr sz="2600" spc="10" dirty="0" smtClean="0">
                <a:solidFill>
                  <a:srgbClr val="002060"/>
                </a:solidFill>
                <a:latin typeface="Times New Roman" panose="02020603050405020304" pitchFamily="18" charset="0"/>
                <a:cs typeface="Times New Roman" panose="02020603050405020304" pitchFamily="18" charset="0"/>
              </a:rPr>
              <a:t>h</a:t>
            </a:r>
            <a:r>
              <a:rPr sz="2600" spc="-5" dirty="0" smtClean="0">
                <a:solidFill>
                  <a:srgbClr val="002060"/>
                </a:solidFill>
                <a:latin typeface="Times New Roman" panose="02020603050405020304" pitchFamily="18" charset="0"/>
                <a:cs typeface="Times New Roman" panose="02020603050405020304" pitchFamily="18" charset="0"/>
              </a:rPr>
              <a:t>e  </a:t>
            </a:r>
            <a:r>
              <a:rPr sz="2600" spc="-5" dirty="0">
                <a:solidFill>
                  <a:srgbClr val="002060"/>
                </a:solidFill>
                <a:latin typeface="Times New Roman" panose="02020603050405020304" pitchFamily="18" charset="0"/>
                <a:cs typeface="Times New Roman" panose="02020603050405020304" pitchFamily="18" charset="0"/>
              </a:rPr>
              <a:t>item</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 found</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then </a:t>
            </a:r>
            <a:r>
              <a:rPr sz="2600" dirty="0">
                <a:solidFill>
                  <a:srgbClr val="002060"/>
                </a:solidFill>
                <a:latin typeface="Times New Roman" panose="02020603050405020304" pitchFamily="18" charset="0"/>
                <a:cs typeface="Times New Roman" panose="02020603050405020304" pitchFamily="18" charset="0"/>
              </a:rPr>
              <a:t>the corresponding</a:t>
            </a:r>
            <a:r>
              <a:rPr sz="2600" spc="-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value</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 returned.</a:t>
            </a:r>
            <a:endParaRPr sz="2600" dirty="0">
              <a:solidFill>
                <a:srgbClr val="002060"/>
              </a:solidFill>
              <a:latin typeface="Times New Roman" panose="02020603050405020304" pitchFamily="18" charset="0"/>
              <a:cs typeface="Times New Roman" panose="02020603050405020304" pitchFamily="18" charset="0"/>
            </a:endParaRPr>
          </a:p>
          <a:p>
            <a:pPr marL="241300" indent="-229235">
              <a:lnSpc>
                <a:spcPct val="100000"/>
              </a:lnSpc>
              <a:spcBef>
                <a:spcPts val="830"/>
              </a:spcBef>
              <a:buSzPct val="79629"/>
              <a:buChar char="•"/>
              <a:tabLst>
                <a:tab pos="241300" algn="l"/>
                <a:tab pos="241935" algn="l"/>
              </a:tabLst>
            </a:pPr>
            <a:r>
              <a:rPr sz="2600" spc="-5" dirty="0">
                <a:solidFill>
                  <a:srgbClr val="002060"/>
                </a:solidFill>
                <a:latin typeface="Times New Roman" panose="02020603050405020304" pitchFamily="18" charset="0"/>
                <a:cs typeface="Times New Roman" panose="02020603050405020304" pitchFamily="18" charset="0"/>
              </a:rPr>
              <a:t>The </a:t>
            </a:r>
            <a:r>
              <a:rPr sz="2600" dirty="0">
                <a:solidFill>
                  <a:srgbClr val="002060"/>
                </a:solidFill>
                <a:latin typeface="Times New Roman" panose="02020603050405020304" pitchFamily="18" charset="0"/>
                <a:cs typeface="Times New Roman" panose="02020603050405020304" pitchFamily="18" charset="0"/>
              </a:rPr>
              <a:t>search</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with</a:t>
            </a:r>
            <a:r>
              <a:rPr sz="2600" spc="-6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TLB</a:t>
            </a:r>
            <a:r>
              <a:rPr sz="2600" dirty="0">
                <a:solidFill>
                  <a:srgbClr val="002060"/>
                </a:solidFill>
                <a:latin typeface="Times New Roman" panose="02020603050405020304" pitchFamily="18" charset="0"/>
                <a:cs typeface="Times New Roman" panose="02020603050405020304" pitchFamily="18" charset="0"/>
              </a:rPr>
              <a:t> is</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fast</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though</a:t>
            </a:r>
            <a:r>
              <a:rPr sz="2600" spc="-2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hardware </a:t>
            </a:r>
            <a:r>
              <a:rPr sz="2600" dirty="0">
                <a:solidFill>
                  <a:srgbClr val="002060"/>
                </a:solidFill>
                <a:latin typeface="Times New Roman" panose="02020603050405020304" pitchFamily="18" charset="0"/>
                <a:cs typeface="Times New Roman" panose="02020603050405020304" pitchFamily="18" charset="0"/>
              </a:rPr>
              <a:t>is</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expensive.</a:t>
            </a:r>
          </a:p>
          <a:p>
            <a:pPr marL="241300" marR="6985" indent="-229235">
              <a:lnSpc>
                <a:spcPct val="70000"/>
              </a:lnSpc>
              <a:spcBef>
                <a:spcPts val="1800"/>
              </a:spcBef>
              <a:buSzPct val="79629"/>
              <a:buChar char="•"/>
              <a:tabLst>
                <a:tab pos="241300" algn="l"/>
                <a:tab pos="241935" algn="l"/>
              </a:tabLst>
            </a:pPr>
            <a:r>
              <a:rPr sz="2600" dirty="0">
                <a:solidFill>
                  <a:srgbClr val="002060"/>
                </a:solidFill>
                <a:latin typeface="Times New Roman" panose="02020603050405020304" pitchFamily="18" charset="0"/>
                <a:cs typeface="Times New Roman" panose="02020603050405020304" pitchFamily="18" charset="0"/>
              </a:rPr>
              <a:t>The</a:t>
            </a:r>
            <a:r>
              <a:rPr sz="2600" spc="17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number</a:t>
            </a:r>
            <a:r>
              <a:rPr sz="2600" spc="19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of</a:t>
            </a:r>
            <a:r>
              <a:rPr sz="2600" spc="19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entries</a:t>
            </a:r>
            <a:r>
              <a:rPr sz="2600" spc="19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a:t>
            </a:r>
            <a:r>
              <a:rPr sz="2600" spc="18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a:t>
            </a:r>
            <a:r>
              <a:rPr sz="2600" spc="18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TLB</a:t>
            </a:r>
            <a:r>
              <a:rPr sz="2600" spc="18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spc="19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small</a:t>
            </a:r>
            <a:r>
              <a:rPr sz="2600" spc="19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and</a:t>
            </a:r>
            <a:r>
              <a:rPr sz="2600" spc="19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generally</a:t>
            </a:r>
            <a:r>
              <a:rPr sz="2600" spc="18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lies</a:t>
            </a:r>
            <a:r>
              <a:rPr sz="2600" spc="19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 </a:t>
            </a:r>
            <a:r>
              <a:rPr sz="2600" spc="-73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between</a:t>
            </a:r>
            <a:r>
              <a:rPr sz="2600" spc="-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64</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and</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1024.</a:t>
            </a:r>
            <a:endParaRPr sz="2600"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p:nvPr/>
        </p:nvSpPr>
        <p:spPr>
          <a:xfrm>
            <a:off x="990600" y="1748993"/>
            <a:ext cx="10744200" cy="4560223"/>
          </a:xfrm>
          <a:prstGeom prst="rect">
            <a:avLst/>
          </a:prstGeom>
        </p:spPr>
        <p:txBody>
          <a:bodyPr vert="horz" wrap="square" lIns="0" tIns="12700" rIns="0" bIns="0" rtlCol="0">
            <a:spAutoFit/>
          </a:bodyPr>
          <a:lstStyle/>
          <a:p>
            <a:pPr marL="241300" indent="-229235">
              <a:lnSpc>
                <a:spcPts val="2730"/>
              </a:lnSpc>
              <a:spcBef>
                <a:spcPts val="100"/>
              </a:spcBef>
              <a:buSzPct val="79166"/>
              <a:buFont typeface="Arial MT"/>
              <a:buChar char="•"/>
              <a:tabLst>
                <a:tab pos="241300" algn="l"/>
                <a:tab pos="241935" algn="l"/>
              </a:tabLst>
            </a:pPr>
            <a:r>
              <a:rPr sz="2600" b="1" spc="-5" dirty="0">
                <a:solidFill>
                  <a:srgbClr val="002060"/>
                </a:solidFill>
                <a:latin typeface="Times New Roman" panose="02020603050405020304" pitchFamily="18" charset="0"/>
                <a:cs typeface="Times New Roman" panose="02020603050405020304" pitchFamily="18" charset="0"/>
              </a:rPr>
              <a:t>TLB </a:t>
            </a:r>
            <a:r>
              <a:rPr sz="2600" spc="-5" dirty="0">
                <a:solidFill>
                  <a:srgbClr val="002060"/>
                </a:solidFill>
                <a:latin typeface="Times New Roman" panose="02020603050405020304" pitchFamily="18" charset="0"/>
                <a:cs typeface="Times New Roman" panose="02020603050405020304" pitchFamily="18" charset="0"/>
              </a:rPr>
              <a:t>is</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used</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with</a:t>
            </a:r>
            <a:r>
              <a:rPr sz="2600" spc="25" dirty="0">
                <a:solidFill>
                  <a:srgbClr val="002060"/>
                </a:solidFill>
                <a:latin typeface="Times New Roman" panose="02020603050405020304" pitchFamily="18" charset="0"/>
                <a:cs typeface="Times New Roman" panose="02020603050405020304" pitchFamily="18" charset="0"/>
              </a:rPr>
              <a:t> </a:t>
            </a:r>
            <a:r>
              <a:rPr sz="2600" b="1" spc="-5" dirty="0">
                <a:solidFill>
                  <a:srgbClr val="002060"/>
                </a:solidFill>
                <a:latin typeface="Times New Roman" panose="02020603050405020304" pitchFamily="18" charset="0"/>
                <a:cs typeface="Times New Roman" panose="02020603050405020304" pitchFamily="18" charset="0"/>
              </a:rPr>
              <a:t>Page </a:t>
            </a:r>
            <a:r>
              <a:rPr sz="2600" b="1" spc="-35" dirty="0">
                <a:solidFill>
                  <a:srgbClr val="002060"/>
                </a:solidFill>
                <a:latin typeface="Times New Roman" panose="02020603050405020304" pitchFamily="18" charset="0"/>
                <a:cs typeface="Times New Roman" panose="02020603050405020304" pitchFamily="18" charset="0"/>
              </a:rPr>
              <a:t>Tables</a:t>
            </a:r>
            <a:r>
              <a:rPr sz="2600" b="1"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a:t>
            </a:r>
            <a:r>
              <a:rPr sz="2600" dirty="0">
                <a:solidFill>
                  <a:srgbClr val="002060"/>
                </a:solidFill>
                <a:latin typeface="Times New Roman" panose="02020603050405020304" pitchFamily="18" charset="0"/>
                <a:cs typeface="Times New Roman" panose="02020603050405020304" pitchFamily="18" charset="0"/>
              </a:rPr>
              <a:t> the</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following</a:t>
            </a:r>
            <a:r>
              <a:rPr sz="2600" spc="3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ways:</a:t>
            </a:r>
            <a:endParaRPr sz="2600" dirty="0">
              <a:solidFill>
                <a:srgbClr val="002060"/>
              </a:solidFill>
              <a:latin typeface="Times New Roman" panose="02020603050405020304" pitchFamily="18" charset="0"/>
              <a:cs typeface="Times New Roman" panose="02020603050405020304" pitchFamily="18" charset="0"/>
            </a:endParaRPr>
          </a:p>
          <a:p>
            <a:pPr marL="698500" lvl="1" indent="-229235">
              <a:lnSpc>
                <a:spcPct val="150000"/>
              </a:lnSpc>
              <a:buSzPct val="80000"/>
              <a:buChar char="•"/>
              <a:tabLst>
                <a:tab pos="698500" algn="l"/>
                <a:tab pos="699135" algn="l"/>
                <a:tab pos="1454150" algn="l"/>
                <a:tab pos="2243455" algn="l"/>
                <a:tab pos="3634104" algn="l"/>
                <a:tab pos="4424680" algn="l"/>
                <a:tab pos="4810760" algn="l"/>
                <a:tab pos="5511800" algn="l"/>
                <a:tab pos="5985510" algn="l"/>
                <a:tab pos="6636384" algn="l"/>
                <a:tab pos="8345170" algn="l"/>
              </a:tabLst>
            </a:pPr>
            <a:r>
              <a:rPr sz="2600" spc="-5" dirty="0">
                <a:solidFill>
                  <a:srgbClr val="002060"/>
                </a:solidFill>
                <a:latin typeface="Times New Roman" panose="02020603050405020304" pitchFamily="18" charset="0"/>
                <a:cs typeface="Times New Roman" panose="02020603050405020304" pitchFamily="18" charset="0"/>
              </a:rPr>
              <a:t>The	TLB	contains	only	a	few	of	the	page-table	entries</a:t>
            </a:r>
            <a:r>
              <a:rPr sz="2600" spc="-5" dirty="0" smtClean="0">
                <a:solidFill>
                  <a:srgbClr val="002060"/>
                </a:solidFill>
                <a:latin typeface="Times New Roman" panose="02020603050405020304" pitchFamily="18" charset="0"/>
                <a:cs typeface="Times New Roman" panose="02020603050405020304" pitchFamily="18" charset="0"/>
              </a:rPr>
              <a:t>.</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Whenever</a:t>
            </a:r>
            <a:r>
              <a:rPr sz="2600" spc="225" dirty="0" smtClean="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24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logical</a:t>
            </a:r>
            <a:r>
              <a:rPr sz="2600" spc="2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address</a:t>
            </a:r>
            <a:r>
              <a:rPr sz="2600" spc="23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is</a:t>
            </a:r>
            <a:r>
              <a:rPr sz="2600" spc="2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generated</a:t>
            </a:r>
            <a:r>
              <a:rPr sz="2600" spc="24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by</a:t>
            </a:r>
            <a:r>
              <a:rPr sz="2600" spc="22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23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CPU</a:t>
            </a:r>
            <a:r>
              <a:rPr sz="2600" spc="22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then </a:t>
            </a:r>
            <a:r>
              <a:rPr sz="2600" spc="-68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its</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page</a:t>
            </a:r>
            <a:r>
              <a:rPr sz="2600" spc="-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number</a:t>
            </a:r>
            <a:r>
              <a:rPr sz="2600" spc="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dirty="0">
                <a:solidFill>
                  <a:srgbClr val="002060"/>
                </a:solidFill>
                <a:latin typeface="Times New Roman" panose="02020603050405020304" pitchFamily="18" charset="0"/>
                <a:cs typeface="Times New Roman" panose="02020603050405020304" pitchFamily="18" charset="0"/>
              </a:rPr>
              <a:t> </a:t>
            </a:r>
            <a:r>
              <a:rPr lang="en-IN" sz="260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presented</a:t>
            </a:r>
            <a:r>
              <a:rPr sz="2600" spc="10" dirty="0" smtClean="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4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TLB.</a:t>
            </a:r>
            <a:endParaRPr sz="2600" dirty="0">
              <a:solidFill>
                <a:srgbClr val="002060"/>
              </a:solidFill>
              <a:latin typeface="Times New Roman" panose="02020603050405020304" pitchFamily="18" charset="0"/>
              <a:cs typeface="Times New Roman" panose="02020603050405020304" pitchFamily="18" charset="0"/>
            </a:endParaRPr>
          </a:p>
          <a:p>
            <a:pPr marL="698500" lvl="1" indent="-229235">
              <a:lnSpc>
                <a:spcPct val="150000"/>
              </a:lnSpc>
              <a:buSzPct val="80000"/>
              <a:buChar char="•"/>
              <a:tabLst>
                <a:tab pos="698500" algn="l"/>
                <a:tab pos="699135" algn="l"/>
                <a:tab pos="1087120" algn="l"/>
                <a:tab pos="1740535" algn="l"/>
                <a:tab pos="2660015" algn="l"/>
                <a:tab pos="3946525" algn="l"/>
                <a:tab pos="4388485" algn="l"/>
                <a:tab pos="5482590" algn="l"/>
                <a:tab pos="6313170" algn="l"/>
                <a:tab pos="6842125" algn="l"/>
                <a:tab pos="7867015" algn="l"/>
                <a:tab pos="9154795" algn="l"/>
              </a:tabLst>
            </a:pPr>
            <a:r>
              <a:rPr sz="2600" spc="-5" dirty="0">
                <a:solidFill>
                  <a:srgbClr val="002060"/>
                </a:solidFill>
                <a:latin typeface="Times New Roman" panose="02020603050405020304" pitchFamily="18" charset="0"/>
                <a:cs typeface="Times New Roman" panose="02020603050405020304" pitchFamily="18" charset="0"/>
              </a:rPr>
              <a:t>If	the	page	n</a:t>
            </a:r>
            <a:r>
              <a:rPr sz="2600" dirty="0">
                <a:solidFill>
                  <a:srgbClr val="002060"/>
                </a:solidFill>
                <a:latin typeface="Times New Roman" panose="02020603050405020304" pitchFamily="18" charset="0"/>
                <a:cs typeface="Times New Roman" panose="02020603050405020304" pitchFamily="18" charset="0"/>
              </a:rPr>
              <a:t>u</a:t>
            </a:r>
            <a:r>
              <a:rPr sz="2600" spc="-5" dirty="0">
                <a:solidFill>
                  <a:srgbClr val="002060"/>
                </a:solidFill>
                <a:latin typeface="Times New Roman" panose="02020603050405020304" pitchFamily="18" charset="0"/>
                <a:cs typeface="Times New Roman" panose="02020603050405020304" pitchFamily="18" charset="0"/>
              </a:rPr>
              <a:t>mber</a:t>
            </a:r>
            <a:r>
              <a:rPr sz="2600" dirty="0">
                <a:solidFill>
                  <a:srgbClr val="002060"/>
                </a:solidFill>
                <a:latin typeface="Times New Roman" panose="02020603050405020304" pitchFamily="18" charset="0"/>
                <a:cs typeface="Times New Roman" panose="02020603050405020304" pitchFamily="18" charset="0"/>
              </a:rPr>
              <a:t>	</a:t>
            </a:r>
            <a:r>
              <a:rPr sz="2600" spc="-10" dirty="0">
                <a:solidFill>
                  <a:srgbClr val="002060"/>
                </a:solidFill>
                <a:latin typeface="Times New Roman" panose="02020603050405020304" pitchFamily="18" charset="0"/>
                <a:cs typeface="Times New Roman" panose="02020603050405020304" pitchFamily="18" charset="0"/>
              </a:rPr>
              <a:t>i</a:t>
            </a:r>
            <a:r>
              <a:rPr sz="2600" spc="-5" dirty="0">
                <a:solidFill>
                  <a:srgbClr val="002060"/>
                </a:solidFill>
                <a:latin typeface="Times New Roman" panose="02020603050405020304" pitchFamily="18" charset="0"/>
                <a:cs typeface="Times New Roman" panose="02020603050405020304" pitchFamily="18" charset="0"/>
              </a:rPr>
              <a:t>s</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fo</a:t>
            </a:r>
            <a:r>
              <a:rPr sz="2600" dirty="0">
                <a:solidFill>
                  <a:srgbClr val="002060"/>
                </a:solidFill>
                <a:latin typeface="Times New Roman" panose="02020603050405020304" pitchFamily="18" charset="0"/>
                <a:cs typeface="Times New Roman" panose="02020603050405020304" pitchFamily="18" charset="0"/>
              </a:rPr>
              <a:t>u</a:t>
            </a:r>
            <a:r>
              <a:rPr sz="2600" spc="-5" dirty="0">
                <a:solidFill>
                  <a:srgbClr val="002060"/>
                </a:solidFill>
                <a:latin typeface="Times New Roman" panose="02020603050405020304" pitchFamily="18" charset="0"/>
                <a:cs typeface="Times New Roman" panose="02020603050405020304" pitchFamily="18" charset="0"/>
              </a:rPr>
              <a:t>nd,</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a:t>
            </a:r>
            <a:r>
              <a:rPr sz="2600" dirty="0">
                <a:solidFill>
                  <a:srgbClr val="002060"/>
                </a:solidFill>
                <a:latin typeface="Times New Roman" panose="02020603050405020304" pitchFamily="18" charset="0"/>
                <a:cs typeface="Times New Roman" panose="02020603050405020304" pitchFamily="18" charset="0"/>
              </a:rPr>
              <a:t>e</a:t>
            </a:r>
            <a:r>
              <a:rPr sz="2600" spc="-5" dirty="0">
                <a:solidFill>
                  <a:srgbClr val="002060"/>
                </a:solidFill>
                <a:latin typeface="Times New Roman" panose="02020603050405020304" pitchFamily="18" charset="0"/>
                <a:cs typeface="Times New Roman" panose="02020603050405020304" pitchFamily="18" charset="0"/>
              </a:rPr>
              <a:t>n</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its</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fr</a:t>
            </a:r>
            <a:r>
              <a:rPr sz="2600" spc="5" dirty="0">
                <a:solidFill>
                  <a:srgbClr val="002060"/>
                </a:solidFill>
                <a:latin typeface="Times New Roman" panose="02020603050405020304" pitchFamily="18" charset="0"/>
                <a:cs typeface="Times New Roman" panose="02020603050405020304" pitchFamily="18" charset="0"/>
              </a:rPr>
              <a:t>a</a:t>
            </a:r>
            <a:r>
              <a:rPr sz="2600" spc="-5" dirty="0">
                <a:solidFill>
                  <a:srgbClr val="002060"/>
                </a:solidFill>
                <a:latin typeface="Times New Roman" panose="02020603050405020304" pitchFamily="18" charset="0"/>
                <a:cs typeface="Times New Roman" panose="02020603050405020304" pitchFamily="18" charset="0"/>
              </a:rPr>
              <a:t>me</a:t>
            </a:r>
            <a:r>
              <a:rPr sz="2600" dirty="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n</a:t>
            </a:r>
            <a:r>
              <a:rPr sz="2600" dirty="0" smtClean="0">
                <a:solidFill>
                  <a:srgbClr val="002060"/>
                </a:solidFill>
                <a:latin typeface="Times New Roman" panose="02020603050405020304" pitchFamily="18" charset="0"/>
                <a:cs typeface="Times New Roman" panose="02020603050405020304" pitchFamily="18" charset="0"/>
              </a:rPr>
              <a:t>u</a:t>
            </a:r>
            <a:r>
              <a:rPr sz="2600" spc="-5" dirty="0" smtClean="0">
                <a:solidFill>
                  <a:srgbClr val="002060"/>
                </a:solidFill>
                <a:latin typeface="Times New Roman" panose="02020603050405020304" pitchFamily="18" charset="0"/>
                <a:cs typeface="Times New Roman" panose="02020603050405020304" pitchFamily="18" charset="0"/>
              </a:rPr>
              <a:t>mber</a:t>
            </a:r>
            <a:r>
              <a:rPr lang="en-IN" sz="2600" dirty="0">
                <a:solidFill>
                  <a:srgbClr val="002060"/>
                </a:solidFill>
                <a:latin typeface="Times New Roman" panose="02020603050405020304" pitchFamily="18" charset="0"/>
                <a:cs typeface="Times New Roman" panose="02020603050405020304" pitchFamily="18" charset="0"/>
              </a:rPr>
              <a:t> </a:t>
            </a:r>
            <a:r>
              <a:rPr sz="2600" spc="-10" dirty="0" smtClean="0">
                <a:solidFill>
                  <a:srgbClr val="002060"/>
                </a:solidFill>
                <a:latin typeface="Times New Roman" panose="02020603050405020304" pitchFamily="18" charset="0"/>
                <a:cs typeface="Times New Roman" panose="02020603050405020304" pitchFamily="18" charset="0"/>
              </a:rPr>
              <a:t>is</a:t>
            </a:r>
            <a:r>
              <a:rPr lang="en-IN" sz="2600" spc="-1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immediately</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available</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and</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is</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used</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10" dirty="0" smtClean="0">
                <a:solidFill>
                  <a:srgbClr val="002060"/>
                </a:solidFill>
                <a:latin typeface="Times New Roman" panose="02020603050405020304" pitchFamily="18" charset="0"/>
                <a:cs typeface="Times New Roman" panose="02020603050405020304" pitchFamily="18" charset="0"/>
              </a:rPr>
              <a:t>in</a:t>
            </a:r>
            <a:r>
              <a:rPr lang="en-IN" sz="2600" spc="-1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order</a:t>
            </a:r>
            <a:r>
              <a:rPr sz="2600" spc="-5" dirty="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to</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access</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the</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m</a:t>
            </a:r>
            <a:r>
              <a:rPr sz="2600" dirty="0" smtClean="0">
                <a:solidFill>
                  <a:srgbClr val="002060"/>
                </a:solidFill>
                <a:latin typeface="Times New Roman" panose="02020603050405020304" pitchFamily="18" charset="0"/>
                <a:cs typeface="Times New Roman" panose="02020603050405020304" pitchFamily="18" charset="0"/>
              </a:rPr>
              <a:t>e</a:t>
            </a:r>
            <a:r>
              <a:rPr sz="2600" spc="-5" dirty="0" smtClean="0">
                <a:solidFill>
                  <a:srgbClr val="002060"/>
                </a:solidFill>
                <a:latin typeface="Times New Roman" panose="02020603050405020304" pitchFamily="18" charset="0"/>
                <a:cs typeface="Times New Roman" panose="02020603050405020304" pitchFamily="18" charset="0"/>
              </a:rPr>
              <a:t>mor</a:t>
            </a:r>
            <a:r>
              <a:rPr sz="2600" spc="-195" dirty="0" smtClean="0">
                <a:solidFill>
                  <a:srgbClr val="002060"/>
                </a:solidFill>
                <a:latin typeface="Times New Roman" panose="02020603050405020304" pitchFamily="18" charset="0"/>
                <a:cs typeface="Times New Roman" panose="02020603050405020304" pitchFamily="18" charset="0"/>
              </a:rPr>
              <a:t>y</a:t>
            </a:r>
            <a:r>
              <a:rPr sz="2600" spc="-5" dirty="0" smtClean="0">
                <a:solidFill>
                  <a:srgbClr val="002060"/>
                </a:solidFill>
                <a:latin typeface="Times New Roman" panose="02020603050405020304" pitchFamily="18" charset="0"/>
                <a:cs typeface="Times New Roman" panose="02020603050405020304" pitchFamily="18" charset="0"/>
              </a:rPr>
              <a:t>.</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The</a:t>
            </a:r>
            <a:r>
              <a:rPr sz="2600" dirty="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abo</a:t>
            </a:r>
            <a:r>
              <a:rPr sz="2600" spc="-25" dirty="0" smtClean="0">
                <a:solidFill>
                  <a:srgbClr val="002060"/>
                </a:solidFill>
                <a:latin typeface="Times New Roman" panose="02020603050405020304" pitchFamily="18" charset="0"/>
                <a:cs typeface="Times New Roman" panose="02020603050405020304" pitchFamily="18" charset="0"/>
              </a:rPr>
              <a:t>v</a:t>
            </a:r>
            <a:r>
              <a:rPr sz="2600" spc="-5" dirty="0" smtClean="0">
                <a:solidFill>
                  <a:srgbClr val="002060"/>
                </a:solidFill>
                <a:latin typeface="Times New Roman" panose="02020603050405020304" pitchFamily="18" charset="0"/>
                <a:cs typeface="Times New Roman" panose="02020603050405020304" pitchFamily="18" charset="0"/>
              </a:rPr>
              <a:t>e</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who</a:t>
            </a:r>
            <a:r>
              <a:rPr sz="2600" spc="-20" dirty="0" smtClean="0">
                <a:solidFill>
                  <a:srgbClr val="002060"/>
                </a:solidFill>
                <a:latin typeface="Times New Roman" panose="02020603050405020304" pitchFamily="18" charset="0"/>
                <a:cs typeface="Times New Roman" panose="02020603050405020304" pitchFamily="18" charset="0"/>
              </a:rPr>
              <a:t>l</a:t>
            </a:r>
            <a:r>
              <a:rPr sz="2600" spc="-5" dirty="0" smtClean="0">
                <a:solidFill>
                  <a:srgbClr val="002060"/>
                </a:solidFill>
                <a:latin typeface="Times New Roman" panose="02020603050405020304" pitchFamily="18" charset="0"/>
                <a:cs typeface="Times New Roman" panose="02020603050405020304" pitchFamily="18" charset="0"/>
              </a:rPr>
              <a:t>e</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task</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may</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take</a:t>
            </a:r>
            <a:r>
              <a:rPr sz="2600" dirty="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less</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than</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15" dirty="0" smtClean="0">
                <a:solidFill>
                  <a:srgbClr val="002060"/>
                </a:solidFill>
                <a:latin typeface="Times New Roman" panose="02020603050405020304" pitchFamily="18" charset="0"/>
                <a:cs typeface="Times New Roman" panose="02020603050405020304" pitchFamily="18" charset="0"/>
              </a:rPr>
              <a:t>10</a:t>
            </a:r>
            <a:r>
              <a:rPr lang="en-IN" sz="2600" spc="-1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percent</a:t>
            </a:r>
            <a:r>
              <a:rPr sz="2600" spc="100" dirty="0" smtClean="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longer</a:t>
            </a:r>
            <a:r>
              <a:rPr sz="2600" spc="1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than</a:t>
            </a:r>
            <a:r>
              <a:rPr sz="2600" spc="9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would</a:t>
            </a:r>
            <a:r>
              <a:rPr sz="2600" spc="1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if</a:t>
            </a:r>
            <a:r>
              <a:rPr sz="2600" spc="9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an</a:t>
            </a:r>
            <a:r>
              <a:rPr sz="2600" spc="1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unmapped</a:t>
            </a:r>
            <a:r>
              <a:rPr sz="2600" spc="1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memory</a:t>
            </a:r>
            <a:r>
              <a:rPr sz="2600" spc="110" dirty="0">
                <a:solidFill>
                  <a:srgbClr val="002060"/>
                </a:solidFill>
                <a:latin typeface="Times New Roman" panose="02020603050405020304" pitchFamily="18" charset="0"/>
                <a:cs typeface="Times New Roman" panose="02020603050405020304" pitchFamily="18" charset="0"/>
              </a:rPr>
              <a:t> </a:t>
            </a:r>
            <a:r>
              <a:rPr lang="en-IN" sz="2600" spc="11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reference </a:t>
            </a:r>
            <a:r>
              <a:rPr sz="2600" spc="-680" dirty="0" smtClean="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were used</a:t>
            </a:r>
            <a:r>
              <a:rPr sz="2600" spc="-5" dirty="0" smtClean="0">
                <a:solidFill>
                  <a:srgbClr val="002060"/>
                </a:solidFill>
                <a:latin typeface="Times New Roman" panose="02020603050405020304" pitchFamily="18" charset="0"/>
                <a:cs typeface="Times New Roman" panose="02020603050405020304" pitchFamily="18" charset="0"/>
              </a:rPr>
              <a:t>.</a:t>
            </a:r>
            <a:endParaRPr sz="2600" dirty="0">
              <a:solidFill>
                <a:srgbClr val="002060"/>
              </a:solidFill>
              <a:latin typeface="Times New Roman" panose="02020603050405020304" pitchFamily="18" charset="0"/>
              <a:cs typeface="Times New Roman" panose="02020603050405020304" pitchFamily="18" charset="0"/>
            </a:endParaRPr>
          </a:p>
        </p:txBody>
      </p:sp>
      <p:sp>
        <p:nvSpPr>
          <p:cNvPr id="7" name="object 3"/>
          <p:cNvSpPr txBox="1">
            <a:spLocks noGrp="1"/>
          </p:cNvSpPr>
          <p:nvPr>
            <p:ph type="title"/>
          </p:nvPr>
        </p:nvSpPr>
        <p:spPr>
          <a:xfrm>
            <a:off x="1219200" y="968575"/>
            <a:ext cx="8042909" cy="504625"/>
          </a:xfrm>
          <a:prstGeom prst="rect">
            <a:avLst/>
          </a:prstGeom>
        </p:spPr>
        <p:txBody>
          <a:bodyPr vert="horz" wrap="square" lIns="0" tIns="12065" rIns="0" bIns="0" rtlCol="0">
            <a:spAutoFit/>
          </a:bodyPr>
          <a:lstStyle/>
          <a:p>
            <a:pPr marL="12700">
              <a:lnSpc>
                <a:spcPct val="100000"/>
              </a:lnSpc>
              <a:spcBef>
                <a:spcPts val="95"/>
              </a:spcBef>
            </a:pPr>
            <a:r>
              <a:rPr spc="-30" dirty="0"/>
              <a:t>Translation</a:t>
            </a:r>
            <a:r>
              <a:rPr spc="45" dirty="0"/>
              <a:t> </a:t>
            </a:r>
            <a:r>
              <a:rPr spc="-5" dirty="0"/>
              <a:t>of look-aside</a:t>
            </a:r>
            <a:r>
              <a:rPr dirty="0"/>
              <a:t> </a:t>
            </a:r>
            <a:r>
              <a:rPr spc="-10" dirty="0" smtClean="0"/>
              <a:t>buffer</a:t>
            </a:r>
            <a:r>
              <a:rPr lang="en-IN" spc="-10" dirty="0" smtClean="0"/>
              <a:t> </a:t>
            </a:r>
            <a:r>
              <a:rPr spc="-10" dirty="0" smtClean="0"/>
              <a:t>(</a:t>
            </a:r>
            <a:r>
              <a:rPr spc="-10" dirty="0"/>
              <a:t>TLB)</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p:nvPr/>
        </p:nvSpPr>
        <p:spPr>
          <a:xfrm>
            <a:off x="990600" y="1748993"/>
            <a:ext cx="10744200" cy="5158335"/>
          </a:xfrm>
          <a:prstGeom prst="rect">
            <a:avLst/>
          </a:prstGeom>
        </p:spPr>
        <p:txBody>
          <a:bodyPr vert="horz" wrap="square" lIns="0" tIns="12700" rIns="0" bIns="0" rtlCol="0">
            <a:spAutoFit/>
          </a:bodyPr>
          <a:lstStyle/>
          <a:p>
            <a:pPr marL="241300" indent="-229235">
              <a:lnSpc>
                <a:spcPct val="150000"/>
              </a:lnSpc>
              <a:buSzPct val="80000"/>
              <a:buChar char="•"/>
              <a:tabLst>
                <a:tab pos="698500" algn="l"/>
                <a:tab pos="699135" algn="l"/>
              </a:tabLst>
            </a:pPr>
            <a:r>
              <a:rPr sz="2600" spc="-5" dirty="0" smtClean="0">
                <a:solidFill>
                  <a:srgbClr val="002060"/>
                </a:solidFill>
                <a:latin typeface="Times New Roman" panose="02020603050405020304" pitchFamily="18" charset="0"/>
                <a:cs typeface="Times New Roman" panose="02020603050405020304" pitchFamily="18" charset="0"/>
              </a:rPr>
              <a:t>In</a:t>
            </a:r>
            <a:r>
              <a:rPr sz="2600" spc="135" dirty="0" smtClean="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case</a:t>
            </a:r>
            <a:r>
              <a:rPr sz="2600" spc="14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if</a:t>
            </a:r>
            <a:r>
              <a:rPr sz="2600" spc="13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a:t>
            </a:r>
            <a:r>
              <a:rPr sz="2600" spc="14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page</a:t>
            </a:r>
            <a:r>
              <a:rPr sz="2600" spc="13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number</a:t>
            </a:r>
            <a:r>
              <a:rPr sz="2600" spc="13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spc="13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not</a:t>
            </a:r>
            <a:r>
              <a:rPr sz="2600" spc="14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a:t>
            </a:r>
            <a:r>
              <a:rPr sz="2600" spc="14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14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TLB</a:t>
            </a:r>
            <a:r>
              <a:rPr sz="2600" spc="13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(which</a:t>
            </a:r>
            <a:r>
              <a:rPr sz="2600" spc="13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spc="130" dirty="0">
                <a:solidFill>
                  <a:srgbClr val="002060"/>
                </a:solidFill>
                <a:latin typeface="Times New Roman" panose="02020603050405020304" pitchFamily="18" charset="0"/>
                <a:cs typeface="Times New Roman" panose="02020603050405020304" pitchFamily="18" charset="0"/>
              </a:rPr>
              <a:t> </a:t>
            </a:r>
            <a:r>
              <a:rPr sz="2600" spc="-10" dirty="0" smtClean="0">
                <a:solidFill>
                  <a:srgbClr val="002060"/>
                </a:solidFill>
                <a:latin typeface="Times New Roman" panose="02020603050405020304" pitchFamily="18" charset="0"/>
                <a:cs typeface="Times New Roman" panose="02020603050405020304" pitchFamily="18" charset="0"/>
              </a:rPr>
              <a:t>known</a:t>
            </a:r>
            <a:r>
              <a:rPr lang="en-IN" sz="2600" spc="-1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as</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b="1" spc="-10" dirty="0" smtClean="0">
                <a:solidFill>
                  <a:srgbClr val="002060"/>
                </a:solidFill>
                <a:latin typeface="Times New Roman" panose="02020603050405020304" pitchFamily="18" charset="0"/>
                <a:cs typeface="Times New Roman" panose="02020603050405020304" pitchFamily="18" charset="0"/>
              </a:rPr>
              <a:t>TL</a:t>
            </a:r>
            <a:r>
              <a:rPr sz="2600" b="1" spc="-5" dirty="0" smtClean="0">
                <a:solidFill>
                  <a:srgbClr val="002060"/>
                </a:solidFill>
                <a:latin typeface="Times New Roman" panose="02020603050405020304" pitchFamily="18" charset="0"/>
                <a:cs typeface="Times New Roman" panose="02020603050405020304" pitchFamily="18" charset="0"/>
              </a:rPr>
              <a:t>B</a:t>
            </a:r>
            <a:r>
              <a:rPr lang="en-IN" sz="2600" b="1" spc="-5" dirty="0" smtClean="0">
                <a:solidFill>
                  <a:srgbClr val="002060"/>
                </a:solidFill>
                <a:latin typeface="Times New Roman" panose="02020603050405020304" pitchFamily="18" charset="0"/>
                <a:cs typeface="Times New Roman" panose="02020603050405020304" pitchFamily="18" charset="0"/>
              </a:rPr>
              <a:t> </a:t>
            </a:r>
            <a:r>
              <a:rPr sz="2600" b="1" spc="5" dirty="0" smtClean="0">
                <a:solidFill>
                  <a:srgbClr val="002060"/>
                </a:solidFill>
                <a:latin typeface="Times New Roman" panose="02020603050405020304" pitchFamily="18" charset="0"/>
                <a:cs typeface="Times New Roman" panose="02020603050405020304" pitchFamily="18" charset="0"/>
              </a:rPr>
              <a:t>m</a:t>
            </a:r>
            <a:r>
              <a:rPr sz="2600" b="1" spc="-5" dirty="0" smtClean="0">
                <a:solidFill>
                  <a:srgbClr val="002060"/>
                </a:solidFill>
                <a:latin typeface="Times New Roman" panose="02020603050405020304" pitchFamily="18" charset="0"/>
                <a:cs typeface="Times New Roman" panose="02020603050405020304" pitchFamily="18" charset="0"/>
              </a:rPr>
              <a:t>is</a:t>
            </a:r>
            <a:r>
              <a:rPr sz="2600" b="1" spc="10" dirty="0" smtClean="0">
                <a:solidFill>
                  <a:srgbClr val="002060"/>
                </a:solidFill>
                <a:latin typeface="Times New Roman" panose="02020603050405020304" pitchFamily="18" charset="0"/>
                <a:cs typeface="Times New Roman" panose="02020603050405020304" pitchFamily="18" charset="0"/>
              </a:rPr>
              <a:t>s</a:t>
            </a:r>
            <a:r>
              <a:rPr sz="2600" spc="-10" dirty="0" smtClean="0">
                <a:solidFill>
                  <a:srgbClr val="002060"/>
                </a:solidFill>
                <a:latin typeface="Times New Roman" panose="02020603050405020304" pitchFamily="18" charset="0"/>
                <a:cs typeface="Times New Roman" panose="02020603050405020304" pitchFamily="18" charset="0"/>
              </a:rPr>
              <a:t>)</a:t>
            </a:r>
            <a:r>
              <a:rPr sz="2600" spc="-5" dirty="0" smtClean="0">
                <a:solidFill>
                  <a:srgbClr val="002060"/>
                </a:solidFill>
                <a:latin typeface="Times New Roman" panose="02020603050405020304" pitchFamily="18" charset="0"/>
                <a:cs typeface="Times New Roman" panose="02020603050405020304" pitchFamily="18" charset="0"/>
              </a:rPr>
              <a:t>,</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th</a:t>
            </a:r>
            <a:r>
              <a:rPr sz="2600" dirty="0" smtClean="0">
                <a:solidFill>
                  <a:srgbClr val="002060"/>
                </a:solidFill>
                <a:latin typeface="Times New Roman" panose="02020603050405020304" pitchFamily="18" charset="0"/>
                <a:cs typeface="Times New Roman" panose="02020603050405020304" pitchFamily="18" charset="0"/>
              </a:rPr>
              <a:t>e</a:t>
            </a:r>
            <a:r>
              <a:rPr sz="2600" spc="-5" dirty="0" smtClean="0">
                <a:solidFill>
                  <a:srgbClr val="002060"/>
                </a:solidFill>
                <a:latin typeface="Times New Roman" panose="02020603050405020304" pitchFamily="18" charset="0"/>
                <a:cs typeface="Times New Roman" panose="02020603050405020304" pitchFamily="18" charset="0"/>
              </a:rPr>
              <a:t>n</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a</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m</a:t>
            </a:r>
            <a:r>
              <a:rPr sz="2600" spc="5" dirty="0" smtClean="0">
                <a:solidFill>
                  <a:srgbClr val="002060"/>
                </a:solidFill>
                <a:latin typeface="Times New Roman" panose="02020603050405020304" pitchFamily="18" charset="0"/>
                <a:cs typeface="Times New Roman" panose="02020603050405020304" pitchFamily="18" charset="0"/>
              </a:rPr>
              <a:t>e</a:t>
            </a:r>
            <a:r>
              <a:rPr sz="2600" spc="-5" dirty="0" smtClean="0">
                <a:solidFill>
                  <a:srgbClr val="002060"/>
                </a:solidFill>
                <a:latin typeface="Times New Roman" panose="02020603050405020304" pitchFamily="18" charset="0"/>
                <a:cs typeface="Times New Roman" panose="02020603050405020304" pitchFamily="18" charset="0"/>
              </a:rPr>
              <a:t>mo</a:t>
            </a:r>
            <a:r>
              <a:rPr sz="2600" dirty="0" smtClean="0">
                <a:solidFill>
                  <a:srgbClr val="002060"/>
                </a:solidFill>
                <a:latin typeface="Times New Roman" panose="02020603050405020304" pitchFamily="18" charset="0"/>
                <a:cs typeface="Times New Roman" panose="02020603050405020304" pitchFamily="18" charset="0"/>
              </a:rPr>
              <a:t>r</a:t>
            </a:r>
            <a:r>
              <a:rPr sz="2600" spc="-5" dirty="0" smtClean="0">
                <a:solidFill>
                  <a:srgbClr val="002060"/>
                </a:solidFill>
                <a:latin typeface="Times New Roman" panose="02020603050405020304" pitchFamily="18" charset="0"/>
                <a:cs typeface="Times New Roman" panose="02020603050405020304" pitchFamily="18" charset="0"/>
              </a:rPr>
              <a:t>y</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refer</a:t>
            </a:r>
            <a:r>
              <a:rPr sz="2600" dirty="0" smtClean="0">
                <a:solidFill>
                  <a:srgbClr val="002060"/>
                </a:solidFill>
                <a:latin typeface="Times New Roman" panose="02020603050405020304" pitchFamily="18" charset="0"/>
                <a:cs typeface="Times New Roman" panose="02020603050405020304" pitchFamily="18" charset="0"/>
              </a:rPr>
              <a:t>e</a:t>
            </a:r>
            <a:r>
              <a:rPr sz="2600" spc="-5" dirty="0" smtClean="0">
                <a:solidFill>
                  <a:srgbClr val="002060"/>
                </a:solidFill>
                <a:latin typeface="Times New Roman" panose="02020603050405020304" pitchFamily="18" charset="0"/>
                <a:cs typeface="Times New Roman" panose="02020603050405020304" pitchFamily="18" charset="0"/>
              </a:rPr>
              <a:t>nce</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to</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a:t>
            </a:r>
            <a:r>
              <a:rPr sz="2600" dirty="0" smtClean="0">
                <a:solidFill>
                  <a:srgbClr val="002060"/>
                </a:solidFill>
                <a:latin typeface="Times New Roman" panose="02020603050405020304" pitchFamily="18" charset="0"/>
                <a:cs typeface="Times New Roman" panose="02020603050405020304" pitchFamily="18" charset="0"/>
              </a:rPr>
              <a:t>h</a:t>
            </a:r>
            <a:r>
              <a:rPr sz="2600" spc="-5" dirty="0" smtClean="0">
                <a:solidFill>
                  <a:srgbClr val="002060"/>
                </a:solidFill>
                <a:latin typeface="Times New Roman" panose="02020603050405020304" pitchFamily="18" charset="0"/>
                <a:cs typeface="Times New Roman" panose="02020603050405020304" pitchFamily="18" charset="0"/>
              </a:rPr>
              <a:t>e</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Pa</a:t>
            </a:r>
            <a:r>
              <a:rPr sz="2600" spc="5" dirty="0" smtClean="0">
                <a:solidFill>
                  <a:srgbClr val="002060"/>
                </a:solidFill>
                <a:latin typeface="Times New Roman" panose="02020603050405020304" pitchFamily="18" charset="0"/>
                <a:cs typeface="Times New Roman" panose="02020603050405020304" pitchFamily="18" charset="0"/>
              </a:rPr>
              <a:t>g</a:t>
            </a:r>
            <a:r>
              <a:rPr sz="2600" spc="-5" dirty="0" smtClean="0">
                <a:solidFill>
                  <a:srgbClr val="002060"/>
                </a:solidFill>
                <a:latin typeface="Times New Roman" panose="02020603050405020304" pitchFamily="18" charset="0"/>
                <a:cs typeface="Times New Roman" panose="02020603050405020304" pitchFamily="18" charset="0"/>
              </a:rPr>
              <a:t>e</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ta</a:t>
            </a:r>
            <a:r>
              <a:rPr sz="2600" dirty="0" smtClean="0">
                <a:solidFill>
                  <a:srgbClr val="002060"/>
                </a:solidFill>
                <a:latin typeface="Times New Roman" panose="02020603050405020304" pitchFamily="18" charset="0"/>
                <a:cs typeface="Times New Roman" panose="02020603050405020304" pitchFamily="18" charset="0"/>
              </a:rPr>
              <a:t>b</a:t>
            </a:r>
            <a:r>
              <a:rPr sz="2600" spc="-5" dirty="0" smtClean="0">
                <a:solidFill>
                  <a:srgbClr val="002060"/>
                </a:solidFill>
                <a:latin typeface="Times New Roman" panose="02020603050405020304" pitchFamily="18" charset="0"/>
                <a:cs typeface="Times New Roman" panose="02020603050405020304" pitchFamily="18" charset="0"/>
              </a:rPr>
              <a:t>le  </a:t>
            </a:r>
            <a:r>
              <a:rPr sz="2600" spc="-5" dirty="0">
                <a:solidFill>
                  <a:srgbClr val="002060"/>
                </a:solidFill>
                <a:latin typeface="Times New Roman" panose="02020603050405020304" pitchFamily="18" charset="0"/>
                <a:cs typeface="Times New Roman" panose="02020603050405020304" pitchFamily="18" charset="0"/>
              </a:rPr>
              <a:t>must</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be</a:t>
            </a:r>
            <a:r>
              <a:rPr sz="2600" dirty="0">
                <a:solidFill>
                  <a:srgbClr val="002060"/>
                </a:solidFill>
                <a:latin typeface="Times New Roman" panose="02020603050405020304" pitchFamily="18" charset="0"/>
                <a:cs typeface="Times New Roman" panose="02020603050405020304" pitchFamily="18" charset="0"/>
              </a:rPr>
              <a:t> made.</a:t>
            </a:r>
          </a:p>
          <a:p>
            <a:pPr marL="241300" indent="-229235">
              <a:lnSpc>
                <a:spcPct val="150000"/>
              </a:lnSpc>
              <a:buSzPct val="80000"/>
              <a:buChar char="•"/>
              <a:tabLst>
                <a:tab pos="698500" algn="l"/>
                <a:tab pos="699135" algn="l"/>
              </a:tabLst>
            </a:pPr>
            <a:r>
              <a:rPr sz="2600" spc="-5" dirty="0">
                <a:solidFill>
                  <a:srgbClr val="002060"/>
                </a:solidFill>
                <a:latin typeface="Times New Roman" panose="02020603050405020304" pitchFamily="18" charset="0"/>
                <a:cs typeface="Times New Roman" panose="02020603050405020304" pitchFamily="18" charset="0"/>
              </a:rPr>
              <a:t>When</a:t>
            </a:r>
            <a:r>
              <a:rPr sz="2600" spc="10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12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frame</a:t>
            </a:r>
            <a:r>
              <a:rPr sz="2600" spc="10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number</a:t>
            </a:r>
            <a:r>
              <a:rPr sz="2600" spc="10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spc="1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obtained</a:t>
            </a:r>
            <a:r>
              <a:rPr sz="2600" spc="1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it</a:t>
            </a:r>
            <a:r>
              <a:rPr sz="2600" spc="1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can</a:t>
            </a:r>
            <a:r>
              <a:rPr sz="2600" spc="1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be</a:t>
            </a:r>
            <a:r>
              <a:rPr sz="2600" spc="1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used</a:t>
            </a:r>
            <a:r>
              <a:rPr sz="2600" spc="1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to</a:t>
            </a:r>
            <a:r>
              <a:rPr sz="2600" spc="100" dirty="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access</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the</a:t>
            </a:r>
            <a:r>
              <a:rPr sz="2600" spc="220" dirty="0" smtClean="0">
                <a:solidFill>
                  <a:srgbClr val="002060"/>
                </a:solidFill>
                <a:latin typeface="Times New Roman" panose="02020603050405020304" pitchFamily="18" charset="0"/>
                <a:cs typeface="Times New Roman" panose="02020603050405020304" pitchFamily="18" charset="0"/>
              </a:rPr>
              <a:t> </a:t>
            </a:r>
            <a:r>
              <a:rPr sz="2600" spc="-30" dirty="0">
                <a:solidFill>
                  <a:srgbClr val="002060"/>
                </a:solidFill>
                <a:latin typeface="Times New Roman" panose="02020603050405020304" pitchFamily="18" charset="0"/>
                <a:cs typeface="Times New Roman" panose="02020603050405020304" pitchFamily="18" charset="0"/>
              </a:rPr>
              <a:t>memory.</a:t>
            </a:r>
            <a:r>
              <a:rPr sz="2600" spc="220" dirty="0">
                <a:solidFill>
                  <a:srgbClr val="002060"/>
                </a:solidFill>
                <a:latin typeface="Times New Roman" panose="02020603050405020304" pitchFamily="18" charset="0"/>
                <a:cs typeface="Times New Roman" panose="02020603050405020304" pitchFamily="18" charset="0"/>
              </a:rPr>
              <a:t> </a:t>
            </a:r>
            <a:r>
              <a:rPr sz="2600" spc="-20" dirty="0">
                <a:solidFill>
                  <a:srgbClr val="002060"/>
                </a:solidFill>
                <a:latin typeface="Times New Roman" panose="02020603050405020304" pitchFamily="18" charset="0"/>
                <a:cs typeface="Times New Roman" panose="02020603050405020304" pitchFamily="18" charset="0"/>
              </a:rPr>
              <a:t>Additionally,</a:t>
            </a:r>
            <a:r>
              <a:rPr sz="2600" spc="2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page</a:t>
            </a:r>
            <a:r>
              <a:rPr sz="2600" spc="2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number</a:t>
            </a:r>
            <a:r>
              <a:rPr sz="2600" spc="2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and</a:t>
            </a:r>
            <a:r>
              <a:rPr sz="2600" spc="2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frame</a:t>
            </a:r>
            <a:r>
              <a:rPr sz="2600" spc="2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number</a:t>
            </a:r>
            <a:r>
              <a:rPr sz="2600" spc="220" dirty="0">
                <a:solidFill>
                  <a:srgbClr val="002060"/>
                </a:solidFill>
                <a:latin typeface="Times New Roman" panose="02020603050405020304" pitchFamily="18" charset="0"/>
                <a:cs typeface="Times New Roman" panose="02020603050405020304" pitchFamily="18" charset="0"/>
              </a:rPr>
              <a:t> </a:t>
            </a:r>
            <a:r>
              <a:rPr sz="2600" spc="-10" dirty="0" smtClean="0">
                <a:solidFill>
                  <a:srgbClr val="002060"/>
                </a:solidFill>
                <a:latin typeface="Times New Roman" panose="02020603050405020304" pitchFamily="18" charset="0"/>
                <a:cs typeface="Times New Roman" panose="02020603050405020304" pitchFamily="18" charset="0"/>
              </a:rPr>
              <a:t>is</a:t>
            </a:r>
            <a:r>
              <a:rPr lang="en-IN" sz="2600" spc="-1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a</a:t>
            </a:r>
            <a:r>
              <a:rPr sz="2600" dirty="0" smtClean="0">
                <a:solidFill>
                  <a:srgbClr val="002060"/>
                </a:solidFill>
                <a:latin typeface="Times New Roman" panose="02020603050405020304" pitchFamily="18" charset="0"/>
                <a:cs typeface="Times New Roman" panose="02020603050405020304" pitchFamily="18" charset="0"/>
              </a:rPr>
              <a:t>d</a:t>
            </a:r>
            <a:r>
              <a:rPr sz="2600" spc="-15" dirty="0" smtClean="0">
                <a:solidFill>
                  <a:srgbClr val="002060"/>
                </a:solidFill>
                <a:latin typeface="Times New Roman" panose="02020603050405020304" pitchFamily="18" charset="0"/>
                <a:cs typeface="Times New Roman" panose="02020603050405020304" pitchFamily="18" charset="0"/>
              </a:rPr>
              <a:t>d</a:t>
            </a:r>
            <a:r>
              <a:rPr sz="2600" spc="-5" dirty="0" smtClean="0">
                <a:solidFill>
                  <a:srgbClr val="002060"/>
                </a:solidFill>
                <a:latin typeface="Times New Roman" panose="02020603050405020304" pitchFamily="18" charset="0"/>
                <a:cs typeface="Times New Roman" panose="02020603050405020304" pitchFamily="18" charset="0"/>
              </a:rPr>
              <a:t>ed</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to</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the</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TLB</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so</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th</a:t>
            </a:r>
            <a:r>
              <a:rPr sz="2600" dirty="0" smtClean="0">
                <a:solidFill>
                  <a:srgbClr val="002060"/>
                </a:solidFill>
                <a:latin typeface="Times New Roman" panose="02020603050405020304" pitchFamily="18" charset="0"/>
                <a:cs typeface="Times New Roman" panose="02020603050405020304" pitchFamily="18" charset="0"/>
              </a:rPr>
              <a:t>a</a:t>
            </a:r>
            <a:r>
              <a:rPr sz="2600" spc="-5" dirty="0" smtClean="0">
                <a:solidFill>
                  <a:srgbClr val="002060"/>
                </a:solidFill>
                <a:latin typeface="Times New Roman" panose="02020603050405020304" pitchFamily="18" charset="0"/>
                <a:cs typeface="Times New Roman" panose="02020603050405020304" pitchFamily="18" charset="0"/>
              </a:rPr>
              <a:t>t</a:t>
            </a:r>
            <a:r>
              <a:rPr sz="2600" dirty="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th</a:t>
            </a:r>
            <a:r>
              <a:rPr sz="2600" dirty="0" smtClean="0">
                <a:solidFill>
                  <a:srgbClr val="002060"/>
                </a:solidFill>
                <a:latin typeface="Times New Roman" panose="02020603050405020304" pitchFamily="18" charset="0"/>
                <a:cs typeface="Times New Roman" panose="02020603050405020304" pitchFamily="18" charset="0"/>
              </a:rPr>
              <a:t>e</a:t>
            </a:r>
            <a:r>
              <a:rPr sz="2600" spc="-5" dirty="0" smtClean="0">
                <a:solidFill>
                  <a:srgbClr val="002060"/>
                </a:solidFill>
                <a:latin typeface="Times New Roman" panose="02020603050405020304" pitchFamily="18" charset="0"/>
                <a:cs typeface="Times New Roman" panose="02020603050405020304" pitchFamily="18" charset="0"/>
              </a:rPr>
              <a:t>y</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10" dirty="0" smtClean="0">
                <a:solidFill>
                  <a:srgbClr val="002060"/>
                </a:solidFill>
                <a:latin typeface="Times New Roman" panose="02020603050405020304" pitchFamily="18" charset="0"/>
                <a:cs typeface="Times New Roman" panose="02020603050405020304" pitchFamily="18" charset="0"/>
              </a:rPr>
              <a:t>wil</a:t>
            </a:r>
            <a:r>
              <a:rPr sz="2600" spc="-5" dirty="0" smtClean="0">
                <a:solidFill>
                  <a:srgbClr val="002060"/>
                </a:solidFill>
                <a:latin typeface="Times New Roman" panose="02020603050405020304" pitchFamily="18" charset="0"/>
                <a:cs typeface="Times New Roman" panose="02020603050405020304" pitchFamily="18" charset="0"/>
              </a:rPr>
              <a:t>l</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be</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found</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q</a:t>
            </a:r>
            <a:r>
              <a:rPr sz="2600" dirty="0" smtClean="0">
                <a:solidFill>
                  <a:srgbClr val="002060"/>
                </a:solidFill>
                <a:latin typeface="Times New Roman" panose="02020603050405020304" pitchFamily="18" charset="0"/>
                <a:cs typeface="Times New Roman" panose="02020603050405020304" pitchFamily="18" charset="0"/>
              </a:rPr>
              <a:t>u</a:t>
            </a:r>
            <a:r>
              <a:rPr sz="2600" spc="-5" dirty="0" smtClean="0">
                <a:solidFill>
                  <a:srgbClr val="002060"/>
                </a:solidFill>
                <a:latin typeface="Times New Roman" panose="02020603050405020304" pitchFamily="18" charset="0"/>
                <a:cs typeface="Times New Roman" panose="02020603050405020304" pitchFamily="18" charset="0"/>
              </a:rPr>
              <a:t>ickly</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on</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the</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 </a:t>
            </a:r>
            <a:r>
              <a:rPr sz="2600" spc="-10" dirty="0">
                <a:solidFill>
                  <a:srgbClr val="002060"/>
                </a:solidFill>
                <a:latin typeface="Times New Roman" panose="02020603050405020304" pitchFamily="18" charset="0"/>
                <a:cs typeface="Times New Roman" panose="02020603050405020304" pitchFamily="18" charset="0"/>
              </a:rPr>
              <a:t>next</a:t>
            </a:r>
            <a:r>
              <a:rPr sz="2600" spc="2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reference</a:t>
            </a:r>
            <a:r>
              <a:rPr sz="2600" spc="-5" dirty="0" smtClean="0">
                <a:solidFill>
                  <a:srgbClr val="002060"/>
                </a:solidFill>
                <a:latin typeface="Times New Roman" panose="02020603050405020304" pitchFamily="18" charset="0"/>
                <a:cs typeface="Times New Roman" panose="02020603050405020304" pitchFamily="18" charset="0"/>
              </a:rPr>
              <a:t>.</a:t>
            </a:r>
            <a:endParaRPr lang="en-IN" sz="2600" spc="-5" dirty="0" smtClean="0">
              <a:solidFill>
                <a:srgbClr val="002060"/>
              </a:solidFill>
              <a:latin typeface="Times New Roman" panose="02020603050405020304" pitchFamily="18" charset="0"/>
              <a:cs typeface="Times New Roman" panose="02020603050405020304" pitchFamily="18" charset="0"/>
            </a:endParaRPr>
          </a:p>
          <a:p>
            <a:pPr marL="241300" marR="8255" indent="-229235" algn="just">
              <a:lnSpc>
                <a:spcPts val="3030"/>
              </a:lnSpc>
              <a:spcBef>
                <a:spcPts val="475"/>
              </a:spcBef>
              <a:buSzPct val="80357"/>
              <a:buChar char="•"/>
              <a:tabLst>
                <a:tab pos="241935" algn="l"/>
              </a:tabLst>
            </a:pPr>
            <a:r>
              <a:rPr lang="en-US" sz="2600" spc="-5" dirty="0">
                <a:solidFill>
                  <a:srgbClr val="002060"/>
                </a:solidFill>
                <a:latin typeface="Times New Roman" panose="02020603050405020304" pitchFamily="18" charset="0"/>
                <a:cs typeface="Times New Roman" panose="02020603050405020304" pitchFamily="18" charset="0"/>
              </a:rPr>
              <a:t>In</a:t>
            </a:r>
            <a:r>
              <a:rPr lang="en-US" sz="2600"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case</a:t>
            </a:r>
            <a:r>
              <a:rPr lang="en-US" sz="2600"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if</a:t>
            </a:r>
            <a:r>
              <a:rPr lang="en-US" sz="2600"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the</a:t>
            </a:r>
            <a:r>
              <a:rPr lang="en-US" sz="2600"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TLB</a:t>
            </a:r>
            <a:r>
              <a:rPr lang="en-US" sz="2600"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is</a:t>
            </a:r>
            <a:r>
              <a:rPr lang="en-US" sz="2600" dirty="0">
                <a:solidFill>
                  <a:srgbClr val="002060"/>
                </a:solidFill>
                <a:latin typeface="Times New Roman" panose="02020603050405020304" pitchFamily="18" charset="0"/>
                <a:cs typeface="Times New Roman" panose="02020603050405020304" pitchFamily="18" charset="0"/>
              </a:rPr>
              <a:t> already</a:t>
            </a:r>
            <a:r>
              <a:rPr lang="en-US" sz="2600" spc="5" dirty="0">
                <a:solidFill>
                  <a:srgbClr val="002060"/>
                </a:solidFill>
                <a:latin typeface="Times New Roman" panose="02020603050405020304" pitchFamily="18" charset="0"/>
                <a:cs typeface="Times New Roman" panose="02020603050405020304" pitchFamily="18" charset="0"/>
              </a:rPr>
              <a:t> </a:t>
            </a:r>
            <a:r>
              <a:rPr lang="en-US" sz="2600" dirty="0">
                <a:solidFill>
                  <a:srgbClr val="002060"/>
                </a:solidFill>
                <a:latin typeface="Times New Roman" panose="02020603050405020304" pitchFamily="18" charset="0"/>
                <a:cs typeface="Times New Roman" panose="02020603050405020304" pitchFamily="18" charset="0"/>
              </a:rPr>
              <a:t>full</a:t>
            </a:r>
            <a:r>
              <a:rPr lang="en-US" sz="2600" spc="5"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of</a:t>
            </a:r>
            <a:r>
              <a:rPr lang="en-US" sz="2600" dirty="0">
                <a:solidFill>
                  <a:srgbClr val="002060"/>
                </a:solidFill>
                <a:latin typeface="Times New Roman" panose="02020603050405020304" pitchFamily="18" charset="0"/>
                <a:cs typeface="Times New Roman" panose="02020603050405020304" pitchFamily="18" charset="0"/>
              </a:rPr>
              <a:t> entries</a:t>
            </a:r>
            <a:r>
              <a:rPr lang="en-US" sz="2600" spc="5" dirty="0">
                <a:solidFill>
                  <a:srgbClr val="002060"/>
                </a:solidFill>
                <a:latin typeface="Times New Roman" panose="02020603050405020304" pitchFamily="18" charset="0"/>
                <a:cs typeface="Times New Roman" panose="02020603050405020304" pitchFamily="18" charset="0"/>
              </a:rPr>
              <a:t> </a:t>
            </a:r>
            <a:r>
              <a:rPr lang="en-US" sz="2600" dirty="0">
                <a:solidFill>
                  <a:srgbClr val="002060"/>
                </a:solidFill>
                <a:latin typeface="Times New Roman" panose="02020603050405020304" pitchFamily="18" charset="0"/>
                <a:cs typeface="Times New Roman" panose="02020603050405020304" pitchFamily="18" charset="0"/>
              </a:rPr>
              <a:t>then</a:t>
            </a:r>
            <a:r>
              <a:rPr lang="en-US" sz="2600" spc="5" dirty="0">
                <a:solidFill>
                  <a:srgbClr val="002060"/>
                </a:solidFill>
                <a:latin typeface="Times New Roman" panose="02020603050405020304" pitchFamily="18" charset="0"/>
                <a:cs typeface="Times New Roman" panose="02020603050405020304" pitchFamily="18" charset="0"/>
              </a:rPr>
              <a:t> </a:t>
            </a:r>
            <a:r>
              <a:rPr lang="en-US" sz="2600" spc="-10" dirty="0">
                <a:solidFill>
                  <a:srgbClr val="002060"/>
                </a:solidFill>
                <a:latin typeface="Times New Roman" panose="02020603050405020304" pitchFamily="18" charset="0"/>
                <a:cs typeface="Times New Roman" panose="02020603050405020304" pitchFamily="18" charset="0"/>
              </a:rPr>
              <a:t>the </a:t>
            </a:r>
            <a:r>
              <a:rPr lang="en-US" sz="2600" spc="-5" dirty="0">
                <a:solidFill>
                  <a:srgbClr val="002060"/>
                </a:solidFill>
                <a:latin typeface="Times New Roman" panose="02020603050405020304" pitchFamily="18" charset="0"/>
                <a:cs typeface="Times New Roman" panose="02020603050405020304" pitchFamily="18" charset="0"/>
              </a:rPr>
              <a:t> Operating</a:t>
            </a:r>
            <a:r>
              <a:rPr lang="en-US" sz="2600" spc="30"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system</a:t>
            </a:r>
            <a:r>
              <a:rPr lang="en-US" sz="2600"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must</a:t>
            </a:r>
            <a:r>
              <a:rPr lang="en-US" sz="2600" spc="10"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select</a:t>
            </a:r>
            <a:r>
              <a:rPr lang="en-US" sz="2600" spc="5" dirty="0">
                <a:solidFill>
                  <a:srgbClr val="002060"/>
                </a:solidFill>
                <a:latin typeface="Times New Roman" panose="02020603050405020304" pitchFamily="18" charset="0"/>
                <a:cs typeface="Times New Roman" panose="02020603050405020304" pitchFamily="18" charset="0"/>
              </a:rPr>
              <a:t> </a:t>
            </a:r>
            <a:r>
              <a:rPr lang="en-US" sz="2600" dirty="0">
                <a:solidFill>
                  <a:srgbClr val="002060"/>
                </a:solidFill>
                <a:latin typeface="Times New Roman" panose="02020603050405020304" pitchFamily="18" charset="0"/>
                <a:cs typeface="Times New Roman" panose="02020603050405020304" pitchFamily="18" charset="0"/>
              </a:rPr>
              <a:t>one</a:t>
            </a:r>
            <a:r>
              <a:rPr lang="en-US" sz="2600" spc="10"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for</a:t>
            </a:r>
            <a:r>
              <a:rPr lang="en-US" sz="2600" dirty="0">
                <a:solidFill>
                  <a:srgbClr val="002060"/>
                </a:solidFill>
                <a:latin typeface="Times New Roman" panose="02020603050405020304" pitchFamily="18" charset="0"/>
                <a:cs typeface="Times New Roman" panose="02020603050405020304" pitchFamily="18" charset="0"/>
              </a:rPr>
              <a:t> replacement.</a:t>
            </a:r>
          </a:p>
          <a:p>
            <a:pPr marL="241300" marR="5080" indent="-229235" algn="just">
              <a:lnSpc>
                <a:spcPct val="90000"/>
              </a:lnSpc>
              <a:spcBef>
                <a:spcPts val="1750"/>
              </a:spcBef>
              <a:buSzPct val="80357"/>
              <a:buChar char="•"/>
              <a:tabLst>
                <a:tab pos="241935" algn="l"/>
              </a:tabLst>
            </a:pPr>
            <a:r>
              <a:rPr lang="en-US" sz="2600" spc="-5" dirty="0">
                <a:solidFill>
                  <a:srgbClr val="002060"/>
                </a:solidFill>
                <a:latin typeface="Times New Roman" panose="02020603050405020304" pitchFamily="18" charset="0"/>
                <a:cs typeface="Times New Roman" panose="02020603050405020304" pitchFamily="18" charset="0"/>
              </a:rPr>
              <a:t>TLB </a:t>
            </a:r>
            <a:r>
              <a:rPr lang="en-US" sz="2600" dirty="0">
                <a:solidFill>
                  <a:srgbClr val="002060"/>
                </a:solidFill>
                <a:latin typeface="Times New Roman" panose="02020603050405020304" pitchFamily="18" charset="0"/>
                <a:cs typeface="Times New Roman" panose="02020603050405020304" pitchFamily="18" charset="0"/>
              </a:rPr>
              <a:t>allows </a:t>
            </a:r>
            <a:r>
              <a:rPr lang="en-US" sz="2600" spc="-5" dirty="0">
                <a:solidFill>
                  <a:srgbClr val="002060"/>
                </a:solidFill>
                <a:latin typeface="Times New Roman" panose="02020603050405020304" pitchFamily="18" charset="0"/>
                <a:cs typeface="Times New Roman" panose="02020603050405020304" pitchFamily="18" charset="0"/>
              </a:rPr>
              <a:t>some entries to be wired down, </a:t>
            </a:r>
            <a:r>
              <a:rPr lang="en-US" sz="2600" dirty="0">
                <a:solidFill>
                  <a:srgbClr val="002060"/>
                </a:solidFill>
                <a:latin typeface="Times New Roman" panose="02020603050405020304" pitchFamily="18" charset="0"/>
                <a:cs typeface="Times New Roman" panose="02020603050405020304" pitchFamily="18" charset="0"/>
              </a:rPr>
              <a:t>which means </a:t>
            </a:r>
            <a:r>
              <a:rPr lang="en-US" sz="2600" spc="5" dirty="0">
                <a:solidFill>
                  <a:srgbClr val="002060"/>
                </a:solidFill>
                <a:latin typeface="Times New Roman" panose="02020603050405020304" pitchFamily="18" charset="0"/>
                <a:cs typeface="Times New Roman" panose="02020603050405020304" pitchFamily="18" charset="0"/>
              </a:rPr>
              <a:t> </a:t>
            </a:r>
            <a:r>
              <a:rPr lang="en-US" sz="2600" dirty="0">
                <a:solidFill>
                  <a:srgbClr val="002060"/>
                </a:solidFill>
                <a:latin typeface="Times New Roman" panose="02020603050405020304" pitchFamily="18" charset="0"/>
                <a:cs typeface="Times New Roman" panose="02020603050405020304" pitchFamily="18" charset="0"/>
              </a:rPr>
              <a:t>they</a:t>
            </a:r>
            <a:r>
              <a:rPr lang="en-US" sz="2600" spc="5"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cannot</a:t>
            </a:r>
            <a:r>
              <a:rPr lang="en-US" sz="2600"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be</a:t>
            </a:r>
            <a:r>
              <a:rPr lang="en-US" sz="2600"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removed</a:t>
            </a:r>
            <a:r>
              <a:rPr lang="en-US" sz="2600" dirty="0">
                <a:solidFill>
                  <a:srgbClr val="002060"/>
                </a:solidFill>
                <a:latin typeface="Times New Roman" panose="02020603050405020304" pitchFamily="18" charset="0"/>
                <a:cs typeface="Times New Roman" panose="02020603050405020304" pitchFamily="18" charset="0"/>
              </a:rPr>
              <a:t> from</a:t>
            </a:r>
            <a:r>
              <a:rPr lang="en-US" sz="2600" spc="5"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the</a:t>
            </a:r>
            <a:r>
              <a:rPr lang="en-US" sz="2600"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TLB.</a:t>
            </a:r>
            <a:r>
              <a:rPr lang="en-US" sz="2600" dirty="0">
                <a:solidFill>
                  <a:srgbClr val="002060"/>
                </a:solidFill>
                <a:latin typeface="Times New Roman" panose="02020603050405020304" pitchFamily="18" charset="0"/>
                <a:cs typeface="Times New Roman" panose="02020603050405020304" pitchFamily="18" charset="0"/>
              </a:rPr>
              <a:t> </a:t>
            </a:r>
            <a:r>
              <a:rPr lang="en-US" sz="2600" spc="-20" dirty="0">
                <a:solidFill>
                  <a:srgbClr val="002060"/>
                </a:solidFill>
                <a:latin typeface="Times New Roman" panose="02020603050405020304" pitchFamily="18" charset="0"/>
                <a:cs typeface="Times New Roman" panose="02020603050405020304" pitchFamily="18" charset="0"/>
              </a:rPr>
              <a:t>Typically</a:t>
            </a:r>
            <a:r>
              <a:rPr lang="en-US" sz="2600" spc="-15"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TLB </a:t>
            </a:r>
            <a:r>
              <a:rPr lang="en-US" sz="2600" spc="-765"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entries</a:t>
            </a:r>
            <a:r>
              <a:rPr lang="en-US" sz="2600" spc="15"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for</a:t>
            </a:r>
            <a:r>
              <a:rPr lang="en-US" sz="2600"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the</a:t>
            </a:r>
            <a:r>
              <a:rPr lang="en-US" sz="2600" spc="15" dirty="0">
                <a:solidFill>
                  <a:srgbClr val="002060"/>
                </a:solidFill>
                <a:latin typeface="Times New Roman" panose="02020603050405020304" pitchFamily="18" charset="0"/>
                <a:cs typeface="Times New Roman" panose="02020603050405020304" pitchFamily="18" charset="0"/>
              </a:rPr>
              <a:t> </a:t>
            </a:r>
            <a:r>
              <a:rPr lang="en-US" sz="2600" dirty="0">
                <a:solidFill>
                  <a:srgbClr val="002060"/>
                </a:solidFill>
                <a:latin typeface="Times New Roman" panose="02020603050405020304" pitchFamily="18" charset="0"/>
                <a:cs typeface="Times New Roman" panose="02020603050405020304" pitchFamily="18" charset="0"/>
              </a:rPr>
              <a:t>kernel code</a:t>
            </a:r>
            <a:r>
              <a:rPr lang="en-US" sz="2600" spc="5" dirty="0">
                <a:solidFill>
                  <a:srgbClr val="002060"/>
                </a:solidFill>
                <a:latin typeface="Times New Roman" panose="02020603050405020304" pitchFamily="18" charset="0"/>
                <a:cs typeface="Times New Roman" panose="02020603050405020304" pitchFamily="18" charset="0"/>
              </a:rPr>
              <a:t> </a:t>
            </a:r>
            <a:r>
              <a:rPr lang="en-US" sz="2600" dirty="0">
                <a:solidFill>
                  <a:srgbClr val="002060"/>
                </a:solidFill>
                <a:latin typeface="Times New Roman" panose="02020603050405020304" pitchFamily="18" charset="0"/>
                <a:cs typeface="Times New Roman" panose="02020603050405020304" pitchFamily="18" charset="0"/>
              </a:rPr>
              <a:t>are</a:t>
            </a:r>
            <a:r>
              <a:rPr lang="en-US" sz="2600" spc="5"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wired</a:t>
            </a:r>
            <a:r>
              <a:rPr lang="en-US" sz="2600" spc="20" dirty="0">
                <a:solidFill>
                  <a:srgbClr val="002060"/>
                </a:solidFill>
                <a:latin typeface="Times New Roman" panose="02020603050405020304" pitchFamily="18" charset="0"/>
                <a:cs typeface="Times New Roman" panose="02020603050405020304" pitchFamily="18" charset="0"/>
              </a:rPr>
              <a:t> </a:t>
            </a:r>
            <a:r>
              <a:rPr lang="en-US" sz="2600" spc="-5" dirty="0">
                <a:solidFill>
                  <a:srgbClr val="002060"/>
                </a:solidFill>
                <a:latin typeface="Times New Roman" panose="02020603050405020304" pitchFamily="18" charset="0"/>
                <a:cs typeface="Times New Roman" panose="02020603050405020304" pitchFamily="18" charset="0"/>
              </a:rPr>
              <a:t>down</a:t>
            </a:r>
            <a:r>
              <a:rPr lang="en-US" sz="2600" spc="-5" dirty="0" smtClean="0">
                <a:solidFill>
                  <a:srgbClr val="002060"/>
                </a:solidFill>
                <a:latin typeface="Times New Roman" panose="02020603050405020304" pitchFamily="18" charset="0"/>
                <a:cs typeface="Times New Roman" panose="02020603050405020304" pitchFamily="18" charset="0"/>
              </a:rPr>
              <a:t>.</a:t>
            </a:r>
            <a:endParaRPr lang="en-US" sz="2600" dirty="0">
              <a:solidFill>
                <a:srgbClr val="002060"/>
              </a:solidFill>
              <a:latin typeface="Times New Roman" panose="02020603050405020304" pitchFamily="18" charset="0"/>
              <a:cs typeface="Times New Roman" panose="02020603050405020304" pitchFamily="18" charset="0"/>
            </a:endParaRPr>
          </a:p>
        </p:txBody>
      </p:sp>
      <p:sp>
        <p:nvSpPr>
          <p:cNvPr id="7" name="object 3"/>
          <p:cNvSpPr txBox="1">
            <a:spLocks noGrp="1"/>
          </p:cNvSpPr>
          <p:nvPr>
            <p:ph type="title"/>
          </p:nvPr>
        </p:nvSpPr>
        <p:spPr>
          <a:xfrm>
            <a:off x="1219200" y="968575"/>
            <a:ext cx="8042909" cy="504625"/>
          </a:xfrm>
          <a:prstGeom prst="rect">
            <a:avLst/>
          </a:prstGeom>
        </p:spPr>
        <p:txBody>
          <a:bodyPr vert="horz" wrap="square" lIns="0" tIns="12065" rIns="0" bIns="0" rtlCol="0">
            <a:spAutoFit/>
          </a:bodyPr>
          <a:lstStyle/>
          <a:p>
            <a:pPr marL="12700">
              <a:lnSpc>
                <a:spcPct val="100000"/>
              </a:lnSpc>
              <a:spcBef>
                <a:spcPts val="95"/>
              </a:spcBef>
            </a:pPr>
            <a:r>
              <a:rPr spc="-30" dirty="0"/>
              <a:t>Translation</a:t>
            </a:r>
            <a:r>
              <a:rPr spc="45" dirty="0"/>
              <a:t> </a:t>
            </a:r>
            <a:r>
              <a:rPr spc="-5" dirty="0"/>
              <a:t>of look-aside</a:t>
            </a:r>
            <a:r>
              <a:rPr dirty="0"/>
              <a:t> </a:t>
            </a:r>
            <a:r>
              <a:rPr spc="-10" dirty="0" smtClean="0"/>
              <a:t>buffer</a:t>
            </a:r>
            <a:r>
              <a:rPr lang="en-IN" spc="-10" dirty="0" smtClean="0"/>
              <a:t> </a:t>
            </a:r>
            <a:r>
              <a:rPr spc="-10" dirty="0" smtClean="0"/>
              <a:t>(</a:t>
            </a:r>
            <a:r>
              <a:rPr spc="-10" dirty="0"/>
              <a:t>TLB)</a:t>
            </a:r>
          </a:p>
        </p:txBody>
      </p:sp>
    </p:spTree>
    <p:extLst>
      <p:ext uri="{BB962C8B-B14F-4D97-AF65-F5344CB8AC3E}">
        <p14:creationId xmlns:p14="http://schemas.microsoft.com/office/powerpoint/2010/main" val="151214612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143000"/>
            <a:ext cx="12188825" cy="5715000"/>
            <a:chOff x="0" y="1143000"/>
            <a:chExt cx="12188825" cy="5715000"/>
          </a:xfrm>
        </p:grpSpPr>
        <p:pic>
          <p:nvPicPr>
            <p:cNvPr id="3" name="object 3"/>
            <p:cNvPicPr/>
            <p:nvPr/>
          </p:nvPicPr>
          <p:blipFill>
            <a:blip r:embed="rId2" cstate="print"/>
            <a:stretch>
              <a:fillRect/>
            </a:stretch>
          </p:blipFill>
          <p:spPr>
            <a:xfrm>
              <a:off x="0" y="5208778"/>
              <a:ext cx="12188825" cy="1441448"/>
            </a:xfrm>
            <a:prstGeom prst="rect">
              <a:avLst/>
            </a:prstGeom>
          </p:spPr>
        </p:pic>
        <p:pic>
          <p:nvPicPr>
            <p:cNvPr id="4" name="object 4"/>
            <p:cNvPicPr/>
            <p:nvPr/>
          </p:nvPicPr>
          <p:blipFill>
            <a:blip r:embed="rId3" cstate="print"/>
            <a:stretch>
              <a:fillRect/>
            </a:stretch>
          </p:blipFill>
          <p:spPr>
            <a:xfrm>
              <a:off x="1524000" y="1143000"/>
              <a:ext cx="9296400" cy="5715000"/>
            </a:xfrm>
            <a:prstGeom prst="rect">
              <a:avLst/>
            </a:prstGeom>
          </p:spPr>
        </p:pic>
      </p:grpSp>
      <p:sp>
        <p:nvSpPr>
          <p:cNvPr id="7" name="object 5"/>
          <p:cNvSpPr txBox="1">
            <a:spLocks/>
          </p:cNvSpPr>
          <p:nvPr/>
        </p:nvSpPr>
        <p:spPr>
          <a:xfrm>
            <a:off x="1372616" y="275590"/>
            <a:ext cx="5913120" cy="504625"/>
          </a:xfrm>
          <a:prstGeom prst="rect">
            <a:avLst/>
          </a:prstGeom>
        </p:spPr>
        <p:txBody>
          <a:bodyPr vert="horz" wrap="square" lIns="0" tIns="12065" rIns="0" bIns="0" rtlCol="0">
            <a:sp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12700">
              <a:lnSpc>
                <a:spcPct val="100000"/>
              </a:lnSpc>
              <a:spcBef>
                <a:spcPts val="95"/>
              </a:spcBef>
            </a:pPr>
            <a:r>
              <a:rPr lang="en-IN" sz="3200" spc="-5" dirty="0" smtClean="0">
                <a:solidFill>
                  <a:srgbClr val="C00000"/>
                </a:solidFill>
                <a:latin typeface="Times New Roman" panose="02020603050405020304" pitchFamily="18" charset="0"/>
                <a:cs typeface="Times New Roman" panose="02020603050405020304" pitchFamily="18" charset="0"/>
              </a:rPr>
              <a:t>Paging</a:t>
            </a:r>
            <a:r>
              <a:rPr lang="en-IN" sz="3200" spc="20" dirty="0" smtClean="0">
                <a:solidFill>
                  <a:srgbClr val="C00000"/>
                </a:solidFill>
                <a:latin typeface="Times New Roman" panose="02020603050405020304" pitchFamily="18" charset="0"/>
                <a:cs typeface="Times New Roman" panose="02020603050405020304" pitchFamily="18" charset="0"/>
              </a:rPr>
              <a:t> </a:t>
            </a:r>
            <a:r>
              <a:rPr lang="en-IN" sz="3200" spc="-10" dirty="0" smtClean="0">
                <a:solidFill>
                  <a:srgbClr val="C00000"/>
                </a:solidFill>
                <a:latin typeface="Times New Roman" panose="02020603050405020304" pitchFamily="18" charset="0"/>
                <a:cs typeface="Times New Roman" panose="02020603050405020304" pitchFamily="18" charset="0"/>
              </a:rPr>
              <a:t>Hardwa</a:t>
            </a:r>
            <a:r>
              <a:rPr lang="en-IN" sz="3200" spc="-25" dirty="0" smtClean="0">
                <a:solidFill>
                  <a:srgbClr val="C00000"/>
                </a:solidFill>
                <a:latin typeface="Times New Roman" panose="02020603050405020304" pitchFamily="18" charset="0"/>
                <a:cs typeface="Times New Roman" panose="02020603050405020304" pitchFamily="18" charset="0"/>
              </a:rPr>
              <a:t>r</a:t>
            </a:r>
            <a:r>
              <a:rPr lang="en-IN" sz="3200" spc="-5" dirty="0" smtClean="0">
                <a:solidFill>
                  <a:srgbClr val="C00000"/>
                </a:solidFill>
                <a:latin typeface="Times New Roman" panose="02020603050405020304" pitchFamily="18" charset="0"/>
                <a:cs typeface="Times New Roman" panose="02020603050405020304" pitchFamily="18" charset="0"/>
              </a:rPr>
              <a:t>e</a:t>
            </a:r>
            <a:r>
              <a:rPr lang="en-IN" sz="3200" spc="-175" dirty="0" smtClean="0">
                <a:solidFill>
                  <a:srgbClr val="C00000"/>
                </a:solidFill>
                <a:latin typeface="Times New Roman" panose="02020603050405020304" pitchFamily="18" charset="0"/>
                <a:cs typeface="Times New Roman" panose="02020603050405020304" pitchFamily="18" charset="0"/>
              </a:rPr>
              <a:t> </a:t>
            </a:r>
            <a:r>
              <a:rPr lang="en-IN" sz="3200" spc="-10" dirty="0" smtClean="0">
                <a:solidFill>
                  <a:srgbClr val="C00000"/>
                </a:solidFill>
                <a:latin typeface="Times New Roman" panose="02020603050405020304" pitchFamily="18" charset="0"/>
                <a:cs typeface="Times New Roman" panose="02020603050405020304" pitchFamily="18" charset="0"/>
              </a:rPr>
              <a:t>Wit</a:t>
            </a:r>
            <a:r>
              <a:rPr lang="en-IN" sz="3200" spc="-5" dirty="0" smtClean="0">
                <a:solidFill>
                  <a:srgbClr val="C00000"/>
                </a:solidFill>
                <a:latin typeface="Times New Roman" panose="02020603050405020304" pitchFamily="18" charset="0"/>
                <a:cs typeface="Times New Roman" panose="02020603050405020304" pitchFamily="18" charset="0"/>
              </a:rPr>
              <a:t>h</a:t>
            </a:r>
            <a:r>
              <a:rPr lang="en-IN" sz="3200" spc="-280" dirty="0" smtClean="0">
                <a:solidFill>
                  <a:srgbClr val="C00000"/>
                </a:solidFill>
                <a:latin typeface="Times New Roman" panose="02020603050405020304" pitchFamily="18" charset="0"/>
                <a:cs typeface="Times New Roman" panose="02020603050405020304" pitchFamily="18" charset="0"/>
              </a:rPr>
              <a:t> </a:t>
            </a:r>
            <a:r>
              <a:rPr lang="en-IN" sz="3200" spc="-10" dirty="0" smtClean="0">
                <a:solidFill>
                  <a:srgbClr val="C00000"/>
                </a:solidFill>
                <a:latin typeface="Times New Roman" panose="02020603050405020304" pitchFamily="18" charset="0"/>
                <a:cs typeface="Times New Roman" panose="02020603050405020304" pitchFamily="18" charset="0"/>
              </a:rPr>
              <a:t>TLB</a:t>
            </a:r>
            <a:endParaRPr lang="en-IN" sz="3200" spc="-10" dirty="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780216"/>
            <a:ext cx="12188825" cy="6077784"/>
            <a:chOff x="0" y="780216"/>
            <a:chExt cx="12188825" cy="6077784"/>
          </a:xfrm>
        </p:grpSpPr>
        <p:pic>
          <p:nvPicPr>
            <p:cNvPr id="3" name="object 3"/>
            <p:cNvPicPr/>
            <p:nvPr/>
          </p:nvPicPr>
          <p:blipFill>
            <a:blip r:embed="rId2" cstate="print"/>
            <a:stretch>
              <a:fillRect/>
            </a:stretch>
          </p:blipFill>
          <p:spPr>
            <a:xfrm>
              <a:off x="0" y="5208777"/>
              <a:ext cx="12188825" cy="1441448"/>
            </a:xfrm>
            <a:prstGeom prst="rect">
              <a:avLst/>
            </a:prstGeom>
          </p:spPr>
        </p:pic>
        <p:pic>
          <p:nvPicPr>
            <p:cNvPr id="4" name="object 4"/>
            <p:cNvPicPr/>
            <p:nvPr/>
          </p:nvPicPr>
          <p:blipFill>
            <a:blip r:embed="rId3" cstate="print"/>
            <a:stretch>
              <a:fillRect/>
            </a:stretch>
          </p:blipFill>
          <p:spPr>
            <a:xfrm>
              <a:off x="1143000" y="780216"/>
              <a:ext cx="9906000" cy="6077784"/>
            </a:xfrm>
            <a:prstGeom prst="rect">
              <a:avLst/>
            </a:prstGeom>
          </p:spPr>
        </p:pic>
      </p:grpSp>
      <p:sp>
        <p:nvSpPr>
          <p:cNvPr id="5" name="object 5"/>
          <p:cNvSpPr txBox="1">
            <a:spLocks/>
          </p:cNvSpPr>
          <p:nvPr/>
        </p:nvSpPr>
        <p:spPr>
          <a:xfrm>
            <a:off x="1372616" y="275590"/>
            <a:ext cx="7618984" cy="504625"/>
          </a:xfrm>
          <a:prstGeom prst="rect">
            <a:avLst/>
          </a:prstGeom>
        </p:spPr>
        <p:txBody>
          <a:bodyPr vert="horz" wrap="square" lIns="0" tIns="12065" rIns="0" bIns="0" rtlCol="0">
            <a:sp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12700">
              <a:lnSpc>
                <a:spcPct val="100000"/>
              </a:lnSpc>
              <a:spcBef>
                <a:spcPts val="95"/>
              </a:spcBef>
            </a:pPr>
            <a:r>
              <a:rPr lang="en-IN" sz="3200" spc="-5" dirty="0" smtClean="0">
                <a:solidFill>
                  <a:srgbClr val="C00000"/>
                </a:solidFill>
                <a:latin typeface="Times New Roman" panose="02020603050405020304" pitchFamily="18" charset="0"/>
                <a:cs typeface="Times New Roman" panose="02020603050405020304" pitchFamily="18" charset="0"/>
              </a:rPr>
              <a:t>Paging</a:t>
            </a:r>
            <a:r>
              <a:rPr lang="en-IN" sz="3200" spc="20" dirty="0" smtClean="0">
                <a:solidFill>
                  <a:srgbClr val="C00000"/>
                </a:solidFill>
                <a:latin typeface="Times New Roman" panose="02020603050405020304" pitchFamily="18" charset="0"/>
                <a:cs typeface="Times New Roman" panose="02020603050405020304" pitchFamily="18" charset="0"/>
              </a:rPr>
              <a:t> </a:t>
            </a:r>
            <a:r>
              <a:rPr lang="en-IN" sz="3200" spc="-10" dirty="0" smtClean="0">
                <a:solidFill>
                  <a:srgbClr val="C00000"/>
                </a:solidFill>
                <a:latin typeface="Times New Roman" panose="02020603050405020304" pitchFamily="18" charset="0"/>
                <a:cs typeface="Times New Roman" panose="02020603050405020304" pitchFamily="18" charset="0"/>
              </a:rPr>
              <a:t>Hardwa</a:t>
            </a:r>
            <a:r>
              <a:rPr lang="en-IN" sz="3200" spc="-25" dirty="0" smtClean="0">
                <a:solidFill>
                  <a:srgbClr val="C00000"/>
                </a:solidFill>
                <a:latin typeface="Times New Roman" panose="02020603050405020304" pitchFamily="18" charset="0"/>
                <a:cs typeface="Times New Roman" panose="02020603050405020304" pitchFamily="18" charset="0"/>
              </a:rPr>
              <a:t>r</a:t>
            </a:r>
            <a:r>
              <a:rPr lang="en-IN" sz="3200" spc="-5" dirty="0" smtClean="0">
                <a:solidFill>
                  <a:srgbClr val="C00000"/>
                </a:solidFill>
                <a:latin typeface="Times New Roman" panose="02020603050405020304" pitchFamily="18" charset="0"/>
                <a:cs typeface="Times New Roman" panose="02020603050405020304" pitchFamily="18" charset="0"/>
              </a:rPr>
              <a:t>e</a:t>
            </a:r>
            <a:r>
              <a:rPr lang="en-IN" sz="3200" spc="-175" dirty="0" smtClean="0">
                <a:solidFill>
                  <a:srgbClr val="C00000"/>
                </a:solidFill>
                <a:latin typeface="Times New Roman" panose="02020603050405020304" pitchFamily="18" charset="0"/>
                <a:cs typeface="Times New Roman" panose="02020603050405020304" pitchFamily="18" charset="0"/>
              </a:rPr>
              <a:t> </a:t>
            </a:r>
            <a:r>
              <a:rPr lang="en-IN" sz="3200" spc="-10" dirty="0" smtClean="0">
                <a:solidFill>
                  <a:srgbClr val="C00000"/>
                </a:solidFill>
                <a:latin typeface="Times New Roman" panose="02020603050405020304" pitchFamily="18" charset="0"/>
                <a:cs typeface="Times New Roman" panose="02020603050405020304" pitchFamily="18" charset="0"/>
              </a:rPr>
              <a:t>Wit</a:t>
            </a:r>
            <a:r>
              <a:rPr lang="en-IN" sz="3200" spc="-5" dirty="0" smtClean="0">
                <a:solidFill>
                  <a:srgbClr val="C00000"/>
                </a:solidFill>
                <a:latin typeface="Times New Roman" panose="02020603050405020304" pitchFamily="18" charset="0"/>
                <a:cs typeface="Times New Roman" panose="02020603050405020304" pitchFamily="18" charset="0"/>
              </a:rPr>
              <a:t>h</a:t>
            </a:r>
            <a:r>
              <a:rPr lang="en-IN" sz="3200" spc="-280" dirty="0" smtClean="0">
                <a:solidFill>
                  <a:srgbClr val="C00000"/>
                </a:solidFill>
                <a:latin typeface="Times New Roman" panose="02020603050405020304" pitchFamily="18" charset="0"/>
                <a:cs typeface="Times New Roman" panose="02020603050405020304" pitchFamily="18" charset="0"/>
              </a:rPr>
              <a:t> </a:t>
            </a:r>
            <a:r>
              <a:rPr lang="en-IN" sz="3200" spc="-10" dirty="0" smtClean="0">
                <a:solidFill>
                  <a:srgbClr val="C00000"/>
                </a:solidFill>
                <a:latin typeface="Times New Roman" panose="02020603050405020304" pitchFamily="18" charset="0"/>
                <a:cs typeface="Times New Roman" panose="02020603050405020304" pitchFamily="18" charset="0"/>
              </a:rPr>
              <a:t>TLB - Example</a:t>
            </a:r>
            <a:endParaRPr lang="en-IN" sz="3200" spc="-10" dirty="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257427" y="765429"/>
            <a:ext cx="3580765" cy="635000"/>
          </a:xfrm>
          <a:prstGeom prst="rect">
            <a:avLst/>
          </a:prstGeom>
        </p:spPr>
        <p:txBody>
          <a:bodyPr vert="horz" wrap="square" lIns="0" tIns="12065" rIns="0" bIns="0" rtlCol="0">
            <a:spAutoFit/>
          </a:bodyPr>
          <a:lstStyle/>
          <a:p>
            <a:pPr marL="12700">
              <a:lnSpc>
                <a:spcPct val="100000"/>
              </a:lnSpc>
              <a:spcBef>
                <a:spcPts val="95"/>
              </a:spcBef>
            </a:pPr>
            <a:r>
              <a:rPr spc="-5" dirty="0"/>
              <a:t>Paging</a:t>
            </a:r>
            <a:r>
              <a:rPr spc="-40" dirty="0"/>
              <a:t> </a:t>
            </a:r>
            <a:r>
              <a:rPr spc="-5" dirty="0"/>
              <a:t>Example</a:t>
            </a:r>
          </a:p>
        </p:txBody>
      </p:sp>
      <p:sp>
        <p:nvSpPr>
          <p:cNvPr id="4" name="object 4"/>
          <p:cNvSpPr txBox="1"/>
          <p:nvPr/>
        </p:nvSpPr>
        <p:spPr>
          <a:xfrm>
            <a:off x="1257427" y="1809953"/>
            <a:ext cx="10020173" cy="4415888"/>
          </a:xfrm>
          <a:prstGeom prst="rect">
            <a:avLst/>
          </a:prstGeom>
        </p:spPr>
        <p:txBody>
          <a:bodyPr vert="horz" wrap="square" lIns="0" tIns="55244" rIns="0" bIns="0" rtlCol="0">
            <a:spAutoFit/>
          </a:bodyPr>
          <a:lstStyle/>
          <a:p>
            <a:pPr marL="241300" marR="5715" indent="-229235" algn="just">
              <a:lnSpc>
                <a:spcPct val="150000"/>
              </a:lnSpc>
              <a:spcBef>
                <a:spcPts val="434"/>
              </a:spcBef>
              <a:buSzPct val="80357"/>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In</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order</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a:t>
            </a:r>
            <a:r>
              <a:rPr sz="2600" dirty="0">
                <a:solidFill>
                  <a:srgbClr val="002060"/>
                </a:solidFill>
                <a:latin typeface="Times New Roman" panose="02020603050405020304" pitchFamily="18" charset="0"/>
                <a:cs typeface="Times New Roman" panose="02020603050405020304" pitchFamily="18" charset="0"/>
              </a:rPr>
              <a:t> implement</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paging,</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one</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of</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76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simplest </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methods</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a:t>
            </a:r>
            <a:r>
              <a:rPr sz="2600" dirty="0">
                <a:solidFill>
                  <a:srgbClr val="002060"/>
                </a:solidFill>
                <a:latin typeface="Times New Roman" panose="02020603050405020304" pitchFamily="18" charset="0"/>
                <a:cs typeface="Times New Roman" panose="02020603050405020304" pitchFamily="18" charset="0"/>
              </a:rPr>
              <a:t> implement</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dirty="0">
                <a:solidFill>
                  <a:srgbClr val="002060"/>
                </a:solidFill>
                <a:latin typeface="Times New Roman" panose="02020603050405020304" pitchFamily="18" charset="0"/>
                <a:cs typeface="Times New Roman" panose="02020603050405020304" pitchFamily="18" charset="0"/>
              </a:rPr>
              <a:t> page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table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as</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set</a:t>
            </a:r>
            <a:r>
              <a:rPr sz="2600" dirty="0">
                <a:solidFill>
                  <a:srgbClr val="002060"/>
                </a:solidFill>
                <a:latin typeface="Times New Roman" panose="02020603050405020304" pitchFamily="18" charset="0"/>
                <a:cs typeface="Times New Roman" panose="02020603050405020304" pitchFamily="18" charset="0"/>
              </a:rPr>
              <a:t> </a:t>
            </a:r>
            <a:r>
              <a:rPr sz="2600" spc="-15" dirty="0">
                <a:solidFill>
                  <a:srgbClr val="002060"/>
                </a:solidFill>
                <a:latin typeface="Times New Roman" panose="02020603050405020304" pitchFamily="18" charset="0"/>
                <a:cs typeface="Times New Roman" panose="02020603050405020304" pitchFamily="18" charset="0"/>
              </a:rPr>
              <a:t>of </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registers. </a:t>
            </a:r>
            <a:r>
              <a:rPr sz="2600" spc="-5" dirty="0">
                <a:solidFill>
                  <a:srgbClr val="002060"/>
                </a:solidFill>
                <a:latin typeface="Times New Roman" panose="02020603050405020304" pitchFamily="18" charset="0"/>
                <a:cs typeface="Times New Roman" panose="02020603050405020304" pitchFamily="18" charset="0"/>
              </a:rPr>
              <a:t>As the size </a:t>
            </a:r>
            <a:r>
              <a:rPr sz="2600" dirty="0">
                <a:solidFill>
                  <a:srgbClr val="002060"/>
                </a:solidFill>
                <a:latin typeface="Times New Roman" panose="02020603050405020304" pitchFamily="18" charset="0"/>
                <a:cs typeface="Times New Roman" panose="02020603050405020304" pitchFamily="18" charset="0"/>
              </a:rPr>
              <a:t>of registers </a:t>
            </a:r>
            <a:r>
              <a:rPr sz="2600" spc="-10" dirty="0">
                <a:solidFill>
                  <a:srgbClr val="002060"/>
                </a:solidFill>
                <a:latin typeface="Times New Roman" panose="02020603050405020304" pitchFamily="18" charset="0"/>
                <a:cs typeface="Times New Roman" panose="02020603050405020304" pitchFamily="18" charset="0"/>
              </a:rPr>
              <a:t>is </a:t>
            </a:r>
            <a:r>
              <a:rPr sz="2600" spc="-5" dirty="0">
                <a:solidFill>
                  <a:srgbClr val="002060"/>
                </a:solidFill>
                <a:latin typeface="Times New Roman" panose="02020603050405020304" pitchFamily="18" charset="0"/>
                <a:cs typeface="Times New Roman" panose="02020603050405020304" pitchFamily="18" charset="0"/>
              </a:rPr>
              <a:t>limited </a:t>
            </a:r>
            <a:r>
              <a:rPr sz="2600" dirty="0">
                <a:solidFill>
                  <a:srgbClr val="002060"/>
                </a:solidFill>
                <a:latin typeface="Times New Roman" panose="02020603050405020304" pitchFamily="18" charset="0"/>
                <a:cs typeface="Times New Roman" panose="02020603050405020304" pitchFamily="18" charset="0"/>
              </a:rPr>
              <a:t>but </a:t>
            </a:r>
            <a:r>
              <a:rPr sz="2600" spc="-5" dirty="0">
                <a:solidFill>
                  <a:srgbClr val="002060"/>
                </a:solidFill>
                <a:latin typeface="Times New Roman" panose="02020603050405020304" pitchFamily="18" charset="0"/>
                <a:cs typeface="Times New Roman" panose="02020603050405020304" pitchFamily="18" charset="0"/>
              </a:rPr>
              <a:t>the size </a:t>
            </a:r>
            <a:r>
              <a:rPr sz="2600" dirty="0">
                <a:solidFill>
                  <a:srgbClr val="002060"/>
                </a:solidFill>
                <a:latin typeface="Times New Roman" panose="02020603050405020304" pitchFamily="18" charset="0"/>
                <a:cs typeface="Times New Roman" panose="02020603050405020304" pitchFamily="18" charset="0"/>
              </a:rPr>
              <a:t>of </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 </a:t>
            </a:r>
            <a:r>
              <a:rPr sz="2600" dirty="0">
                <a:solidFill>
                  <a:srgbClr val="002060"/>
                </a:solidFill>
                <a:latin typeface="Times New Roman" panose="02020603050405020304" pitchFamily="18" charset="0"/>
                <a:cs typeface="Times New Roman" panose="02020603050405020304" pitchFamily="18" charset="0"/>
              </a:rPr>
              <a:t>page table </a:t>
            </a:r>
            <a:r>
              <a:rPr sz="2600" spc="-5" dirty="0">
                <a:solidFill>
                  <a:srgbClr val="002060"/>
                </a:solidFill>
                <a:latin typeface="Times New Roman" panose="02020603050405020304" pitchFamily="18" charset="0"/>
                <a:cs typeface="Times New Roman" panose="02020603050405020304" pitchFamily="18" charset="0"/>
              </a:rPr>
              <a:t>is usually large </a:t>
            </a:r>
            <a:r>
              <a:rPr sz="2600" dirty="0">
                <a:solidFill>
                  <a:srgbClr val="002060"/>
                </a:solidFill>
                <a:latin typeface="Times New Roman" panose="02020603050405020304" pitchFamily="18" charset="0"/>
                <a:cs typeface="Times New Roman" panose="02020603050405020304" pitchFamily="18" charset="0"/>
              </a:rPr>
              <a:t>thus page table </a:t>
            </a:r>
            <a:r>
              <a:rPr sz="2600" spc="-5" dirty="0">
                <a:solidFill>
                  <a:srgbClr val="002060"/>
                </a:solidFill>
                <a:latin typeface="Times New Roman" panose="02020603050405020304" pitchFamily="18" charset="0"/>
                <a:cs typeface="Times New Roman" panose="02020603050405020304" pitchFamily="18" charset="0"/>
              </a:rPr>
              <a:t>is </a:t>
            </a:r>
            <a:r>
              <a:rPr sz="2600" dirty="0">
                <a:solidFill>
                  <a:srgbClr val="002060"/>
                </a:solidFill>
                <a:latin typeface="Times New Roman" panose="02020603050405020304" pitchFamily="18" charset="0"/>
                <a:cs typeface="Times New Roman" panose="02020603050405020304" pitchFamily="18" charset="0"/>
              </a:rPr>
              <a:t>kept </a:t>
            </a:r>
            <a:r>
              <a:rPr sz="2600" spc="-15" dirty="0">
                <a:solidFill>
                  <a:srgbClr val="002060"/>
                </a:solidFill>
                <a:latin typeface="Times New Roman" panose="02020603050405020304" pitchFamily="18" charset="0"/>
                <a:cs typeface="Times New Roman" panose="02020603050405020304" pitchFamily="18" charset="0"/>
              </a:rPr>
              <a:t>in </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main</a:t>
            </a:r>
            <a:r>
              <a:rPr sz="2600" spc="5" dirty="0">
                <a:solidFill>
                  <a:srgbClr val="002060"/>
                </a:solidFill>
                <a:latin typeface="Times New Roman" panose="02020603050405020304" pitchFamily="18" charset="0"/>
                <a:cs typeface="Times New Roman" panose="02020603050405020304" pitchFamily="18" charset="0"/>
              </a:rPr>
              <a:t> </a:t>
            </a:r>
            <a:r>
              <a:rPr sz="2600" spc="-30" dirty="0">
                <a:solidFill>
                  <a:srgbClr val="002060"/>
                </a:solidFill>
                <a:latin typeface="Times New Roman" panose="02020603050405020304" pitchFamily="18" charset="0"/>
                <a:cs typeface="Times New Roman" panose="02020603050405020304" pitchFamily="18" charset="0"/>
              </a:rPr>
              <a:t>memory.</a:t>
            </a:r>
            <a:endParaRPr sz="2600" dirty="0">
              <a:solidFill>
                <a:srgbClr val="002060"/>
              </a:solidFill>
              <a:latin typeface="Times New Roman" panose="02020603050405020304" pitchFamily="18" charset="0"/>
              <a:cs typeface="Times New Roman" panose="02020603050405020304" pitchFamily="18" charset="0"/>
            </a:endParaRPr>
          </a:p>
          <a:p>
            <a:pPr marL="241300" marR="5080" indent="-229235" algn="just">
              <a:lnSpc>
                <a:spcPct val="150000"/>
              </a:lnSpc>
              <a:spcBef>
                <a:spcPts val="1800"/>
              </a:spcBef>
              <a:buSzPct val="80357"/>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There is no External </a:t>
            </a:r>
            <a:r>
              <a:rPr sz="2600" dirty="0">
                <a:solidFill>
                  <a:srgbClr val="002060"/>
                </a:solidFill>
                <a:latin typeface="Times New Roman" panose="02020603050405020304" pitchFamily="18" charset="0"/>
                <a:cs typeface="Times New Roman" panose="02020603050405020304" pitchFamily="18" charset="0"/>
              </a:rPr>
              <a:t>fragmentation caused due </a:t>
            </a:r>
            <a:r>
              <a:rPr sz="2600" spc="-5" dirty="0">
                <a:solidFill>
                  <a:srgbClr val="002060"/>
                </a:solidFill>
                <a:latin typeface="Times New Roman" panose="02020603050405020304" pitchFamily="18" charset="0"/>
                <a:cs typeface="Times New Roman" panose="02020603050405020304" pitchFamily="18" charset="0"/>
              </a:rPr>
              <a:t>to this </a:t>
            </a:r>
            <a:r>
              <a:rPr sz="2600" dirty="0">
                <a:solidFill>
                  <a:srgbClr val="002060"/>
                </a:solidFill>
                <a:latin typeface="Times New Roman" panose="02020603050405020304" pitchFamily="18" charset="0"/>
                <a:cs typeface="Times New Roman" panose="02020603050405020304" pitchFamily="18" charset="0"/>
              </a:rPr>
              <a:t> scheme; </a:t>
            </a:r>
            <a:r>
              <a:rPr sz="2600" spc="-5" dirty="0">
                <a:solidFill>
                  <a:srgbClr val="002060"/>
                </a:solidFill>
                <a:latin typeface="Times New Roman" panose="02020603050405020304" pitchFamily="18" charset="0"/>
                <a:cs typeface="Times New Roman" panose="02020603050405020304" pitchFamily="18" charset="0"/>
              </a:rPr>
              <a:t>Any </a:t>
            </a:r>
            <a:r>
              <a:rPr sz="2600" dirty="0">
                <a:solidFill>
                  <a:srgbClr val="002060"/>
                </a:solidFill>
                <a:latin typeface="Times New Roman" panose="02020603050405020304" pitchFamily="18" charset="0"/>
                <a:cs typeface="Times New Roman" panose="02020603050405020304" pitchFamily="18" charset="0"/>
              </a:rPr>
              <a:t>frame that </a:t>
            </a:r>
            <a:r>
              <a:rPr sz="2600" spc="-5" dirty="0">
                <a:solidFill>
                  <a:srgbClr val="002060"/>
                </a:solidFill>
                <a:latin typeface="Times New Roman" panose="02020603050405020304" pitchFamily="18" charset="0"/>
                <a:cs typeface="Times New Roman" panose="02020603050405020304" pitchFamily="18" charset="0"/>
              </a:rPr>
              <a:t>is </a:t>
            </a:r>
            <a:r>
              <a:rPr sz="2600" dirty="0">
                <a:solidFill>
                  <a:srgbClr val="002060"/>
                </a:solidFill>
                <a:latin typeface="Times New Roman" panose="02020603050405020304" pitchFamily="18" charset="0"/>
                <a:cs typeface="Times New Roman" panose="02020603050405020304" pitchFamily="18" charset="0"/>
              </a:rPr>
              <a:t>free can </a:t>
            </a:r>
            <a:r>
              <a:rPr sz="2600" spc="-5" dirty="0">
                <a:solidFill>
                  <a:srgbClr val="002060"/>
                </a:solidFill>
                <a:latin typeface="Times New Roman" panose="02020603050405020304" pitchFamily="18" charset="0"/>
                <a:cs typeface="Times New Roman" panose="02020603050405020304" pitchFamily="18" charset="0"/>
              </a:rPr>
              <a:t>be </a:t>
            </a:r>
            <a:r>
              <a:rPr sz="2600" dirty="0">
                <a:solidFill>
                  <a:srgbClr val="002060"/>
                </a:solidFill>
                <a:latin typeface="Times New Roman" panose="02020603050405020304" pitchFamily="18" charset="0"/>
                <a:cs typeface="Times New Roman" panose="02020603050405020304" pitchFamily="18" charset="0"/>
              </a:rPr>
              <a:t>allocated </a:t>
            </a:r>
            <a:r>
              <a:rPr sz="2600" spc="-5" dirty="0">
                <a:solidFill>
                  <a:srgbClr val="002060"/>
                </a:solidFill>
                <a:latin typeface="Times New Roman" panose="02020603050405020304" pitchFamily="18" charset="0"/>
                <a:cs typeface="Times New Roman" panose="02020603050405020304" pitchFamily="18" charset="0"/>
              </a:rPr>
              <a:t>to </a:t>
            </a:r>
            <a:r>
              <a:rPr sz="2600" dirty="0">
                <a:solidFill>
                  <a:srgbClr val="002060"/>
                </a:solidFill>
                <a:latin typeface="Times New Roman" panose="02020603050405020304" pitchFamily="18" charset="0"/>
                <a:cs typeface="Times New Roman" panose="02020603050405020304" pitchFamily="18" charset="0"/>
              </a:rPr>
              <a:t>any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process </a:t>
            </a:r>
            <a:r>
              <a:rPr sz="2600" spc="-5" dirty="0">
                <a:solidFill>
                  <a:srgbClr val="002060"/>
                </a:solidFill>
                <a:latin typeface="Times New Roman" panose="02020603050405020304" pitchFamily="18" charset="0"/>
                <a:cs typeface="Times New Roman" panose="02020603050405020304" pitchFamily="18" charset="0"/>
              </a:rPr>
              <a:t>that </a:t>
            </a:r>
            <a:r>
              <a:rPr sz="2600" dirty="0">
                <a:solidFill>
                  <a:srgbClr val="002060"/>
                </a:solidFill>
                <a:latin typeface="Times New Roman" panose="02020603050405020304" pitchFamily="18" charset="0"/>
                <a:cs typeface="Times New Roman" panose="02020603050405020304" pitchFamily="18" charset="0"/>
              </a:rPr>
              <a:t>needs </a:t>
            </a:r>
            <a:r>
              <a:rPr sz="2600" spc="-5" dirty="0">
                <a:solidFill>
                  <a:srgbClr val="002060"/>
                </a:solidFill>
                <a:latin typeface="Times New Roman" panose="02020603050405020304" pitchFamily="18" charset="0"/>
                <a:cs typeface="Times New Roman" panose="02020603050405020304" pitchFamily="18" charset="0"/>
              </a:rPr>
              <a:t>it. But </a:t>
            </a:r>
            <a:r>
              <a:rPr sz="2600" spc="-10" dirty="0">
                <a:solidFill>
                  <a:srgbClr val="002060"/>
                </a:solidFill>
                <a:latin typeface="Times New Roman" panose="02020603050405020304" pitchFamily="18" charset="0"/>
                <a:cs typeface="Times New Roman" panose="02020603050405020304" pitchFamily="18" charset="0"/>
              </a:rPr>
              <a:t>the </a:t>
            </a:r>
            <a:r>
              <a:rPr sz="2600" dirty="0">
                <a:solidFill>
                  <a:srgbClr val="002060"/>
                </a:solidFill>
                <a:latin typeface="Times New Roman" panose="02020603050405020304" pitchFamily="18" charset="0"/>
                <a:cs typeface="Times New Roman" panose="02020603050405020304" pitchFamily="18" charset="0"/>
              </a:rPr>
              <a:t>internal fragmentation </a:t>
            </a:r>
            <a:r>
              <a:rPr sz="2600" spc="-5" dirty="0">
                <a:solidFill>
                  <a:srgbClr val="002060"/>
                </a:solidFill>
                <a:latin typeface="Times New Roman" panose="02020603050405020304" pitchFamily="18" charset="0"/>
                <a:cs typeface="Times New Roman" panose="02020603050405020304" pitchFamily="18" charset="0"/>
              </a:rPr>
              <a:t>is still </a:t>
            </a:r>
            <a:r>
              <a:rPr sz="2600" spc="-76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there.</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p:nvPr/>
        </p:nvSpPr>
        <p:spPr>
          <a:xfrm>
            <a:off x="1418336" y="1809953"/>
            <a:ext cx="9398635" cy="2620526"/>
          </a:xfrm>
          <a:prstGeom prst="rect">
            <a:avLst/>
          </a:prstGeom>
        </p:spPr>
        <p:txBody>
          <a:bodyPr vert="horz" wrap="square" lIns="0" tIns="60325" rIns="0" bIns="0" rtlCol="0">
            <a:spAutoFit/>
          </a:bodyPr>
          <a:lstStyle/>
          <a:p>
            <a:pPr marL="241300" marR="5080" indent="-229235" algn="just">
              <a:lnSpc>
                <a:spcPct val="150000"/>
              </a:lnSpc>
              <a:spcBef>
                <a:spcPts val="475"/>
              </a:spcBef>
              <a:buSzPct val="80357"/>
              <a:buChar char="•"/>
              <a:tabLst>
                <a:tab pos="241935" algn="l"/>
              </a:tabLst>
            </a:pPr>
            <a:r>
              <a:rPr sz="2600" dirty="0">
                <a:solidFill>
                  <a:srgbClr val="002060"/>
                </a:solidFill>
                <a:latin typeface="Times New Roman" panose="02020603050405020304" pitchFamily="18" charset="0"/>
                <a:cs typeface="Times New Roman" panose="02020603050405020304" pitchFamily="18" charset="0"/>
              </a:rPr>
              <a:t>If </a:t>
            </a:r>
            <a:r>
              <a:rPr sz="2600" spc="-5" dirty="0">
                <a:solidFill>
                  <a:srgbClr val="002060"/>
                </a:solidFill>
                <a:latin typeface="Times New Roman" panose="02020603050405020304" pitchFamily="18" charset="0"/>
                <a:cs typeface="Times New Roman" panose="02020603050405020304" pitchFamily="18" charset="0"/>
              </a:rPr>
              <a:t>any process </a:t>
            </a:r>
            <a:r>
              <a:rPr sz="2600" dirty="0">
                <a:solidFill>
                  <a:srgbClr val="002060"/>
                </a:solidFill>
                <a:latin typeface="Times New Roman" panose="02020603050405020304" pitchFamily="18" charset="0"/>
                <a:cs typeface="Times New Roman" panose="02020603050405020304" pitchFamily="18" charset="0"/>
              </a:rPr>
              <a:t>requires </a:t>
            </a:r>
            <a:r>
              <a:rPr sz="2600" spc="-5" dirty="0">
                <a:solidFill>
                  <a:srgbClr val="002060"/>
                </a:solidFill>
                <a:latin typeface="Times New Roman" panose="02020603050405020304" pitchFamily="18" charset="0"/>
                <a:cs typeface="Times New Roman" panose="02020603050405020304" pitchFamily="18" charset="0"/>
              </a:rPr>
              <a:t>n pages </a:t>
            </a:r>
            <a:r>
              <a:rPr sz="2600" dirty="0">
                <a:solidFill>
                  <a:srgbClr val="002060"/>
                </a:solidFill>
                <a:latin typeface="Times New Roman" panose="02020603050405020304" pitchFamily="18" charset="0"/>
                <a:cs typeface="Times New Roman" panose="02020603050405020304" pitchFamily="18" charset="0"/>
              </a:rPr>
              <a:t>then </a:t>
            </a:r>
            <a:r>
              <a:rPr sz="2600" spc="-5" dirty="0">
                <a:solidFill>
                  <a:srgbClr val="002060"/>
                </a:solidFill>
                <a:latin typeface="Times New Roman" panose="02020603050405020304" pitchFamily="18" charset="0"/>
                <a:cs typeface="Times New Roman" panose="02020603050405020304" pitchFamily="18" charset="0"/>
              </a:rPr>
              <a:t>at </a:t>
            </a:r>
            <a:r>
              <a:rPr sz="2600" dirty="0">
                <a:solidFill>
                  <a:srgbClr val="002060"/>
                </a:solidFill>
                <a:latin typeface="Times New Roman" panose="02020603050405020304" pitchFamily="18" charset="0"/>
                <a:cs typeface="Times New Roman" panose="02020603050405020304" pitchFamily="18" charset="0"/>
              </a:rPr>
              <a:t>least </a:t>
            </a:r>
            <a:r>
              <a:rPr sz="2600" spc="-5" dirty="0">
                <a:solidFill>
                  <a:srgbClr val="002060"/>
                </a:solidFill>
                <a:latin typeface="Times New Roman" panose="02020603050405020304" pitchFamily="18" charset="0"/>
                <a:cs typeface="Times New Roman" panose="02020603050405020304" pitchFamily="18" charset="0"/>
              </a:rPr>
              <a:t>n </a:t>
            </a:r>
            <a:r>
              <a:rPr sz="2600" dirty="0">
                <a:solidFill>
                  <a:srgbClr val="002060"/>
                </a:solidFill>
                <a:latin typeface="Times New Roman" panose="02020603050405020304" pitchFamily="18" charset="0"/>
                <a:cs typeface="Times New Roman" panose="02020603050405020304" pitchFamily="18" charset="0"/>
              </a:rPr>
              <a:t>frames are </a:t>
            </a:r>
            <a:r>
              <a:rPr sz="2600" spc="-76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required.</a:t>
            </a:r>
          </a:p>
          <a:p>
            <a:pPr marL="241300" marR="5080" indent="-229235" algn="just">
              <a:lnSpc>
                <a:spcPct val="150000"/>
              </a:lnSpc>
              <a:spcBef>
                <a:spcPts val="1750"/>
              </a:spcBef>
              <a:buSzPct val="80357"/>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The </a:t>
            </a:r>
            <a:r>
              <a:rPr sz="2600" b="1" spc="-5" dirty="0">
                <a:solidFill>
                  <a:srgbClr val="002060"/>
                </a:solidFill>
                <a:latin typeface="Times New Roman" panose="02020603050405020304" pitchFamily="18" charset="0"/>
                <a:cs typeface="Times New Roman" panose="02020603050405020304" pitchFamily="18" charset="0"/>
              </a:rPr>
              <a:t>first page </a:t>
            </a:r>
            <a:r>
              <a:rPr sz="2600" dirty="0">
                <a:solidFill>
                  <a:srgbClr val="002060"/>
                </a:solidFill>
                <a:latin typeface="Times New Roman" panose="02020603050405020304" pitchFamily="18" charset="0"/>
                <a:cs typeface="Times New Roman" panose="02020603050405020304" pitchFamily="18" charset="0"/>
              </a:rPr>
              <a:t>of </a:t>
            </a:r>
            <a:r>
              <a:rPr sz="2600" spc="-5" dirty="0">
                <a:solidFill>
                  <a:srgbClr val="002060"/>
                </a:solidFill>
                <a:latin typeface="Times New Roman" panose="02020603050405020304" pitchFamily="18" charset="0"/>
                <a:cs typeface="Times New Roman" panose="02020603050405020304" pitchFamily="18" charset="0"/>
              </a:rPr>
              <a:t>the </a:t>
            </a:r>
            <a:r>
              <a:rPr sz="2600" dirty="0">
                <a:solidFill>
                  <a:srgbClr val="002060"/>
                </a:solidFill>
                <a:latin typeface="Times New Roman" panose="02020603050405020304" pitchFamily="18" charset="0"/>
                <a:cs typeface="Times New Roman" panose="02020603050405020304" pitchFamily="18" charset="0"/>
              </a:rPr>
              <a:t>process </a:t>
            </a:r>
            <a:r>
              <a:rPr sz="2600" spc="-5" dirty="0">
                <a:solidFill>
                  <a:srgbClr val="002060"/>
                </a:solidFill>
                <a:latin typeface="Times New Roman" panose="02020603050405020304" pitchFamily="18" charset="0"/>
                <a:cs typeface="Times New Roman" panose="02020603050405020304" pitchFamily="18" charset="0"/>
              </a:rPr>
              <a:t>is </a:t>
            </a:r>
            <a:r>
              <a:rPr sz="2600" b="1" spc="-5" dirty="0">
                <a:solidFill>
                  <a:srgbClr val="002060"/>
                </a:solidFill>
                <a:latin typeface="Times New Roman" panose="02020603050405020304" pitchFamily="18" charset="0"/>
                <a:cs typeface="Times New Roman" panose="02020603050405020304" pitchFamily="18" charset="0"/>
              </a:rPr>
              <a:t>loaded </a:t>
            </a:r>
            <a:r>
              <a:rPr sz="2600" b="1" dirty="0">
                <a:solidFill>
                  <a:srgbClr val="002060"/>
                </a:solidFill>
                <a:latin typeface="Times New Roman" panose="02020603050405020304" pitchFamily="18" charset="0"/>
                <a:cs typeface="Times New Roman" panose="02020603050405020304" pitchFamily="18" charset="0"/>
              </a:rPr>
              <a:t>into </a:t>
            </a:r>
            <a:r>
              <a:rPr sz="2600" b="1" spc="-5" dirty="0">
                <a:solidFill>
                  <a:srgbClr val="002060"/>
                </a:solidFill>
                <a:latin typeface="Times New Roman" panose="02020603050405020304" pitchFamily="18" charset="0"/>
                <a:cs typeface="Times New Roman" panose="02020603050405020304" pitchFamily="18" charset="0"/>
              </a:rPr>
              <a:t>the </a:t>
            </a:r>
            <a:r>
              <a:rPr sz="2600" b="1" dirty="0">
                <a:solidFill>
                  <a:srgbClr val="002060"/>
                </a:solidFill>
                <a:latin typeface="Times New Roman" panose="02020603050405020304" pitchFamily="18" charset="0"/>
                <a:cs typeface="Times New Roman" panose="02020603050405020304" pitchFamily="18" charset="0"/>
              </a:rPr>
              <a:t>first </a:t>
            </a:r>
            <a:r>
              <a:rPr sz="2600" b="1" spc="5" dirty="0">
                <a:solidFill>
                  <a:srgbClr val="002060"/>
                </a:solidFill>
                <a:latin typeface="Times New Roman" panose="02020603050405020304" pitchFamily="18" charset="0"/>
                <a:cs typeface="Times New Roman" panose="02020603050405020304" pitchFamily="18" charset="0"/>
              </a:rPr>
              <a:t> </a:t>
            </a:r>
            <a:r>
              <a:rPr sz="2600" b="1" spc="-5" dirty="0">
                <a:solidFill>
                  <a:srgbClr val="002060"/>
                </a:solidFill>
                <a:latin typeface="Times New Roman" panose="02020603050405020304" pitchFamily="18" charset="0"/>
                <a:cs typeface="Times New Roman" panose="02020603050405020304" pitchFamily="18" charset="0"/>
              </a:rPr>
              <a:t>frame </a:t>
            </a:r>
            <a:r>
              <a:rPr sz="2600" dirty="0">
                <a:solidFill>
                  <a:srgbClr val="002060"/>
                </a:solidFill>
                <a:latin typeface="Times New Roman" panose="02020603050405020304" pitchFamily="18" charset="0"/>
                <a:cs typeface="Times New Roman" panose="02020603050405020304" pitchFamily="18" charset="0"/>
              </a:rPr>
              <a:t>that </a:t>
            </a:r>
            <a:r>
              <a:rPr sz="2600" spc="-5" dirty="0">
                <a:solidFill>
                  <a:srgbClr val="002060"/>
                </a:solidFill>
                <a:latin typeface="Times New Roman" panose="02020603050405020304" pitchFamily="18" charset="0"/>
                <a:cs typeface="Times New Roman" panose="02020603050405020304" pitchFamily="18" charset="0"/>
              </a:rPr>
              <a:t>is listed on the </a:t>
            </a:r>
            <a:r>
              <a:rPr sz="2600" b="1" spc="-5" dirty="0">
                <a:solidFill>
                  <a:srgbClr val="002060"/>
                </a:solidFill>
                <a:latin typeface="Times New Roman" panose="02020603050405020304" pitchFamily="18" charset="0"/>
                <a:cs typeface="Times New Roman" panose="02020603050405020304" pitchFamily="18" charset="0"/>
              </a:rPr>
              <a:t>free-frame </a:t>
            </a:r>
            <a:r>
              <a:rPr sz="2600" b="1" dirty="0">
                <a:solidFill>
                  <a:srgbClr val="002060"/>
                </a:solidFill>
                <a:latin typeface="Times New Roman" panose="02020603050405020304" pitchFamily="18" charset="0"/>
                <a:cs typeface="Times New Roman" panose="02020603050405020304" pitchFamily="18" charset="0"/>
              </a:rPr>
              <a:t>list</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and </a:t>
            </a:r>
            <a:r>
              <a:rPr sz="2600" dirty="0">
                <a:solidFill>
                  <a:srgbClr val="002060"/>
                </a:solidFill>
                <a:latin typeface="Times New Roman" panose="02020603050405020304" pitchFamily="18" charset="0"/>
                <a:cs typeface="Times New Roman" panose="02020603050405020304" pitchFamily="18" charset="0"/>
              </a:rPr>
              <a:t>then </a:t>
            </a:r>
            <a:r>
              <a:rPr sz="2600" spc="-5" dirty="0">
                <a:solidFill>
                  <a:srgbClr val="002060"/>
                </a:solidFill>
                <a:latin typeface="Times New Roman" panose="02020603050405020304" pitchFamily="18" charset="0"/>
                <a:cs typeface="Times New Roman" panose="02020603050405020304" pitchFamily="18" charset="0"/>
              </a:rPr>
              <a:t>the </a:t>
            </a:r>
            <a:r>
              <a:rPr sz="2600" dirty="0">
                <a:solidFill>
                  <a:srgbClr val="002060"/>
                </a:solidFill>
                <a:latin typeface="Times New Roman" panose="02020603050405020304" pitchFamily="18" charset="0"/>
                <a:cs typeface="Times New Roman" panose="02020603050405020304" pitchFamily="18" charset="0"/>
              </a:rPr>
              <a:t> </a:t>
            </a:r>
            <a:r>
              <a:rPr sz="2600" b="1" spc="-5" dirty="0">
                <a:solidFill>
                  <a:srgbClr val="002060"/>
                </a:solidFill>
                <a:latin typeface="Times New Roman" panose="02020603050405020304" pitchFamily="18" charset="0"/>
                <a:cs typeface="Times New Roman" panose="02020603050405020304" pitchFamily="18" charset="0"/>
              </a:rPr>
              <a:t>frame</a:t>
            </a:r>
            <a:r>
              <a:rPr sz="2600" b="1" spc="10" dirty="0">
                <a:solidFill>
                  <a:srgbClr val="002060"/>
                </a:solidFill>
                <a:latin typeface="Times New Roman" panose="02020603050405020304" pitchFamily="18" charset="0"/>
                <a:cs typeface="Times New Roman" panose="02020603050405020304" pitchFamily="18" charset="0"/>
              </a:rPr>
              <a:t> </a:t>
            </a:r>
            <a:r>
              <a:rPr sz="2600" b="1" spc="-5" dirty="0">
                <a:solidFill>
                  <a:srgbClr val="002060"/>
                </a:solidFill>
                <a:latin typeface="Times New Roman" panose="02020603050405020304" pitchFamily="18" charset="0"/>
                <a:cs typeface="Times New Roman" panose="02020603050405020304" pitchFamily="18" charset="0"/>
              </a:rPr>
              <a:t>number</a:t>
            </a:r>
            <a:r>
              <a:rPr sz="2600" b="1" spc="3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 </a:t>
            </a:r>
            <a:r>
              <a:rPr sz="2600" dirty="0">
                <a:solidFill>
                  <a:srgbClr val="002060"/>
                </a:solidFill>
                <a:latin typeface="Times New Roman" panose="02020603050405020304" pitchFamily="18" charset="0"/>
                <a:cs typeface="Times New Roman" panose="02020603050405020304" pitchFamily="18" charset="0"/>
              </a:rPr>
              <a:t>put </a:t>
            </a:r>
            <a:r>
              <a:rPr sz="2600" spc="-5" dirty="0">
                <a:solidFill>
                  <a:srgbClr val="002060"/>
                </a:solidFill>
                <a:latin typeface="Times New Roman" panose="02020603050405020304" pitchFamily="18" charset="0"/>
                <a:cs typeface="Times New Roman" panose="02020603050405020304" pitchFamily="18" charset="0"/>
              </a:rPr>
              <a:t>into</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10" dirty="0">
                <a:solidFill>
                  <a:srgbClr val="002060"/>
                </a:solidFill>
                <a:latin typeface="Times New Roman" panose="02020603050405020304" pitchFamily="18" charset="0"/>
                <a:cs typeface="Times New Roman" panose="02020603050405020304" pitchFamily="18" charset="0"/>
              </a:rPr>
              <a:t> </a:t>
            </a:r>
            <a:r>
              <a:rPr sz="2600" b="1" spc="-5" dirty="0">
                <a:solidFill>
                  <a:srgbClr val="002060"/>
                </a:solidFill>
                <a:latin typeface="Times New Roman" panose="02020603050405020304" pitchFamily="18" charset="0"/>
                <a:cs typeface="Times New Roman" panose="02020603050405020304" pitchFamily="18" charset="0"/>
              </a:rPr>
              <a:t>page</a:t>
            </a:r>
            <a:r>
              <a:rPr sz="2600" b="1" spc="15" dirty="0">
                <a:solidFill>
                  <a:srgbClr val="002060"/>
                </a:solidFill>
                <a:latin typeface="Times New Roman" panose="02020603050405020304" pitchFamily="18" charset="0"/>
                <a:cs typeface="Times New Roman" panose="02020603050405020304" pitchFamily="18" charset="0"/>
              </a:rPr>
              <a:t> </a:t>
            </a:r>
            <a:r>
              <a:rPr sz="2600" b="1" dirty="0">
                <a:solidFill>
                  <a:srgbClr val="002060"/>
                </a:solidFill>
                <a:latin typeface="Times New Roman" panose="02020603050405020304" pitchFamily="18" charset="0"/>
                <a:cs typeface="Times New Roman" panose="02020603050405020304" pitchFamily="18" charset="0"/>
              </a:rPr>
              <a:t>table.</a:t>
            </a:r>
            <a:endParaRPr sz="2600" dirty="0">
              <a:solidFill>
                <a:srgbClr val="002060"/>
              </a:solidFill>
              <a:latin typeface="Times New Roman" panose="02020603050405020304" pitchFamily="18" charset="0"/>
              <a:cs typeface="Times New Roman" panose="02020603050405020304" pitchFamily="18" charset="0"/>
            </a:endParaRPr>
          </a:p>
        </p:txBody>
      </p:sp>
      <p:sp>
        <p:nvSpPr>
          <p:cNvPr id="7" name="object 3"/>
          <p:cNvSpPr txBox="1">
            <a:spLocks noGrp="1"/>
          </p:cNvSpPr>
          <p:nvPr>
            <p:ph type="title"/>
          </p:nvPr>
        </p:nvSpPr>
        <p:spPr>
          <a:xfrm>
            <a:off x="1257427" y="765429"/>
            <a:ext cx="3580765" cy="635000"/>
          </a:xfrm>
          <a:prstGeom prst="rect">
            <a:avLst/>
          </a:prstGeom>
        </p:spPr>
        <p:txBody>
          <a:bodyPr vert="horz" wrap="square" lIns="0" tIns="12065" rIns="0" bIns="0" rtlCol="0">
            <a:spAutoFit/>
          </a:bodyPr>
          <a:lstStyle/>
          <a:p>
            <a:pPr marL="12700">
              <a:lnSpc>
                <a:spcPct val="100000"/>
              </a:lnSpc>
              <a:spcBef>
                <a:spcPts val="95"/>
              </a:spcBef>
            </a:pPr>
            <a:r>
              <a:rPr spc="-5" dirty="0"/>
              <a:t>Paging</a:t>
            </a:r>
            <a:r>
              <a:rPr spc="-40" dirty="0"/>
              <a:t> </a:t>
            </a:r>
            <a:r>
              <a:rPr spc="-5" dirty="0"/>
              <a:t>Example</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228600"/>
            <a:ext cx="12188825" cy="6421626"/>
            <a:chOff x="0" y="228600"/>
            <a:chExt cx="12188825" cy="6421626"/>
          </a:xfrm>
        </p:grpSpPr>
        <p:pic>
          <p:nvPicPr>
            <p:cNvPr id="3" name="object 3"/>
            <p:cNvPicPr/>
            <p:nvPr/>
          </p:nvPicPr>
          <p:blipFill>
            <a:blip r:embed="rId2" cstate="print"/>
            <a:stretch>
              <a:fillRect/>
            </a:stretch>
          </p:blipFill>
          <p:spPr>
            <a:xfrm>
              <a:off x="0" y="5208778"/>
              <a:ext cx="12188825" cy="1441448"/>
            </a:xfrm>
            <a:prstGeom prst="rect">
              <a:avLst/>
            </a:prstGeom>
          </p:spPr>
        </p:pic>
        <p:pic>
          <p:nvPicPr>
            <p:cNvPr id="4" name="object 4"/>
            <p:cNvPicPr/>
            <p:nvPr/>
          </p:nvPicPr>
          <p:blipFill>
            <a:blip r:embed="rId3" cstate="print"/>
            <a:stretch>
              <a:fillRect/>
            </a:stretch>
          </p:blipFill>
          <p:spPr>
            <a:xfrm>
              <a:off x="1584133" y="228600"/>
              <a:ext cx="9236267" cy="6096000"/>
            </a:xfrm>
            <a:prstGeom prst="rect">
              <a:avLst/>
            </a:prstGeom>
          </p:spPr>
        </p:pic>
      </p:gr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p:nvPr/>
        </p:nvSpPr>
        <p:spPr>
          <a:xfrm>
            <a:off x="832510" y="229361"/>
            <a:ext cx="11128375" cy="1135439"/>
          </a:xfrm>
          <a:prstGeom prst="rect">
            <a:avLst/>
          </a:prstGeom>
        </p:spPr>
        <p:txBody>
          <a:bodyPr vert="horz" wrap="square" lIns="0" tIns="54610" rIns="0" bIns="0" rtlCol="0">
            <a:spAutoFit/>
          </a:bodyPr>
          <a:lstStyle/>
          <a:p>
            <a:pPr marL="241300" marR="5080" indent="-228600" algn="just">
              <a:lnSpc>
                <a:spcPct val="90000"/>
              </a:lnSpc>
              <a:spcBef>
                <a:spcPts val="430"/>
              </a:spcBef>
              <a:buSzPct val="80357"/>
              <a:buFont typeface="Arial MT"/>
              <a:buChar char="•"/>
              <a:tabLst>
                <a:tab pos="241300" algn="l"/>
              </a:tabLst>
            </a:pPr>
            <a:r>
              <a:rPr sz="2600" b="1" spc="-5" dirty="0">
                <a:solidFill>
                  <a:srgbClr val="002060"/>
                </a:solidFill>
                <a:latin typeface="Times New Roman" panose="02020603050405020304" pitchFamily="18" charset="0"/>
                <a:cs typeface="Times New Roman" panose="02020603050405020304" pitchFamily="18" charset="0"/>
              </a:rPr>
              <a:t>The frame table </a:t>
            </a:r>
            <a:r>
              <a:rPr sz="2600" spc="-5" dirty="0">
                <a:solidFill>
                  <a:srgbClr val="002060"/>
                </a:solidFill>
                <a:latin typeface="Times New Roman" panose="02020603050405020304" pitchFamily="18" charset="0"/>
                <a:cs typeface="Times New Roman" panose="02020603050405020304" pitchFamily="18" charset="0"/>
              </a:rPr>
              <a:t>is a data structure </a:t>
            </a:r>
            <a:r>
              <a:rPr sz="2600" dirty="0">
                <a:solidFill>
                  <a:srgbClr val="002060"/>
                </a:solidFill>
                <a:latin typeface="Times New Roman" panose="02020603050405020304" pitchFamily="18" charset="0"/>
                <a:cs typeface="Times New Roman" panose="02020603050405020304" pitchFamily="18" charset="0"/>
              </a:rPr>
              <a:t>that </a:t>
            </a:r>
            <a:r>
              <a:rPr sz="2600" spc="-5" dirty="0">
                <a:solidFill>
                  <a:srgbClr val="002060"/>
                </a:solidFill>
                <a:latin typeface="Times New Roman" panose="02020603050405020304" pitchFamily="18" charset="0"/>
                <a:cs typeface="Times New Roman" panose="02020603050405020304" pitchFamily="18" charset="0"/>
              </a:rPr>
              <a:t>keeps the information </a:t>
            </a:r>
            <a:r>
              <a:rPr sz="2600" dirty="0">
                <a:solidFill>
                  <a:srgbClr val="002060"/>
                </a:solidFill>
                <a:latin typeface="Times New Roman" panose="02020603050405020304" pitchFamily="18" charset="0"/>
                <a:cs typeface="Times New Roman" panose="02020603050405020304" pitchFamily="18" charset="0"/>
              </a:rPr>
              <a:t>of </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which </a:t>
            </a:r>
            <a:r>
              <a:rPr sz="2600" dirty="0">
                <a:solidFill>
                  <a:srgbClr val="002060"/>
                </a:solidFill>
                <a:latin typeface="Times New Roman" panose="02020603050405020304" pitchFamily="18" charset="0"/>
                <a:cs typeface="Times New Roman" panose="02020603050405020304" pitchFamily="18" charset="0"/>
              </a:rPr>
              <a:t>frames are </a:t>
            </a:r>
            <a:r>
              <a:rPr sz="2600" spc="-5" dirty="0">
                <a:solidFill>
                  <a:srgbClr val="002060"/>
                </a:solidFill>
                <a:latin typeface="Times New Roman" panose="02020603050405020304" pitchFamily="18" charset="0"/>
                <a:cs typeface="Times New Roman" panose="02020603050405020304" pitchFamily="18" charset="0"/>
              </a:rPr>
              <a:t>allocated </a:t>
            </a:r>
            <a:r>
              <a:rPr sz="2600" dirty="0">
                <a:solidFill>
                  <a:srgbClr val="002060"/>
                </a:solidFill>
                <a:latin typeface="Times New Roman" panose="02020603050405020304" pitchFamily="18" charset="0"/>
                <a:cs typeface="Times New Roman" panose="02020603050405020304" pitchFamily="18" charset="0"/>
              </a:rPr>
              <a:t>or </a:t>
            </a:r>
            <a:r>
              <a:rPr sz="2600" spc="-5" dirty="0">
                <a:solidFill>
                  <a:srgbClr val="002060"/>
                </a:solidFill>
                <a:latin typeface="Times New Roman" panose="02020603050405020304" pitchFamily="18" charset="0"/>
                <a:cs typeface="Times New Roman" panose="02020603050405020304" pitchFamily="18" charset="0"/>
              </a:rPr>
              <a:t>which </a:t>
            </a:r>
            <a:r>
              <a:rPr sz="2600" dirty="0">
                <a:solidFill>
                  <a:srgbClr val="002060"/>
                </a:solidFill>
                <a:latin typeface="Times New Roman" panose="02020603050405020304" pitchFamily="18" charset="0"/>
                <a:cs typeface="Times New Roman" panose="02020603050405020304" pitchFamily="18" charset="0"/>
              </a:rPr>
              <a:t>frames are available and </a:t>
            </a:r>
            <a:r>
              <a:rPr sz="2600" spc="-5" dirty="0">
                <a:solidFill>
                  <a:srgbClr val="002060"/>
                </a:solidFill>
                <a:latin typeface="Times New Roman" panose="02020603050405020304" pitchFamily="18" charset="0"/>
                <a:cs typeface="Times New Roman" panose="02020603050405020304" pitchFamily="18" charset="0"/>
              </a:rPr>
              <a:t>many </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more </a:t>
            </a:r>
            <a:r>
              <a:rPr sz="2600" dirty="0">
                <a:solidFill>
                  <a:srgbClr val="002060"/>
                </a:solidFill>
                <a:latin typeface="Times New Roman" panose="02020603050405020304" pitchFamily="18" charset="0"/>
                <a:cs typeface="Times New Roman" panose="02020603050405020304" pitchFamily="18" charset="0"/>
              </a:rPr>
              <a:t>things. </a:t>
            </a:r>
            <a:r>
              <a:rPr sz="2600" spc="-5" dirty="0">
                <a:solidFill>
                  <a:srgbClr val="002060"/>
                </a:solidFill>
                <a:latin typeface="Times New Roman" panose="02020603050405020304" pitchFamily="18" charset="0"/>
                <a:cs typeface="Times New Roman" panose="02020603050405020304" pitchFamily="18" charset="0"/>
              </a:rPr>
              <a:t>This table </a:t>
            </a:r>
            <a:r>
              <a:rPr sz="2600" dirty="0">
                <a:solidFill>
                  <a:srgbClr val="002060"/>
                </a:solidFill>
                <a:latin typeface="Times New Roman" panose="02020603050405020304" pitchFamily="18" charset="0"/>
                <a:cs typeface="Times New Roman" panose="02020603050405020304" pitchFamily="18" charset="0"/>
              </a:rPr>
              <a:t>mainly </a:t>
            </a:r>
            <a:r>
              <a:rPr sz="2600" spc="-5" dirty="0">
                <a:solidFill>
                  <a:srgbClr val="002060"/>
                </a:solidFill>
                <a:latin typeface="Times New Roman" panose="02020603050405020304" pitchFamily="18" charset="0"/>
                <a:cs typeface="Times New Roman" panose="02020603050405020304" pitchFamily="18" charset="0"/>
              </a:rPr>
              <a:t>has one </a:t>
            </a:r>
            <a:r>
              <a:rPr sz="2600" dirty="0">
                <a:solidFill>
                  <a:srgbClr val="002060"/>
                </a:solidFill>
                <a:latin typeface="Times New Roman" panose="02020603050405020304" pitchFamily="18" charset="0"/>
                <a:cs typeface="Times New Roman" panose="02020603050405020304" pitchFamily="18" charset="0"/>
              </a:rPr>
              <a:t>entry </a:t>
            </a:r>
            <a:r>
              <a:rPr sz="2600" spc="-10" dirty="0">
                <a:solidFill>
                  <a:srgbClr val="002060"/>
                </a:solidFill>
                <a:latin typeface="Times New Roman" panose="02020603050405020304" pitchFamily="18" charset="0"/>
                <a:cs typeface="Times New Roman" panose="02020603050405020304" pitchFamily="18" charset="0"/>
              </a:rPr>
              <a:t>for </a:t>
            </a:r>
            <a:r>
              <a:rPr sz="2600" spc="-5" dirty="0">
                <a:solidFill>
                  <a:srgbClr val="002060"/>
                </a:solidFill>
                <a:latin typeface="Times New Roman" panose="02020603050405020304" pitchFamily="18" charset="0"/>
                <a:cs typeface="Times New Roman" panose="02020603050405020304" pitchFamily="18" charset="0"/>
              </a:rPr>
              <a:t>each </a:t>
            </a:r>
            <a:r>
              <a:rPr sz="2600" dirty="0">
                <a:solidFill>
                  <a:srgbClr val="002060"/>
                </a:solidFill>
                <a:latin typeface="Times New Roman" panose="02020603050405020304" pitchFamily="18" charset="0"/>
                <a:cs typeface="Times New Roman" panose="02020603050405020304" pitchFamily="18" charset="0"/>
              </a:rPr>
              <a:t>physical </a:t>
            </a:r>
            <a:r>
              <a:rPr sz="2600" spc="-5" dirty="0">
                <a:solidFill>
                  <a:srgbClr val="002060"/>
                </a:solidFill>
                <a:latin typeface="Times New Roman" panose="02020603050405020304" pitchFamily="18" charset="0"/>
                <a:cs typeface="Times New Roman" panose="02020603050405020304" pitchFamily="18" charset="0"/>
              </a:rPr>
              <a:t>page </a:t>
            </a:r>
            <a:r>
              <a:rPr sz="2600" dirty="0">
                <a:solidFill>
                  <a:srgbClr val="002060"/>
                </a:solidFill>
                <a:latin typeface="Times New Roman" panose="02020603050405020304" pitchFamily="18" charset="0"/>
                <a:cs typeface="Times New Roman" panose="02020603050405020304" pitchFamily="18" charset="0"/>
              </a:rPr>
              <a:t> frame.</a:t>
            </a:r>
          </a:p>
        </p:txBody>
      </p:sp>
      <p:pic>
        <p:nvPicPr>
          <p:cNvPr id="4" name="object 4"/>
          <p:cNvPicPr/>
          <p:nvPr/>
        </p:nvPicPr>
        <p:blipFill>
          <a:blip r:embed="rId3" cstate="print"/>
          <a:stretch>
            <a:fillRect/>
          </a:stretch>
        </p:blipFill>
        <p:spPr>
          <a:xfrm>
            <a:off x="1600199" y="1600200"/>
            <a:ext cx="9593287" cy="5246914"/>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88825" cy="6825994"/>
            <a:chOff x="0" y="0"/>
            <a:chExt cx="12188825" cy="6825994"/>
          </a:xfrm>
        </p:grpSpPr>
        <p:pic>
          <p:nvPicPr>
            <p:cNvPr id="3" name="object 3"/>
            <p:cNvPicPr/>
            <p:nvPr/>
          </p:nvPicPr>
          <p:blipFill>
            <a:blip r:embed="rId2" cstate="print"/>
            <a:stretch>
              <a:fillRect/>
            </a:stretch>
          </p:blipFill>
          <p:spPr>
            <a:xfrm>
              <a:off x="0" y="5208777"/>
              <a:ext cx="12188825" cy="1441448"/>
            </a:xfrm>
            <a:prstGeom prst="rect">
              <a:avLst/>
            </a:prstGeom>
          </p:spPr>
        </p:pic>
        <p:pic>
          <p:nvPicPr>
            <p:cNvPr id="4" name="object 4"/>
            <p:cNvPicPr/>
            <p:nvPr/>
          </p:nvPicPr>
          <p:blipFill>
            <a:blip r:embed="rId3" cstate="print"/>
            <a:stretch>
              <a:fillRect/>
            </a:stretch>
          </p:blipFill>
          <p:spPr>
            <a:xfrm>
              <a:off x="914400" y="0"/>
              <a:ext cx="9953243" cy="6825994"/>
            </a:xfrm>
            <a:prstGeom prst="rect">
              <a:avLst/>
            </a:prstGeom>
          </p:spPr>
        </p:pic>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p:nvPr/>
        </p:nvSpPr>
        <p:spPr>
          <a:xfrm>
            <a:off x="1295209" y="721012"/>
            <a:ext cx="9598406" cy="4487766"/>
          </a:xfrm>
          <a:prstGeom prst="rect">
            <a:avLst/>
          </a:prstGeom>
        </p:spPr>
        <p:txBody>
          <a:bodyPr vert="horz" wrap="square" lIns="0" tIns="55244" rIns="0" bIns="0" rtlCol="0">
            <a:spAutoFit/>
          </a:bodyPr>
          <a:lstStyle/>
          <a:p>
            <a:pPr marL="241300" marR="5715" indent="-229235" algn="just">
              <a:lnSpc>
                <a:spcPct val="150000"/>
              </a:lnSpc>
              <a:spcBef>
                <a:spcPts val="434"/>
              </a:spcBef>
              <a:buSzPct val="80357"/>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The </a:t>
            </a:r>
            <a:r>
              <a:rPr sz="2600" dirty="0">
                <a:solidFill>
                  <a:srgbClr val="002060"/>
                </a:solidFill>
                <a:latin typeface="Times New Roman" panose="02020603050405020304" pitchFamily="18" charset="0"/>
                <a:cs typeface="Times New Roman" panose="02020603050405020304" pitchFamily="18" charset="0"/>
              </a:rPr>
              <a:t>Operating system maintains </a:t>
            </a:r>
            <a:r>
              <a:rPr sz="2600" spc="-5" dirty="0">
                <a:solidFill>
                  <a:srgbClr val="002060"/>
                </a:solidFill>
                <a:latin typeface="Times New Roman" panose="02020603050405020304" pitchFamily="18" charset="0"/>
                <a:cs typeface="Times New Roman" panose="02020603050405020304" pitchFamily="18" charset="0"/>
              </a:rPr>
              <a:t>a copy of the page </a:t>
            </a:r>
            <a:r>
              <a:rPr sz="2600" dirty="0">
                <a:solidFill>
                  <a:srgbClr val="002060"/>
                </a:solidFill>
                <a:latin typeface="Times New Roman" panose="02020603050405020304" pitchFamily="18" charset="0"/>
                <a:cs typeface="Times New Roman" panose="02020603050405020304" pitchFamily="18" charset="0"/>
              </a:rPr>
              <a:t>table </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for </a:t>
            </a:r>
            <a:r>
              <a:rPr sz="2600" dirty="0">
                <a:solidFill>
                  <a:srgbClr val="002060"/>
                </a:solidFill>
                <a:latin typeface="Times New Roman" panose="02020603050405020304" pitchFamily="18" charset="0"/>
                <a:cs typeface="Times New Roman" panose="02020603050405020304" pitchFamily="18" charset="0"/>
              </a:rPr>
              <a:t>each process </a:t>
            </a:r>
            <a:r>
              <a:rPr sz="2600" spc="-10" dirty="0">
                <a:solidFill>
                  <a:srgbClr val="002060"/>
                </a:solidFill>
                <a:latin typeface="Times New Roman" panose="02020603050405020304" pitchFamily="18" charset="0"/>
                <a:cs typeface="Times New Roman" panose="02020603050405020304" pitchFamily="18" charset="0"/>
              </a:rPr>
              <a:t>in </a:t>
            </a:r>
            <a:r>
              <a:rPr sz="2600" spc="-5" dirty="0">
                <a:solidFill>
                  <a:srgbClr val="002060"/>
                </a:solidFill>
                <a:latin typeface="Times New Roman" panose="02020603050405020304" pitchFamily="18" charset="0"/>
                <a:cs typeface="Times New Roman" panose="02020603050405020304" pitchFamily="18" charset="0"/>
              </a:rPr>
              <a:t>the same way </a:t>
            </a:r>
            <a:r>
              <a:rPr sz="2600" dirty="0">
                <a:solidFill>
                  <a:srgbClr val="002060"/>
                </a:solidFill>
                <a:latin typeface="Times New Roman" panose="02020603050405020304" pitchFamily="18" charset="0"/>
                <a:cs typeface="Times New Roman" panose="02020603050405020304" pitchFamily="18" charset="0"/>
              </a:rPr>
              <a:t>as </a:t>
            </a:r>
            <a:r>
              <a:rPr sz="2600" spc="-5" dirty="0">
                <a:solidFill>
                  <a:srgbClr val="002060"/>
                </a:solidFill>
                <a:latin typeface="Times New Roman" panose="02020603050405020304" pitchFamily="18" charset="0"/>
                <a:cs typeface="Times New Roman" panose="02020603050405020304" pitchFamily="18" charset="0"/>
              </a:rPr>
              <a:t>it maintains the copy </a:t>
            </a:r>
            <a:r>
              <a:rPr sz="2600" spc="-76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of </a:t>
            </a:r>
            <a:r>
              <a:rPr sz="2600" spc="-5" dirty="0">
                <a:solidFill>
                  <a:srgbClr val="002060"/>
                </a:solidFill>
                <a:latin typeface="Times New Roman" panose="02020603050405020304" pitchFamily="18" charset="0"/>
                <a:cs typeface="Times New Roman" panose="02020603050405020304" pitchFamily="18" charset="0"/>
              </a:rPr>
              <a:t>the </a:t>
            </a:r>
            <a:r>
              <a:rPr sz="2600" dirty="0">
                <a:solidFill>
                  <a:srgbClr val="002060"/>
                </a:solidFill>
                <a:latin typeface="Times New Roman" panose="02020603050405020304" pitchFamily="18" charset="0"/>
                <a:cs typeface="Times New Roman" panose="02020603050405020304" pitchFamily="18" charset="0"/>
              </a:rPr>
              <a:t>instruction </a:t>
            </a:r>
            <a:r>
              <a:rPr sz="2600" spc="-5" dirty="0">
                <a:solidFill>
                  <a:srgbClr val="002060"/>
                </a:solidFill>
                <a:latin typeface="Times New Roman" panose="02020603050405020304" pitchFamily="18" charset="0"/>
                <a:cs typeface="Times New Roman" panose="02020603050405020304" pitchFamily="18" charset="0"/>
              </a:rPr>
              <a:t>counter </a:t>
            </a:r>
            <a:r>
              <a:rPr sz="2600" dirty="0">
                <a:solidFill>
                  <a:srgbClr val="002060"/>
                </a:solidFill>
                <a:latin typeface="Times New Roman" panose="02020603050405020304" pitchFamily="18" charset="0"/>
                <a:cs typeface="Times New Roman" panose="02020603050405020304" pitchFamily="18" charset="0"/>
              </a:rPr>
              <a:t>and register contents. </a:t>
            </a:r>
            <a:r>
              <a:rPr sz="2600" spc="-5" dirty="0">
                <a:solidFill>
                  <a:srgbClr val="002060"/>
                </a:solidFill>
                <a:latin typeface="Times New Roman" panose="02020603050405020304" pitchFamily="18" charset="0"/>
                <a:cs typeface="Times New Roman" panose="02020603050405020304" pitchFamily="18" charset="0"/>
              </a:rPr>
              <a:t>Also, this </a:t>
            </a:r>
            <a:r>
              <a:rPr sz="2600" dirty="0">
                <a:solidFill>
                  <a:srgbClr val="002060"/>
                </a:solidFill>
                <a:latin typeface="Times New Roman" panose="02020603050405020304" pitchFamily="18" charset="0"/>
                <a:cs typeface="Times New Roman" panose="02020603050405020304" pitchFamily="18" charset="0"/>
              </a:rPr>
              <a:t> copy </a:t>
            </a:r>
            <a:r>
              <a:rPr sz="2600" spc="-5" dirty="0">
                <a:solidFill>
                  <a:srgbClr val="002060"/>
                </a:solidFill>
                <a:latin typeface="Times New Roman" panose="02020603050405020304" pitchFamily="18" charset="0"/>
                <a:cs typeface="Times New Roman" panose="02020603050405020304" pitchFamily="18" charset="0"/>
              </a:rPr>
              <a:t>is </a:t>
            </a:r>
            <a:r>
              <a:rPr sz="2600" dirty="0">
                <a:solidFill>
                  <a:srgbClr val="002060"/>
                </a:solidFill>
                <a:latin typeface="Times New Roman" panose="02020603050405020304" pitchFamily="18" charset="0"/>
                <a:cs typeface="Times New Roman" panose="02020603050405020304" pitchFamily="18" charset="0"/>
              </a:rPr>
              <a:t>used </a:t>
            </a:r>
            <a:r>
              <a:rPr sz="2600" spc="-5" dirty="0">
                <a:solidFill>
                  <a:srgbClr val="002060"/>
                </a:solidFill>
                <a:latin typeface="Times New Roman" panose="02020603050405020304" pitchFamily="18" charset="0"/>
                <a:cs typeface="Times New Roman" panose="02020603050405020304" pitchFamily="18" charset="0"/>
              </a:rPr>
              <a:t>to translate </a:t>
            </a:r>
            <a:r>
              <a:rPr sz="2600" dirty="0">
                <a:solidFill>
                  <a:srgbClr val="002060"/>
                </a:solidFill>
                <a:latin typeface="Times New Roman" panose="02020603050405020304" pitchFamily="18" charset="0"/>
                <a:cs typeface="Times New Roman" panose="02020603050405020304" pitchFamily="18" charset="0"/>
              </a:rPr>
              <a:t>logical addresses </a:t>
            </a:r>
            <a:r>
              <a:rPr sz="2600" spc="-10" dirty="0">
                <a:solidFill>
                  <a:srgbClr val="002060"/>
                </a:solidFill>
                <a:latin typeface="Times New Roman" panose="02020603050405020304" pitchFamily="18" charset="0"/>
                <a:cs typeface="Times New Roman" panose="02020603050405020304" pitchFamily="18" charset="0"/>
              </a:rPr>
              <a:t>to </a:t>
            </a:r>
            <a:r>
              <a:rPr sz="2600" spc="-5" dirty="0">
                <a:solidFill>
                  <a:srgbClr val="002060"/>
                </a:solidFill>
                <a:latin typeface="Times New Roman" panose="02020603050405020304" pitchFamily="18" charset="0"/>
                <a:cs typeface="Times New Roman" panose="02020603050405020304" pitchFamily="18" charset="0"/>
              </a:rPr>
              <a:t>physical </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addresses </a:t>
            </a:r>
            <a:r>
              <a:rPr sz="2600" dirty="0">
                <a:solidFill>
                  <a:srgbClr val="002060"/>
                </a:solidFill>
                <a:latin typeface="Times New Roman" panose="02020603050405020304" pitchFamily="18" charset="0"/>
                <a:cs typeface="Times New Roman" panose="02020603050405020304" pitchFamily="18" charset="0"/>
              </a:rPr>
              <a:t>whenever </a:t>
            </a:r>
            <a:r>
              <a:rPr sz="2600" spc="-5" dirty="0">
                <a:solidFill>
                  <a:srgbClr val="002060"/>
                </a:solidFill>
                <a:latin typeface="Times New Roman" panose="02020603050405020304" pitchFamily="18" charset="0"/>
                <a:cs typeface="Times New Roman" panose="02020603050405020304" pitchFamily="18" charset="0"/>
              </a:rPr>
              <a:t>the </a:t>
            </a:r>
            <a:r>
              <a:rPr sz="2600" dirty="0">
                <a:solidFill>
                  <a:srgbClr val="002060"/>
                </a:solidFill>
                <a:latin typeface="Times New Roman" panose="02020603050405020304" pitchFamily="18" charset="0"/>
                <a:cs typeface="Times New Roman" panose="02020603050405020304" pitchFamily="18" charset="0"/>
              </a:rPr>
              <a:t>operating system maps </a:t>
            </a:r>
            <a:r>
              <a:rPr sz="2600" spc="-5" dirty="0">
                <a:solidFill>
                  <a:srgbClr val="002060"/>
                </a:solidFill>
                <a:latin typeface="Times New Roman" panose="02020603050405020304" pitchFamily="18" charset="0"/>
                <a:cs typeface="Times New Roman" panose="02020603050405020304" pitchFamily="18" charset="0"/>
              </a:rPr>
              <a:t>a logical </a:t>
            </a:r>
            <a:r>
              <a:rPr sz="2600" spc="-76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address</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 a</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physical</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address</a:t>
            </a:r>
            <a:r>
              <a:rPr sz="2600" spc="10" dirty="0">
                <a:solidFill>
                  <a:srgbClr val="002060"/>
                </a:solidFill>
                <a:latin typeface="Times New Roman" panose="02020603050405020304" pitchFamily="18" charset="0"/>
                <a:cs typeface="Times New Roman" panose="02020603050405020304" pitchFamily="18" charset="0"/>
              </a:rPr>
              <a:t> </a:t>
            </a:r>
            <a:r>
              <a:rPr sz="2600" spc="-25" dirty="0">
                <a:solidFill>
                  <a:srgbClr val="002060"/>
                </a:solidFill>
                <a:latin typeface="Times New Roman" panose="02020603050405020304" pitchFamily="18" charset="0"/>
                <a:cs typeface="Times New Roman" panose="02020603050405020304" pitchFamily="18" charset="0"/>
              </a:rPr>
              <a:t>manually.</a:t>
            </a:r>
            <a:endParaRPr sz="2600" dirty="0">
              <a:solidFill>
                <a:srgbClr val="002060"/>
              </a:solidFill>
              <a:latin typeface="Times New Roman" panose="02020603050405020304" pitchFamily="18" charset="0"/>
              <a:cs typeface="Times New Roman" panose="02020603050405020304" pitchFamily="18" charset="0"/>
            </a:endParaRPr>
          </a:p>
          <a:p>
            <a:pPr marL="241300" marR="5080" indent="-229235" algn="just">
              <a:lnSpc>
                <a:spcPct val="150000"/>
              </a:lnSpc>
              <a:spcBef>
                <a:spcPts val="1800"/>
              </a:spcBef>
              <a:buSzPct val="80357"/>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This </a:t>
            </a:r>
            <a:r>
              <a:rPr sz="2600" dirty="0">
                <a:solidFill>
                  <a:srgbClr val="002060"/>
                </a:solidFill>
                <a:latin typeface="Times New Roman" panose="02020603050405020304" pitchFamily="18" charset="0"/>
                <a:cs typeface="Times New Roman" panose="02020603050405020304" pitchFamily="18" charset="0"/>
              </a:rPr>
              <a:t>copy </a:t>
            </a:r>
            <a:r>
              <a:rPr sz="2600" spc="-5" dirty="0">
                <a:solidFill>
                  <a:srgbClr val="002060"/>
                </a:solidFill>
                <a:latin typeface="Times New Roman" panose="02020603050405020304" pitchFamily="18" charset="0"/>
                <a:cs typeface="Times New Roman" panose="02020603050405020304" pitchFamily="18" charset="0"/>
              </a:rPr>
              <a:t>is also </a:t>
            </a:r>
            <a:r>
              <a:rPr sz="2600" dirty="0">
                <a:solidFill>
                  <a:srgbClr val="002060"/>
                </a:solidFill>
                <a:latin typeface="Times New Roman" panose="02020603050405020304" pitchFamily="18" charset="0"/>
                <a:cs typeface="Times New Roman" panose="02020603050405020304" pitchFamily="18" charset="0"/>
              </a:rPr>
              <a:t>used by </a:t>
            </a:r>
            <a:r>
              <a:rPr sz="2600" spc="-5" dirty="0">
                <a:solidFill>
                  <a:srgbClr val="002060"/>
                </a:solidFill>
                <a:latin typeface="Times New Roman" panose="02020603050405020304" pitchFamily="18" charset="0"/>
                <a:cs typeface="Times New Roman" panose="02020603050405020304" pitchFamily="18" charset="0"/>
              </a:rPr>
              <a:t>the CPU </a:t>
            </a:r>
            <a:r>
              <a:rPr sz="2600" dirty="0">
                <a:solidFill>
                  <a:srgbClr val="002060"/>
                </a:solidFill>
                <a:latin typeface="Times New Roman" panose="02020603050405020304" pitchFamily="18" charset="0"/>
                <a:cs typeface="Times New Roman" panose="02020603050405020304" pitchFamily="18" charset="0"/>
              </a:rPr>
              <a:t>dispatcher </a:t>
            </a:r>
            <a:r>
              <a:rPr sz="2600" spc="-5" dirty="0">
                <a:solidFill>
                  <a:srgbClr val="002060"/>
                </a:solidFill>
                <a:latin typeface="Times New Roman" panose="02020603050405020304" pitchFamily="18" charset="0"/>
                <a:cs typeface="Times New Roman" panose="02020603050405020304" pitchFamily="18" charset="0"/>
              </a:rPr>
              <a:t>in </a:t>
            </a:r>
            <a:r>
              <a:rPr sz="2600" dirty="0">
                <a:solidFill>
                  <a:srgbClr val="002060"/>
                </a:solidFill>
                <a:latin typeface="Times New Roman" panose="02020603050405020304" pitchFamily="18" charset="0"/>
                <a:cs typeface="Times New Roman" panose="02020603050405020304" pitchFamily="18" charset="0"/>
              </a:rPr>
              <a:t>order </a:t>
            </a:r>
            <a:r>
              <a:rPr sz="2600" spc="5" dirty="0">
                <a:solidFill>
                  <a:srgbClr val="002060"/>
                </a:solidFill>
                <a:latin typeface="Times New Roman" panose="02020603050405020304" pitchFamily="18" charset="0"/>
                <a:cs typeface="Times New Roman" panose="02020603050405020304" pitchFamily="18" charset="0"/>
              </a:rPr>
              <a:t>to </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define the </a:t>
            </a:r>
            <a:r>
              <a:rPr sz="2600" dirty="0">
                <a:solidFill>
                  <a:srgbClr val="002060"/>
                </a:solidFill>
                <a:latin typeface="Times New Roman" panose="02020603050405020304" pitchFamily="18" charset="0"/>
                <a:cs typeface="Times New Roman" panose="02020603050405020304" pitchFamily="18" charset="0"/>
              </a:rPr>
              <a:t>hardware page </a:t>
            </a:r>
            <a:r>
              <a:rPr sz="2600" spc="-5" dirty="0">
                <a:solidFill>
                  <a:srgbClr val="002060"/>
                </a:solidFill>
                <a:latin typeface="Times New Roman" panose="02020603050405020304" pitchFamily="18" charset="0"/>
                <a:cs typeface="Times New Roman" panose="02020603050405020304" pitchFamily="18" charset="0"/>
              </a:rPr>
              <a:t>table </a:t>
            </a:r>
            <a:r>
              <a:rPr sz="2600" dirty="0">
                <a:solidFill>
                  <a:srgbClr val="002060"/>
                </a:solidFill>
                <a:latin typeface="Times New Roman" panose="02020603050405020304" pitchFamily="18" charset="0"/>
                <a:cs typeface="Times New Roman" panose="02020603050405020304" pitchFamily="18" charset="0"/>
              </a:rPr>
              <a:t>whenever </a:t>
            </a:r>
            <a:r>
              <a:rPr sz="2600" spc="-5" dirty="0">
                <a:solidFill>
                  <a:srgbClr val="002060"/>
                </a:solidFill>
                <a:latin typeface="Times New Roman" panose="02020603050405020304" pitchFamily="18" charset="0"/>
                <a:cs typeface="Times New Roman" panose="02020603050405020304" pitchFamily="18" charset="0"/>
              </a:rPr>
              <a:t>a </a:t>
            </a:r>
            <a:r>
              <a:rPr sz="2600" dirty="0">
                <a:solidFill>
                  <a:srgbClr val="002060"/>
                </a:solidFill>
                <a:latin typeface="Times New Roman" panose="02020603050405020304" pitchFamily="18" charset="0"/>
                <a:cs typeface="Times New Roman" panose="02020603050405020304" pitchFamily="18" charset="0"/>
              </a:rPr>
              <a:t>process </a:t>
            </a:r>
            <a:r>
              <a:rPr sz="2600" spc="-5" dirty="0">
                <a:solidFill>
                  <a:srgbClr val="002060"/>
                </a:solidFill>
                <a:latin typeface="Times New Roman" panose="02020603050405020304" pitchFamily="18" charset="0"/>
                <a:cs typeface="Times New Roman" panose="02020603050405020304" pitchFamily="18" charset="0"/>
              </a:rPr>
              <a:t>is to </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be</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allocated</a:t>
            </a:r>
            <a:r>
              <a:rPr sz="2600" spc="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 the</a:t>
            </a:r>
            <a:r>
              <a:rPr sz="2600" spc="15" dirty="0">
                <a:solidFill>
                  <a:srgbClr val="002060"/>
                </a:solidFill>
                <a:latin typeface="Times New Roman" panose="02020603050405020304" pitchFamily="18" charset="0"/>
                <a:cs typeface="Times New Roman" panose="02020603050405020304" pitchFamily="18" charset="0"/>
              </a:rPr>
              <a:t> </a:t>
            </a:r>
            <a:r>
              <a:rPr sz="2600" spc="-10" dirty="0">
                <a:solidFill>
                  <a:srgbClr val="002060"/>
                </a:solidFill>
                <a:latin typeface="Times New Roman" panose="02020603050405020304" pitchFamily="18" charset="0"/>
                <a:cs typeface="Times New Roman" panose="02020603050405020304" pitchFamily="18" charset="0"/>
              </a:rPr>
              <a:t>CPU.</a:t>
            </a:r>
            <a:endParaRPr sz="2600"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372616" y="580390"/>
            <a:ext cx="4835525" cy="635000"/>
          </a:xfrm>
          <a:prstGeom prst="rect">
            <a:avLst/>
          </a:prstGeom>
        </p:spPr>
        <p:txBody>
          <a:bodyPr vert="horz" wrap="square" lIns="0" tIns="12065" rIns="0" bIns="0" rtlCol="0">
            <a:spAutoFit/>
          </a:bodyPr>
          <a:lstStyle/>
          <a:p>
            <a:pPr marL="12700">
              <a:lnSpc>
                <a:spcPct val="100000"/>
              </a:lnSpc>
              <a:spcBef>
                <a:spcPts val="95"/>
              </a:spcBef>
            </a:pPr>
            <a:r>
              <a:rPr spc="-5" dirty="0"/>
              <a:t>Advantages</a:t>
            </a:r>
            <a:r>
              <a:rPr spc="-15" dirty="0"/>
              <a:t> </a:t>
            </a:r>
            <a:r>
              <a:rPr spc="-5" dirty="0"/>
              <a:t>of</a:t>
            </a:r>
            <a:r>
              <a:rPr spc="-30" dirty="0"/>
              <a:t> </a:t>
            </a:r>
            <a:r>
              <a:rPr spc="-5" dirty="0"/>
              <a:t>Paging</a:t>
            </a:r>
          </a:p>
        </p:txBody>
      </p:sp>
      <p:sp>
        <p:nvSpPr>
          <p:cNvPr id="4" name="object 4"/>
          <p:cNvSpPr txBox="1"/>
          <p:nvPr/>
        </p:nvSpPr>
        <p:spPr>
          <a:xfrm>
            <a:off x="1219200" y="1809953"/>
            <a:ext cx="10058400" cy="3831177"/>
          </a:xfrm>
          <a:prstGeom prst="rect">
            <a:avLst/>
          </a:prstGeom>
        </p:spPr>
        <p:txBody>
          <a:bodyPr vert="horz" wrap="square" lIns="0" tIns="60325" rIns="0" bIns="0" rtlCol="0">
            <a:spAutoFit/>
          </a:bodyPr>
          <a:lstStyle/>
          <a:p>
            <a:pPr marL="12700" marR="8255">
              <a:lnSpc>
                <a:spcPts val="3030"/>
              </a:lnSpc>
              <a:spcBef>
                <a:spcPts val="475"/>
              </a:spcBef>
            </a:pPr>
            <a:r>
              <a:rPr sz="2600" spc="-5" dirty="0">
                <a:solidFill>
                  <a:srgbClr val="002060"/>
                </a:solidFill>
                <a:latin typeface="Times New Roman" panose="02020603050405020304" pitchFamily="18" charset="0"/>
                <a:cs typeface="Times New Roman" panose="02020603050405020304" pitchFamily="18" charset="0"/>
              </a:rPr>
              <a:t>Given</a:t>
            </a:r>
            <a:r>
              <a:rPr sz="2600" spc="6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below</a:t>
            </a:r>
            <a:r>
              <a:rPr sz="2600" spc="5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are</a:t>
            </a:r>
            <a:r>
              <a:rPr sz="2600" spc="6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some</a:t>
            </a:r>
            <a:r>
              <a:rPr sz="2600" spc="5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advantages</a:t>
            </a:r>
            <a:r>
              <a:rPr sz="2600" spc="6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of</a:t>
            </a:r>
            <a:r>
              <a:rPr sz="2600" spc="5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5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Paging</a:t>
            </a:r>
            <a:r>
              <a:rPr sz="2600" spc="6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technique </a:t>
            </a:r>
            <a:r>
              <a:rPr sz="2600" spc="-76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operating</a:t>
            </a:r>
            <a:r>
              <a:rPr sz="2600" spc="3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system:</a:t>
            </a:r>
          </a:p>
          <a:p>
            <a:pPr marL="241300" marR="5080" indent="-229235">
              <a:lnSpc>
                <a:spcPts val="3020"/>
              </a:lnSpc>
              <a:spcBef>
                <a:spcPts val="1795"/>
              </a:spcBef>
              <a:buSzPct val="80357"/>
              <a:buChar char="•"/>
              <a:tabLst>
                <a:tab pos="241300" algn="l"/>
                <a:tab pos="241935" algn="l"/>
                <a:tab pos="1574800" algn="l"/>
                <a:tab pos="2827655" algn="l"/>
                <a:tab pos="4042410" algn="l"/>
                <a:tab pos="4563745" algn="l"/>
                <a:tab pos="5976620" algn="l"/>
                <a:tab pos="6497955" algn="l"/>
                <a:tab pos="7513320" algn="l"/>
                <a:tab pos="8034655" algn="l"/>
                <a:tab pos="8456295" algn="l"/>
              </a:tabLst>
            </a:pPr>
            <a:r>
              <a:rPr sz="2600" spc="-5" dirty="0">
                <a:solidFill>
                  <a:srgbClr val="002060"/>
                </a:solidFill>
                <a:latin typeface="Times New Roman" panose="02020603050405020304" pitchFamily="18" charset="0"/>
                <a:cs typeface="Times New Roman" panose="02020603050405020304" pitchFamily="18" charset="0"/>
              </a:rPr>
              <a:t>Pag</a:t>
            </a:r>
            <a:r>
              <a:rPr sz="2600" dirty="0">
                <a:solidFill>
                  <a:srgbClr val="002060"/>
                </a:solidFill>
                <a:latin typeface="Times New Roman" panose="02020603050405020304" pitchFamily="18" charset="0"/>
                <a:cs typeface="Times New Roman" panose="02020603050405020304" pitchFamily="18" charset="0"/>
              </a:rPr>
              <a:t>i</a:t>
            </a:r>
            <a:r>
              <a:rPr sz="2600" spc="-5" dirty="0">
                <a:solidFill>
                  <a:srgbClr val="002060"/>
                </a:solidFill>
                <a:latin typeface="Times New Roman" panose="02020603050405020304" pitchFamily="18" charset="0"/>
                <a:cs typeface="Times New Roman" panose="02020603050405020304" pitchFamily="18" charset="0"/>
              </a:rPr>
              <a:t>ng</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mai</a:t>
            </a:r>
            <a:r>
              <a:rPr sz="2600" spc="5" dirty="0">
                <a:solidFill>
                  <a:srgbClr val="002060"/>
                </a:solidFill>
                <a:latin typeface="Times New Roman" panose="02020603050405020304" pitchFamily="18" charset="0"/>
                <a:cs typeface="Times New Roman" panose="02020603050405020304" pitchFamily="18" charset="0"/>
              </a:rPr>
              <a:t>n</a:t>
            </a:r>
            <a:r>
              <a:rPr sz="2600" spc="-5" dirty="0">
                <a:solidFill>
                  <a:srgbClr val="002060"/>
                </a:solidFill>
                <a:latin typeface="Times New Roman" panose="02020603050405020304" pitchFamily="18" charset="0"/>
                <a:cs typeface="Times New Roman" panose="02020603050405020304" pitchFamily="18" charset="0"/>
              </a:rPr>
              <a:t>ly</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a:t>
            </a:r>
            <a:r>
              <a:rPr sz="2600" spc="10" dirty="0">
                <a:solidFill>
                  <a:srgbClr val="002060"/>
                </a:solidFill>
                <a:latin typeface="Times New Roman" panose="02020603050405020304" pitchFamily="18" charset="0"/>
                <a:cs typeface="Times New Roman" panose="02020603050405020304" pitchFamily="18" charset="0"/>
              </a:rPr>
              <a:t>l</a:t>
            </a:r>
            <a:r>
              <a:rPr sz="2600" spc="-5" dirty="0">
                <a:solidFill>
                  <a:srgbClr val="002060"/>
                </a:solidFill>
                <a:latin typeface="Times New Roman" panose="02020603050405020304" pitchFamily="18" charset="0"/>
                <a:cs typeface="Times New Roman" panose="02020603050405020304" pitchFamily="18" charset="0"/>
              </a:rPr>
              <a:t>l</a:t>
            </a:r>
            <a:r>
              <a:rPr sz="2600" dirty="0">
                <a:solidFill>
                  <a:srgbClr val="002060"/>
                </a:solidFill>
                <a:latin typeface="Times New Roman" panose="02020603050405020304" pitchFamily="18" charset="0"/>
                <a:cs typeface="Times New Roman" panose="02020603050405020304" pitchFamily="18" charset="0"/>
              </a:rPr>
              <a:t>o</a:t>
            </a:r>
            <a:r>
              <a:rPr sz="2600" spc="-5" dirty="0">
                <a:solidFill>
                  <a:srgbClr val="002060"/>
                </a:solidFill>
                <a:latin typeface="Times New Roman" panose="02020603050405020304" pitchFamily="18" charset="0"/>
                <a:cs typeface="Times New Roman" panose="02020603050405020304" pitchFamily="18" charset="0"/>
              </a:rPr>
              <a:t>ws</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a:t>
            </a:r>
            <a:r>
              <a:rPr sz="2600" dirty="0">
                <a:solidFill>
                  <a:srgbClr val="002060"/>
                </a:solidFill>
                <a:latin typeface="Times New Roman" panose="02020603050405020304" pitchFamily="18" charset="0"/>
                <a:cs typeface="Times New Roman" panose="02020603050405020304" pitchFamily="18" charset="0"/>
              </a:rPr>
              <a:t>t</a:t>
            </a:r>
            <a:r>
              <a:rPr sz="2600" spc="-5" dirty="0">
                <a:solidFill>
                  <a:srgbClr val="002060"/>
                </a:solidFill>
                <a:latin typeface="Times New Roman" panose="02020603050405020304" pitchFamily="18" charset="0"/>
                <a:cs typeface="Times New Roman" panose="02020603050405020304" pitchFamily="18" charset="0"/>
              </a:rPr>
              <a:t>o</a:t>
            </a:r>
            <a:r>
              <a:rPr sz="2600" dirty="0">
                <a:solidFill>
                  <a:srgbClr val="002060"/>
                </a:solidFill>
                <a:latin typeface="Times New Roman" panose="02020603050405020304" pitchFamily="18" charset="0"/>
                <a:cs typeface="Times New Roman" panose="02020603050405020304" pitchFamily="18" charset="0"/>
              </a:rPr>
              <a:t>r</a:t>
            </a:r>
            <a:r>
              <a:rPr sz="2600" spc="-5" dirty="0">
                <a:solidFill>
                  <a:srgbClr val="002060"/>
                </a:solidFill>
                <a:latin typeface="Times New Roman" panose="02020603050405020304" pitchFamily="18" charset="0"/>
                <a:cs typeface="Times New Roman" panose="02020603050405020304" pitchFamily="18" charset="0"/>
              </a:rPr>
              <a:t>a</a:t>
            </a:r>
            <a:r>
              <a:rPr sz="2600" dirty="0">
                <a:solidFill>
                  <a:srgbClr val="002060"/>
                </a:solidFill>
                <a:latin typeface="Times New Roman" panose="02020603050405020304" pitchFamily="18" charset="0"/>
                <a:cs typeface="Times New Roman" panose="02020603050405020304" pitchFamily="18" charset="0"/>
              </a:rPr>
              <a:t>g</a:t>
            </a:r>
            <a:r>
              <a:rPr sz="2600" spc="-5" dirty="0">
                <a:solidFill>
                  <a:srgbClr val="002060"/>
                </a:solidFill>
                <a:latin typeface="Times New Roman" panose="02020603050405020304" pitchFamily="18" charset="0"/>
                <a:cs typeface="Times New Roman" panose="02020603050405020304" pitchFamily="18" charset="0"/>
              </a:rPr>
              <a:t>e</a:t>
            </a:r>
            <a:r>
              <a:rPr sz="2600" dirty="0">
                <a:solidFill>
                  <a:srgbClr val="002060"/>
                </a:solidFill>
                <a:latin typeface="Times New Roman" panose="02020603050405020304" pitchFamily="18" charset="0"/>
                <a:cs typeface="Times New Roman" panose="02020603050405020304" pitchFamily="18" charset="0"/>
              </a:rPr>
              <a:t>	o</a:t>
            </a:r>
            <a:r>
              <a:rPr sz="2600" spc="-5" dirty="0">
                <a:solidFill>
                  <a:srgbClr val="002060"/>
                </a:solidFill>
                <a:latin typeface="Times New Roman" panose="02020603050405020304" pitchFamily="18" charset="0"/>
                <a:cs typeface="Times New Roman" panose="02020603050405020304" pitchFamily="18" charset="0"/>
              </a:rPr>
              <a:t>f</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a:t>
            </a:r>
            <a:r>
              <a:rPr sz="2600" dirty="0">
                <a:solidFill>
                  <a:srgbClr val="002060"/>
                </a:solidFill>
                <a:latin typeface="Times New Roman" panose="02020603050405020304" pitchFamily="18" charset="0"/>
                <a:cs typeface="Times New Roman" panose="02020603050405020304" pitchFamily="18" charset="0"/>
              </a:rPr>
              <a:t>a</a:t>
            </a:r>
            <a:r>
              <a:rPr sz="2600" spc="-5" dirty="0">
                <a:solidFill>
                  <a:srgbClr val="002060"/>
                </a:solidFill>
                <a:latin typeface="Times New Roman" panose="02020603050405020304" pitchFamily="18" charset="0"/>
                <a:cs typeface="Times New Roman" panose="02020603050405020304" pitchFamily="18" charset="0"/>
              </a:rPr>
              <a:t>rts</a:t>
            </a:r>
            <a:r>
              <a:rPr sz="2600" dirty="0">
                <a:solidFill>
                  <a:srgbClr val="002060"/>
                </a:solidFill>
                <a:latin typeface="Times New Roman" panose="02020603050405020304" pitchFamily="18" charset="0"/>
                <a:cs typeface="Times New Roman" panose="02020603050405020304" pitchFamily="18" charset="0"/>
              </a:rPr>
              <a:t>	o</a:t>
            </a:r>
            <a:r>
              <a:rPr sz="2600" spc="-5" dirty="0">
                <a:solidFill>
                  <a:srgbClr val="002060"/>
                </a:solidFill>
                <a:latin typeface="Times New Roman" panose="02020603050405020304" pitchFamily="18" charset="0"/>
                <a:cs typeface="Times New Roman" panose="02020603050405020304" pitchFamily="18" charset="0"/>
              </a:rPr>
              <a:t>f</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a:t>
            </a:r>
            <a:r>
              <a:rPr sz="2600" dirty="0">
                <a:solidFill>
                  <a:srgbClr val="002060"/>
                </a:solidFill>
                <a:latin typeface="Times New Roman" panose="02020603050405020304" pitchFamily="18" charset="0"/>
                <a:cs typeface="Times New Roman" panose="02020603050405020304" pitchFamily="18" charset="0"/>
              </a:rPr>
              <a:t>i</a:t>
            </a:r>
            <a:r>
              <a:rPr sz="2600" spc="-5" dirty="0">
                <a:solidFill>
                  <a:srgbClr val="002060"/>
                </a:solidFill>
                <a:latin typeface="Times New Roman" panose="02020603050405020304" pitchFamily="18" charset="0"/>
                <a:cs typeface="Times New Roman" panose="02020603050405020304" pitchFamily="18" charset="0"/>
              </a:rPr>
              <a:t>ngle  process in</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a:t>
            </a:r>
            <a:r>
              <a:rPr sz="2600" spc="5" dirty="0">
                <a:solidFill>
                  <a:srgbClr val="002060"/>
                </a:solidFill>
                <a:latin typeface="Times New Roman" panose="02020603050405020304" pitchFamily="18" charset="0"/>
                <a:cs typeface="Times New Roman" panose="02020603050405020304" pitchFamily="18" charset="0"/>
              </a:rPr>
              <a:t> </a:t>
            </a:r>
            <a:r>
              <a:rPr sz="2600" b="1" spc="-5" dirty="0">
                <a:solidFill>
                  <a:srgbClr val="002060"/>
                </a:solidFill>
                <a:latin typeface="Times New Roman" panose="02020603050405020304" pitchFamily="18" charset="0"/>
                <a:cs typeface="Times New Roman" panose="02020603050405020304" pitchFamily="18" charset="0"/>
              </a:rPr>
              <a:t>non-contiguous</a:t>
            </a:r>
            <a:r>
              <a:rPr sz="2600" b="1" spc="55" dirty="0">
                <a:solidFill>
                  <a:srgbClr val="002060"/>
                </a:solidFill>
                <a:latin typeface="Times New Roman" panose="02020603050405020304" pitchFamily="18" charset="0"/>
                <a:cs typeface="Times New Roman" panose="02020603050405020304" pitchFamily="18" charset="0"/>
              </a:rPr>
              <a:t> </a:t>
            </a:r>
            <a:r>
              <a:rPr sz="2600" b="1" spc="-5" dirty="0">
                <a:solidFill>
                  <a:srgbClr val="002060"/>
                </a:solidFill>
                <a:latin typeface="Times New Roman" panose="02020603050405020304" pitchFamily="18" charset="0"/>
                <a:cs typeface="Times New Roman" panose="02020603050405020304" pitchFamily="18" charset="0"/>
              </a:rPr>
              <a:t>fashion</a:t>
            </a:r>
            <a:r>
              <a:rPr sz="2600" spc="-5" dirty="0">
                <a:solidFill>
                  <a:srgbClr val="002060"/>
                </a:solidFill>
                <a:latin typeface="Times New Roman" panose="02020603050405020304" pitchFamily="18" charset="0"/>
                <a:cs typeface="Times New Roman" panose="02020603050405020304" pitchFamily="18" charset="0"/>
              </a:rPr>
              <a:t>.</a:t>
            </a:r>
            <a:endParaRPr sz="2600" dirty="0">
              <a:solidFill>
                <a:srgbClr val="002060"/>
              </a:solidFill>
              <a:latin typeface="Times New Roman" panose="02020603050405020304" pitchFamily="18" charset="0"/>
              <a:cs typeface="Times New Roman" panose="02020603050405020304" pitchFamily="18" charset="0"/>
            </a:endParaRPr>
          </a:p>
          <a:p>
            <a:pPr marL="241300" marR="6985" indent="-229235">
              <a:lnSpc>
                <a:spcPts val="3020"/>
              </a:lnSpc>
              <a:spcBef>
                <a:spcPts val="1810"/>
              </a:spcBef>
              <a:buSzPct val="80357"/>
              <a:buChar char="•"/>
              <a:tabLst>
                <a:tab pos="241300" algn="l"/>
                <a:tab pos="241935" algn="l"/>
                <a:tab pos="1225550" algn="l"/>
                <a:tab pos="1991995" algn="l"/>
                <a:tab pos="2938780" algn="l"/>
                <a:tab pos="3509010" algn="l"/>
                <a:tab pos="5065395" algn="l"/>
                <a:tab pos="5871210" algn="l"/>
                <a:tab pos="7545070" algn="l"/>
                <a:tab pos="8116570" algn="l"/>
              </a:tabLst>
            </a:pPr>
            <a:r>
              <a:rPr sz="2600" spc="-5" dirty="0">
                <a:solidFill>
                  <a:srgbClr val="002060"/>
                </a:solidFill>
                <a:latin typeface="Times New Roman" panose="02020603050405020304" pitchFamily="18" charset="0"/>
                <a:cs typeface="Times New Roman" panose="02020603050405020304" pitchFamily="18" charset="0"/>
              </a:rPr>
              <a:t>With	the	h</a:t>
            </a:r>
            <a:r>
              <a:rPr sz="2600" dirty="0">
                <a:solidFill>
                  <a:srgbClr val="002060"/>
                </a:solidFill>
                <a:latin typeface="Times New Roman" panose="02020603050405020304" pitchFamily="18" charset="0"/>
                <a:cs typeface="Times New Roman" panose="02020603050405020304" pitchFamily="18" charset="0"/>
              </a:rPr>
              <a:t>e</a:t>
            </a:r>
            <a:r>
              <a:rPr sz="2600" spc="-5" dirty="0">
                <a:solidFill>
                  <a:srgbClr val="002060"/>
                </a:solidFill>
                <a:latin typeface="Times New Roman" panose="02020603050405020304" pitchFamily="18" charset="0"/>
                <a:cs typeface="Times New Roman" panose="02020603050405020304" pitchFamily="18" charset="0"/>
              </a:rPr>
              <a:t>lp</a:t>
            </a:r>
            <a:r>
              <a:rPr sz="2600" dirty="0">
                <a:solidFill>
                  <a:srgbClr val="002060"/>
                </a:solidFill>
                <a:latin typeface="Times New Roman" panose="02020603050405020304" pitchFamily="18" charset="0"/>
                <a:cs typeface="Times New Roman" panose="02020603050405020304" pitchFamily="18" charset="0"/>
              </a:rPr>
              <a:t>	o</a:t>
            </a:r>
            <a:r>
              <a:rPr sz="2600" spc="-5" dirty="0">
                <a:solidFill>
                  <a:srgbClr val="002060"/>
                </a:solidFill>
                <a:latin typeface="Times New Roman" panose="02020603050405020304" pitchFamily="18" charset="0"/>
                <a:cs typeface="Times New Roman" panose="02020603050405020304" pitchFamily="18" charset="0"/>
              </a:rPr>
              <a:t>f</a:t>
            </a:r>
            <a:r>
              <a:rPr sz="2600" dirty="0">
                <a:solidFill>
                  <a:srgbClr val="002060"/>
                </a:solidFill>
                <a:latin typeface="Times New Roman" panose="02020603050405020304" pitchFamily="18" charset="0"/>
                <a:cs typeface="Times New Roman" panose="02020603050405020304" pitchFamily="18" charset="0"/>
              </a:rPr>
              <a:t>	</a:t>
            </a:r>
            <a:r>
              <a:rPr sz="2600" b="1" spc="-5" dirty="0">
                <a:solidFill>
                  <a:srgbClr val="002060"/>
                </a:solidFill>
                <a:latin typeface="Times New Roman" panose="02020603050405020304" pitchFamily="18" charset="0"/>
                <a:cs typeface="Times New Roman" panose="02020603050405020304" pitchFamily="18" charset="0"/>
              </a:rPr>
              <a:t>Paging,</a:t>
            </a:r>
            <a:r>
              <a:rPr sz="2600" b="1" dirty="0">
                <a:solidFill>
                  <a:srgbClr val="002060"/>
                </a:solidFill>
                <a:latin typeface="Times New Roman" panose="02020603050405020304" pitchFamily="18" charset="0"/>
                <a:cs typeface="Times New Roman" panose="02020603050405020304" pitchFamily="18" charset="0"/>
              </a:rPr>
              <a:t>	</a:t>
            </a:r>
            <a:r>
              <a:rPr sz="2600" b="1" spc="-5" dirty="0">
                <a:solidFill>
                  <a:srgbClr val="002060"/>
                </a:solidFill>
                <a:latin typeface="Times New Roman" panose="02020603050405020304" pitchFamily="18" charset="0"/>
                <a:cs typeface="Times New Roman" panose="02020603050405020304" pitchFamily="18" charset="0"/>
              </a:rPr>
              <a:t>the</a:t>
            </a:r>
            <a:r>
              <a:rPr sz="2600" b="1" dirty="0">
                <a:solidFill>
                  <a:srgbClr val="002060"/>
                </a:solidFill>
                <a:latin typeface="Times New Roman" panose="02020603050405020304" pitchFamily="18" charset="0"/>
                <a:cs typeface="Times New Roman" panose="02020603050405020304" pitchFamily="18" charset="0"/>
              </a:rPr>
              <a:t>	</a:t>
            </a:r>
            <a:r>
              <a:rPr sz="2600" b="1" spc="-5" dirty="0">
                <a:solidFill>
                  <a:srgbClr val="002060"/>
                </a:solidFill>
                <a:latin typeface="Times New Roman" panose="02020603050405020304" pitchFamily="18" charset="0"/>
                <a:cs typeface="Times New Roman" panose="02020603050405020304" pitchFamily="18" charset="0"/>
              </a:rPr>
              <a:t>pro</a:t>
            </a:r>
            <a:r>
              <a:rPr sz="2600" b="1" spc="-15" dirty="0">
                <a:solidFill>
                  <a:srgbClr val="002060"/>
                </a:solidFill>
                <a:latin typeface="Times New Roman" panose="02020603050405020304" pitchFamily="18" charset="0"/>
                <a:cs typeface="Times New Roman" panose="02020603050405020304" pitchFamily="18" charset="0"/>
              </a:rPr>
              <a:t>b</a:t>
            </a:r>
            <a:r>
              <a:rPr sz="2600" b="1" spc="-5" dirty="0">
                <a:solidFill>
                  <a:srgbClr val="002060"/>
                </a:solidFill>
                <a:latin typeface="Times New Roman" panose="02020603050405020304" pitchFamily="18" charset="0"/>
                <a:cs typeface="Times New Roman" panose="02020603050405020304" pitchFamily="18" charset="0"/>
              </a:rPr>
              <a:t>lem</a:t>
            </a:r>
            <a:r>
              <a:rPr sz="2600" b="1" dirty="0">
                <a:solidFill>
                  <a:srgbClr val="002060"/>
                </a:solidFill>
                <a:latin typeface="Times New Roman" panose="02020603050405020304" pitchFamily="18" charset="0"/>
                <a:cs typeface="Times New Roman" panose="02020603050405020304" pitchFamily="18" charset="0"/>
              </a:rPr>
              <a:t>	</a:t>
            </a:r>
            <a:r>
              <a:rPr sz="2600" spc="10" dirty="0">
                <a:solidFill>
                  <a:srgbClr val="002060"/>
                </a:solidFill>
                <a:latin typeface="Times New Roman" panose="02020603050405020304" pitchFamily="18" charset="0"/>
                <a:cs typeface="Times New Roman" panose="02020603050405020304" pitchFamily="18" charset="0"/>
              </a:rPr>
              <a:t>o</a:t>
            </a:r>
            <a:r>
              <a:rPr sz="2600" spc="-5" dirty="0">
                <a:solidFill>
                  <a:srgbClr val="002060"/>
                </a:solidFill>
                <a:latin typeface="Times New Roman" panose="02020603050405020304" pitchFamily="18" charset="0"/>
                <a:cs typeface="Times New Roman" panose="02020603050405020304" pitchFamily="18" charset="0"/>
              </a:rPr>
              <a:t>f</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e</a:t>
            </a:r>
            <a:r>
              <a:rPr sz="2600" dirty="0">
                <a:solidFill>
                  <a:srgbClr val="002060"/>
                </a:solidFill>
                <a:latin typeface="Times New Roman" panose="02020603050405020304" pitchFamily="18" charset="0"/>
                <a:cs typeface="Times New Roman" panose="02020603050405020304" pitchFamily="18" charset="0"/>
              </a:rPr>
              <a:t>x</a:t>
            </a:r>
            <a:r>
              <a:rPr sz="2600" spc="-5" dirty="0">
                <a:solidFill>
                  <a:srgbClr val="002060"/>
                </a:solidFill>
                <a:latin typeface="Times New Roman" panose="02020603050405020304" pitchFamily="18" charset="0"/>
                <a:cs typeface="Times New Roman" panose="02020603050405020304" pitchFamily="18" charset="0"/>
              </a:rPr>
              <a:t>te</a:t>
            </a:r>
            <a:r>
              <a:rPr sz="2600" spc="5" dirty="0">
                <a:solidFill>
                  <a:srgbClr val="002060"/>
                </a:solidFill>
                <a:latin typeface="Times New Roman" panose="02020603050405020304" pitchFamily="18" charset="0"/>
                <a:cs typeface="Times New Roman" panose="02020603050405020304" pitchFamily="18" charset="0"/>
              </a:rPr>
              <a:t>r</a:t>
            </a:r>
            <a:r>
              <a:rPr sz="2600" spc="-5" dirty="0">
                <a:solidFill>
                  <a:srgbClr val="002060"/>
                </a:solidFill>
                <a:latin typeface="Times New Roman" panose="02020603050405020304" pitchFamily="18" charset="0"/>
                <a:cs typeface="Times New Roman" panose="02020603050405020304" pitchFamily="18" charset="0"/>
              </a:rPr>
              <a:t>nal  </a:t>
            </a:r>
            <a:r>
              <a:rPr sz="2600" dirty="0">
                <a:solidFill>
                  <a:srgbClr val="002060"/>
                </a:solidFill>
                <a:latin typeface="Times New Roman" panose="02020603050405020304" pitchFamily="18" charset="0"/>
                <a:cs typeface="Times New Roman" panose="02020603050405020304" pitchFamily="18" charset="0"/>
              </a:rPr>
              <a:t>fragmentation</a:t>
            </a:r>
            <a:r>
              <a:rPr sz="2600" spc="2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 </a:t>
            </a:r>
            <a:r>
              <a:rPr sz="2600" dirty="0">
                <a:solidFill>
                  <a:srgbClr val="002060"/>
                </a:solidFill>
                <a:latin typeface="Times New Roman" panose="02020603050405020304" pitchFamily="18" charset="0"/>
                <a:cs typeface="Times New Roman" panose="02020603050405020304" pitchFamily="18" charset="0"/>
              </a:rPr>
              <a:t>solved.</a:t>
            </a:r>
          </a:p>
          <a:p>
            <a:pPr marL="241300" marR="8255" indent="-229235">
              <a:lnSpc>
                <a:spcPts val="3030"/>
              </a:lnSpc>
              <a:spcBef>
                <a:spcPts val="1800"/>
              </a:spcBef>
              <a:buSzPct val="80357"/>
              <a:buChar char="•"/>
              <a:tabLst>
                <a:tab pos="241300" algn="l"/>
                <a:tab pos="241935" algn="l"/>
                <a:tab pos="1567180" algn="l"/>
                <a:tab pos="2042795" algn="l"/>
                <a:tab pos="2854960" algn="l"/>
                <a:tab pos="3367404" algn="l"/>
                <a:tab pos="4079240" algn="l"/>
                <a:tab pos="5603240" algn="l"/>
                <a:tab pos="7463155" algn="l"/>
                <a:tab pos="8095615" algn="l"/>
              </a:tabLst>
            </a:pPr>
            <a:r>
              <a:rPr sz="2600" spc="-5" dirty="0">
                <a:solidFill>
                  <a:srgbClr val="002060"/>
                </a:solidFill>
                <a:latin typeface="Times New Roman" panose="02020603050405020304" pitchFamily="18" charset="0"/>
                <a:cs typeface="Times New Roman" panose="02020603050405020304" pitchFamily="18" charset="0"/>
              </a:rPr>
              <a:t>Pagi</a:t>
            </a:r>
            <a:r>
              <a:rPr sz="2600" dirty="0">
                <a:solidFill>
                  <a:srgbClr val="002060"/>
                </a:solidFill>
                <a:latin typeface="Times New Roman" panose="02020603050405020304" pitchFamily="18" charset="0"/>
                <a:cs typeface="Times New Roman" panose="02020603050405020304" pitchFamily="18" charset="0"/>
              </a:rPr>
              <a:t>n</a:t>
            </a:r>
            <a:r>
              <a:rPr sz="2600" spc="-5" dirty="0">
                <a:solidFill>
                  <a:srgbClr val="002060"/>
                </a:solidFill>
                <a:latin typeface="Times New Roman" panose="02020603050405020304" pitchFamily="18" charset="0"/>
                <a:cs typeface="Times New Roman" panose="02020603050405020304" pitchFamily="18" charset="0"/>
              </a:rPr>
              <a:t>g</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one</a:t>
            </a:r>
            <a:r>
              <a:rPr sz="2600" dirty="0">
                <a:solidFill>
                  <a:srgbClr val="002060"/>
                </a:solidFill>
                <a:latin typeface="Times New Roman" panose="02020603050405020304" pitchFamily="18" charset="0"/>
                <a:cs typeface="Times New Roman" panose="02020603050405020304" pitchFamily="18" charset="0"/>
              </a:rPr>
              <a:t>	</a:t>
            </a:r>
            <a:r>
              <a:rPr sz="2600" spc="-15" dirty="0">
                <a:solidFill>
                  <a:srgbClr val="002060"/>
                </a:solidFill>
                <a:latin typeface="Times New Roman" panose="02020603050405020304" pitchFamily="18" charset="0"/>
                <a:cs typeface="Times New Roman" panose="02020603050405020304" pitchFamily="18" charset="0"/>
              </a:rPr>
              <a:t>o</a:t>
            </a:r>
            <a:r>
              <a:rPr sz="2600" spc="-5" dirty="0">
                <a:solidFill>
                  <a:srgbClr val="002060"/>
                </a:solidFill>
                <a:latin typeface="Times New Roman" panose="02020603050405020304" pitchFamily="18" charset="0"/>
                <a:cs typeface="Times New Roman" panose="02020603050405020304" pitchFamily="18" charset="0"/>
              </a:rPr>
              <a:t>f</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sim</a:t>
            </a:r>
            <a:r>
              <a:rPr sz="2600" dirty="0">
                <a:solidFill>
                  <a:srgbClr val="002060"/>
                </a:solidFill>
                <a:latin typeface="Times New Roman" panose="02020603050405020304" pitchFamily="18" charset="0"/>
                <a:cs typeface="Times New Roman" panose="02020603050405020304" pitchFamily="18" charset="0"/>
              </a:rPr>
              <a:t>p</a:t>
            </a:r>
            <a:r>
              <a:rPr sz="2600" spc="-5" dirty="0">
                <a:solidFill>
                  <a:srgbClr val="002060"/>
                </a:solidFill>
                <a:latin typeface="Times New Roman" panose="02020603050405020304" pitchFamily="18" charset="0"/>
                <a:cs typeface="Times New Roman" panose="02020603050405020304" pitchFamily="18" charset="0"/>
              </a:rPr>
              <a:t>le</a:t>
            </a:r>
            <a:r>
              <a:rPr sz="2600" dirty="0">
                <a:solidFill>
                  <a:srgbClr val="002060"/>
                </a:solidFill>
                <a:latin typeface="Times New Roman" panose="02020603050405020304" pitchFamily="18" charset="0"/>
                <a:cs typeface="Times New Roman" panose="02020603050405020304" pitchFamily="18" charset="0"/>
              </a:rPr>
              <a:t>st	</a:t>
            </a:r>
            <a:r>
              <a:rPr sz="2600" spc="-5" dirty="0">
                <a:solidFill>
                  <a:srgbClr val="002060"/>
                </a:solidFill>
                <a:latin typeface="Times New Roman" panose="02020603050405020304" pitchFamily="18" charset="0"/>
                <a:cs typeface="Times New Roman" panose="02020603050405020304" pitchFamily="18" charset="0"/>
              </a:rPr>
              <a:t>algor</a:t>
            </a:r>
            <a:r>
              <a:rPr sz="2600" dirty="0">
                <a:solidFill>
                  <a:srgbClr val="002060"/>
                </a:solidFill>
                <a:latin typeface="Times New Roman" panose="02020603050405020304" pitchFamily="18" charset="0"/>
                <a:cs typeface="Times New Roman" panose="02020603050405020304" pitchFamily="18" charset="0"/>
              </a:rPr>
              <a:t>i</a:t>
            </a:r>
            <a:r>
              <a:rPr sz="2600" spc="-5" dirty="0">
                <a:solidFill>
                  <a:srgbClr val="002060"/>
                </a:solidFill>
                <a:latin typeface="Times New Roman" panose="02020603050405020304" pitchFamily="18" charset="0"/>
                <a:cs typeface="Times New Roman" panose="02020603050405020304" pitchFamily="18" charset="0"/>
              </a:rPr>
              <a:t>thms</a:t>
            </a:r>
            <a:r>
              <a:rPr sz="2600" dirty="0">
                <a:solidFill>
                  <a:srgbClr val="002060"/>
                </a:solidFill>
                <a:latin typeface="Times New Roman" panose="02020603050405020304" pitchFamily="18" charset="0"/>
                <a:cs typeface="Times New Roman" panose="02020603050405020304" pitchFamily="18" charset="0"/>
              </a:rPr>
              <a:t>	</a:t>
            </a:r>
            <a:r>
              <a:rPr sz="2600" spc="-15" dirty="0">
                <a:solidFill>
                  <a:srgbClr val="002060"/>
                </a:solidFill>
                <a:latin typeface="Times New Roman" panose="02020603050405020304" pitchFamily="18" charset="0"/>
                <a:cs typeface="Times New Roman" panose="02020603050405020304" pitchFamily="18" charset="0"/>
              </a:rPr>
              <a:t>f</a:t>
            </a:r>
            <a:r>
              <a:rPr sz="2600" spc="-5" dirty="0">
                <a:solidFill>
                  <a:srgbClr val="002060"/>
                </a:solidFill>
                <a:latin typeface="Times New Roman" panose="02020603050405020304" pitchFamily="18" charset="0"/>
                <a:cs typeface="Times New Roman" panose="02020603050405020304" pitchFamily="18" charset="0"/>
              </a:rPr>
              <a:t>or</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me</a:t>
            </a:r>
            <a:r>
              <a:rPr sz="2600" dirty="0">
                <a:solidFill>
                  <a:srgbClr val="002060"/>
                </a:solidFill>
                <a:latin typeface="Times New Roman" panose="02020603050405020304" pitchFamily="18" charset="0"/>
                <a:cs typeface="Times New Roman" panose="02020603050405020304" pitchFamily="18" charset="0"/>
              </a:rPr>
              <a:t>m</a:t>
            </a:r>
            <a:r>
              <a:rPr sz="2600" spc="5" dirty="0">
                <a:solidFill>
                  <a:srgbClr val="002060"/>
                </a:solidFill>
                <a:latin typeface="Times New Roman" panose="02020603050405020304" pitchFamily="18" charset="0"/>
                <a:cs typeface="Times New Roman" panose="02020603050405020304" pitchFamily="18" charset="0"/>
              </a:rPr>
              <a:t>o</a:t>
            </a:r>
            <a:r>
              <a:rPr sz="2600" spc="-5" dirty="0">
                <a:solidFill>
                  <a:srgbClr val="002060"/>
                </a:solidFill>
                <a:latin typeface="Times New Roman" panose="02020603050405020304" pitchFamily="18" charset="0"/>
                <a:cs typeface="Times New Roman" panose="02020603050405020304" pitchFamily="18" charset="0"/>
              </a:rPr>
              <a:t>ry  </a:t>
            </a:r>
            <a:r>
              <a:rPr sz="2600" dirty="0">
                <a:solidFill>
                  <a:srgbClr val="002060"/>
                </a:solidFill>
                <a:latin typeface="Times New Roman" panose="02020603050405020304" pitchFamily="18" charset="0"/>
                <a:cs typeface="Times New Roman" panose="02020603050405020304" pitchFamily="18" charset="0"/>
              </a:rPr>
              <a:t>management.</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257427" y="729053"/>
            <a:ext cx="6063615" cy="504625"/>
          </a:xfrm>
          <a:prstGeom prst="rect">
            <a:avLst/>
          </a:prstGeom>
        </p:spPr>
        <p:txBody>
          <a:bodyPr vert="horz" wrap="square" lIns="0" tIns="12065" rIns="0" bIns="0" rtlCol="0">
            <a:spAutoFit/>
          </a:bodyPr>
          <a:lstStyle/>
          <a:p>
            <a:pPr marL="12700">
              <a:lnSpc>
                <a:spcPct val="100000"/>
              </a:lnSpc>
              <a:spcBef>
                <a:spcPts val="95"/>
              </a:spcBef>
            </a:pPr>
            <a:r>
              <a:rPr spc="-5" dirty="0"/>
              <a:t>Disadvantages</a:t>
            </a:r>
            <a:r>
              <a:rPr spc="10" dirty="0"/>
              <a:t> </a:t>
            </a:r>
            <a:r>
              <a:rPr spc="-5" dirty="0"/>
              <a:t>of</a:t>
            </a:r>
            <a:r>
              <a:rPr spc="-40" dirty="0"/>
              <a:t> </a:t>
            </a:r>
            <a:r>
              <a:rPr spc="-5" dirty="0"/>
              <a:t>Paging</a:t>
            </a:r>
          </a:p>
        </p:txBody>
      </p:sp>
      <p:sp>
        <p:nvSpPr>
          <p:cNvPr id="4" name="object 4"/>
          <p:cNvSpPr txBox="1"/>
          <p:nvPr/>
        </p:nvSpPr>
        <p:spPr>
          <a:xfrm>
            <a:off x="1418336" y="1775466"/>
            <a:ext cx="9396730" cy="1791335"/>
          </a:xfrm>
          <a:prstGeom prst="rect">
            <a:avLst/>
          </a:prstGeom>
        </p:spPr>
        <p:txBody>
          <a:bodyPr vert="horz" wrap="square" lIns="0" tIns="46990" rIns="0" bIns="0" rtlCol="0">
            <a:spAutoFit/>
          </a:bodyPr>
          <a:lstStyle/>
          <a:p>
            <a:pPr marL="241300" indent="-229235">
              <a:lnSpc>
                <a:spcPct val="100000"/>
              </a:lnSpc>
              <a:spcBef>
                <a:spcPts val="370"/>
              </a:spcBef>
              <a:buSzPct val="80357"/>
              <a:buChar char="•"/>
              <a:tabLst>
                <a:tab pos="241300" algn="l"/>
                <a:tab pos="241935" algn="l"/>
              </a:tabLst>
            </a:pPr>
            <a:r>
              <a:rPr sz="2800" dirty="0">
                <a:solidFill>
                  <a:srgbClr val="624722"/>
                </a:solidFill>
                <a:latin typeface="Arial MT"/>
                <a:cs typeface="Arial MT"/>
              </a:rPr>
              <a:t>Disadvantages</a:t>
            </a:r>
            <a:r>
              <a:rPr sz="2800" spc="20" dirty="0">
                <a:solidFill>
                  <a:srgbClr val="624722"/>
                </a:solidFill>
                <a:latin typeface="Arial MT"/>
                <a:cs typeface="Arial MT"/>
              </a:rPr>
              <a:t> </a:t>
            </a:r>
            <a:r>
              <a:rPr sz="2800" spc="-5" dirty="0">
                <a:solidFill>
                  <a:srgbClr val="624722"/>
                </a:solidFill>
                <a:latin typeface="Arial MT"/>
                <a:cs typeface="Arial MT"/>
              </a:rPr>
              <a:t>of</a:t>
            </a:r>
            <a:r>
              <a:rPr sz="2800" dirty="0">
                <a:solidFill>
                  <a:srgbClr val="624722"/>
                </a:solidFill>
                <a:latin typeface="Arial MT"/>
                <a:cs typeface="Arial MT"/>
              </a:rPr>
              <a:t> </a:t>
            </a:r>
            <a:r>
              <a:rPr sz="2800" spc="-5" dirty="0">
                <a:solidFill>
                  <a:srgbClr val="624722"/>
                </a:solidFill>
                <a:latin typeface="Arial MT"/>
                <a:cs typeface="Arial MT"/>
              </a:rPr>
              <a:t>the</a:t>
            </a:r>
            <a:r>
              <a:rPr sz="2800" dirty="0">
                <a:solidFill>
                  <a:srgbClr val="624722"/>
                </a:solidFill>
                <a:latin typeface="Arial MT"/>
                <a:cs typeface="Arial MT"/>
              </a:rPr>
              <a:t> </a:t>
            </a:r>
            <a:r>
              <a:rPr sz="2800" spc="-5" dirty="0">
                <a:solidFill>
                  <a:srgbClr val="624722"/>
                </a:solidFill>
                <a:latin typeface="Arial MT"/>
                <a:cs typeface="Arial MT"/>
              </a:rPr>
              <a:t>Paging</a:t>
            </a:r>
            <a:r>
              <a:rPr sz="2800" spc="20" dirty="0">
                <a:solidFill>
                  <a:srgbClr val="624722"/>
                </a:solidFill>
                <a:latin typeface="Arial MT"/>
                <a:cs typeface="Arial MT"/>
              </a:rPr>
              <a:t> </a:t>
            </a:r>
            <a:r>
              <a:rPr sz="2800" dirty="0">
                <a:solidFill>
                  <a:srgbClr val="624722"/>
                </a:solidFill>
                <a:latin typeface="Arial MT"/>
                <a:cs typeface="Arial MT"/>
              </a:rPr>
              <a:t>technique </a:t>
            </a:r>
            <a:r>
              <a:rPr sz="2800" spc="-5" dirty="0">
                <a:solidFill>
                  <a:srgbClr val="624722"/>
                </a:solidFill>
                <a:latin typeface="Arial MT"/>
                <a:cs typeface="Arial MT"/>
              </a:rPr>
              <a:t>are</a:t>
            </a:r>
            <a:r>
              <a:rPr sz="2800" spc="5" dirty="0">
                <a:solidFill>
                  <a:srgbClr val="624722"/>
                </a:solidFill>
                <a:latin typeface="Arial MT"/>
                <a:cs typeface="Arial MT"/>
              </a:rPr>
              <a:t> </a:t>
            </a:r>
            <a:r>
              <a:rPr sz="2800" dirty="0">
                <a:solidFill>
                  <a:srgbClr val="624722"/>
                </a:solidFill>
                <a:latin typeface="Arial MT"/>
                <a:cs typeface="Arial MT"/>
              </a:rPr>
              <a:t>as follows:</a:t>
            </a:r>
            <a:endParaRPr sz="2800" dirty="0">
              <a:latin typeface="Arial MT"/>
              <a:cs typeface="Arial MT"/>
            </a:endParaRPr>
          </a:p>
          <a:p>
            <a:pPr marL="698500" marR="5080" lvl="1" indent="-228600">
              <a:lnSpc>
                <a:spcPts val="3020"/>
              </a:lnSpc>
              <a:spcBef>
                <a:spcPts val="650"/>
              </a:spcBef>
              <a:buSzPct val="80357"/>
              <a:buChar char="•"/>
              <a:tabLst>
                <a:tab pos="698500" algn="l"/>
                <a:tab pos="699135" algn="l"/>
              </a:tabLst>
            </a:pPr>
            <a:r>
              <a:rPr sz="2800" spc="-5" dirty="0">
                <a:solidFill>
                  <a:srgbClr val="624722"/>
                </a:solidFill>
                <a:latin typeface="Arial MT"/>
                <a:cs typeface="Arial MT"/>
              </a:rPr>
              <a:t>In</a:t>
            </a:r>
            <a:r>
              <a:rPr sz="2800" spc="305" dirty="0">
                <a:solidFill>
                  <a:srgbClr val="624722"/>
                </a:solidFill>
                <a:latin typeface="Arial MT"/>
                <a:cs typeface="Arial MT"/>
              </a:rPr>
              <a:t> </a:t>
            </a:r>
            <a:r>
              <a:rPr sz="2800" dirty="0">
                <a:solidFill>
                  <a:srgbClr val="624722"/>
                </a:solidFill>
                <a:latin typeface="Arial MT"/>
                <a:cs typeface="Arial MT"/>
              </a:rPr>
              <a:t>Paging,</a:t>
            </a:r>
            <a:r>
              <a:rPr sz="2800" spc="315" dirty="0">
                <a:solidFill>
                  <a:srgbClr val="624722"/>
                </a:solidFill>
                <a:latin typeface="Arial MT"/>
                <a:cs typeface="Arial MT"/>
              </a:rPr>
              <a:t> </a:t>
            </a:r>
            <a:r>
              <a:rPr sz="2800" spc="-5" dirty="0">
                <a:solidFill>
                  <a:srgbClr val="624722"/>
                </a:solidFill>
                <a:latin typeface="Arial MT"/>
                <a:cs typeface="Arial MT"/>
              </a:rPr>
              <a:t>sometimes</a:t>
            </a:r>
            <a:r>
              <a:rPr sz="2800" spc="310" dirty="0">
                <a:solidFill>
                  <a:srgbClr val="624722"/>
                </a:solidFill>
                <a:latin typeface="Arial MT"/>
                <a:cs typeface="Arial MT"/>
              </a:rPr>
              <a:t> </a:t>
            </a:r>
            <a:r>
              <a:rPr sz="2800" spc="-5" dirty="0">
                <a:solidFill>
                  <a:srgbClr val="624722"/>
                </a:solidFill>
                <a:latin typeface="Arial MT"/>
                <a:cs typeface="Arial MT"/>
              </a:rPr>
              <a:t>the</a:t>
            </a:r>
            <a:r>
              <a:rPr sz="2800" spc="315" dirty="0">
                <a:solidFill>
                  <a:srgbClr val="624722"/>
                </a:solidFill>
                <a:latin typeface="Arial MT"/>
                <a:cs typeface="Arial MT"/>
              </a:rPr>
              <a:t> </a:t>
            </a:r>
            <a:r>
              <a:rPr sz="2800" dirty="0">
                <a:solidFill>
                  <a:srgbClr val="624722"/>
                </a:solidFill>
                <a:latin typeface="Arial MT"/>
                <a:cs typeface="Arial MT"/>
              </a:rPr>
              <a:t>page</a:t>
            </a:r>
            <a:r>
              <a:rPr sz="2800" spc="310" dirty="0">
                <a:solidFill>
                  <a:srgbClr val="624722"/>
                </a:solidFill>
                <a:latin typeface="Arial MT"/>
                <a:cs typeface="Arial MT"/>
              </a:rPr>
              <a:t> </a:t>
            </a:r>
            <a:r>
              <a:rPr sz="2800" dirty="0">
                <a:solidFill>
                  <a:srgbClr val="624722"/>
                </a:solidFill>
                <a:latin typeface="Arial MT"/>
                <a:cs typeface="Arial MT"/>
              </a:rPr>
              <a:t>table</a:t>
            </a:r>
            <a:r>
              <a:rPr sz="2800" spc="315" dirty="0">
                <a:solidFill>
                  <a:srgbClr val="624722"/>
                </a:solidFill>
                <a:latin typeface="Arial MT"/>
                <a:cs typeface="Arial MT"/>
              </a:rPr>
              <a:t> </a:t>
            </a:r>
            <a:r>
              <a:rPr sz="2800" spc="-5" dirty="0">
                <a:solidFill>
                  <a:srgbClr val="624722"/>
                </a:solidFill>
                <a:latin typeface="Arial MT"/>
                <a:cs typeface="Arial MT"/>
              </a:rPr>
              <a:t>consumes</a:t>
            </a:r>
            <a:r>
              <a:rPr sz="2800" spc="320" dirty="0">
                <a:solidFill>
                  <a:srgbClr val="624722"/>
                </a:solidFill>
                <a:latin typeface="Arial MT"/>
                <a:cs typeface="Arial MT"/>
              </a:rPr>
              <a:t> </a:t>
            </a:r>
            <a:r>
              <a:rPr sz="2800" dirty="0">
                <a:solidFill>
                  <a:srgbClr val="624722"/>
                </a:solidFill>
                <a:latin typeface="Arial MT"/>
                <a:cs typeface="Arial MT"/>
              </a:rPr>
              <a:t>more </a:t>
            </a:r>
            <a:r>
              <a:rPr sz="2800" spc="-760" dirty="0">
                <a:solidFill>
                  <a:srgbClr val="624722"/>
                </a:solidFill>
                <a:latin typeface="Arial MT"/>
                <a:cs typeface="Arial MT"/>
              </a:rPr>
              <a:t> </a:t>
            </a:r>
            <a:r>
              <a:rPr sz="2800" spc="-30" dirty="0">
                <a:solidFill>
                  <a:srgbClr val="624722"/>
                </a:solidFill>
                <a:latin typeface="Arial MT"/>
                <a:cs typeface="Arial MT"/>
              </a:rPr>
              <a:t>memory.</a:t>
            </a:r>
            <a:endParaRPr sz="2800" dirty="0">
              <a:latin typeface="Arial MT"/>
              <a:cs typeface="Arial MT"/>
            </a:endParaRPr>
          </a:p>
          <a:p>
            <a:pPr marL="698500" lvl="1" indent="-229235">
              <a:lnSpc>
                <a:spcPct val="100000"/>
              </a:lnSpc>
              <a:spcBef>
                <a:spcPts val="225"/>
              </a:spcBef>
              <a:buSzPct val="80357"/>
              <a:buChar char="•"/>
              <a:tabLst>
                <a:tab pos="698500" algn="l"/>
                <a:tab pos="699135" algn="l"/>
              </a:tabLst>
            </a:pPr>
            <a:r>
              <a:rPr sz="2800" dirty="0">
                <a:solidFill>
                  <a:srgbClr val="624722"/>
                </a:solidFill>
                <a:latin typeface="Arial MT"/>
                <a:cs typeface="Arial MT"/>
              </a:rPr>
              <a:t>Internal fragmentation</a:t>
            </a:r>
            <a:r>
              <a:rPr sz="2800" spc="25" dirty="0">
                <a:solidFill>
                  <a:srgbClr val="624722"/>
                </a:solidFill>
                <a:latin typeface="Arial MT"/>
                <a:cs typeface="Arial MT"/>
              </a:rPr>
              <a:t> </a:t>
            </a:r>
            <a:r>
              <a:rPr sz="2800" spc="-5" dirty="0">
                <a:solidFill>
                  <a:srgbClr val="624722"/>
                </a:solidFill>
                <a:latin typeface="Arial MT"/>
                <a:cs typeface="Arial MT"/>
              </a:rPr>
              <a:t>is</a:t>
            </a:r>
            <a:r>
              <a:rPr sz="2800" spc="-10" dirty="0">
                <a:solidFill>
                  <a:srgbClr val="624722"/>
                </a:solidFill>
                <a:latin typeface="Arial MT"/>
                <a:cs typeface="Arial MT"/>
              </a:rPr>
              <a:t> </a:t>
            </a:r>
            <a:r>
              <a:rPr sz="2800" dirty="0">
                <a:solidFill>
                  <a:srgbClr val="624722"/>
                </a:solidFill>
                <a:latin typeface="Arial MT"/>
                <a:cs typeface="Arial MT"/>
              </a:rPr>
              <a:t>caused by</a:t>
            </a:r>
            <a:r>
              <a:rPr sz="2800" spc="-10" dirty="0">
                <a:solidFill>
                  <a:srgbClr val="624722"/>
                </a:solidFill>
                <a:latin typeface="Arial MT"/>
                <a:cs typeface="Arial MT"/>
              </a:rPr>
              <a:t> </a:t>
            </a:r>
            <a:r>
              <a:rPr sz="2800" spc="-5" dirty="0">
                <a:solidFill>
                  <a:srgbClr val="624722"/>
                </a:solidFill>
                <a:latin typeface="Arial MT"/>
                <a:cs typeface="Arial MT"/>
              </a:rPr>
              <a:t>this</a:t>
            </a:r>
            <a:r>
              <a:rPr sz="2800" spc="-10" dirty="0">
                <a:solidFill>
                  <a:srgbClr val="624722"/>
                </a:solidFill>
                <a:latin typeface="Arial MT"/>
                <a:cs typeface="Arial MT"/>
              </a:rPr>
              <a:t> </a:t>
            </a:r>
            <a:r>
              <a:rPr sz="2800" dirty="0">
                <a:solidFill>
                  <a:srgbClr val="624722"/>
                </a:solidFill>
                <a:latin typeface="Arial MT"/>
                <a:cs typeface="Arial MT"/>
              </a:rPr>
              <a:t>technique.</a:t>
            </a:r>
            <a:endParaRPr sz="2800" dirty="0">
              <a:latin typeface="Arial MT"/>
              <a:cs typeface="Arial MT"/>
            </a:endParaRPr>
          </a:p>
        </p:txBody>
      </p:sp>
      <p:sp>
        <p:nvSpPr>
          <p:cNvPr id="5" name="object 5"/>
          <p:cNvSpPr txBox="1"/>
          <p:nvPr/>
        </p:nvSpPr>
        <p:spPr>
          <a:xfrm>
            <a:off x="6080886" y="3575684"/>
            <a:ext cx="4735830" cy="835660"/>
          </a:xfrm>
          <a:prstGeom prst="rect">
            <a:avLst/>
          </a:prstGeom>
        </p:spPr>
        <p:txBody>
          <a:bodyPr vert="horz" wrap="square" lIns="0" tIns="60960" rIns="0" bIns="0" rtlCol="0">
            <a:spAutoFit/>
          </a:bodyPr>
          <a:lstStyle/>
          <a:p>
            <a:pPr marL="12700" marR="5080" indent="8890">
              <a:lnSpc>
                <a:spcPts val="3020"/>
              </a:lnSpc>
              <a:spcBef>
                <a:spcPts val="480"/>
              </a:spcBef>
              <a:tabLst>
                <a:tab pos="562610" algn="l"/>
                <a:tab pos="855344" algn="l"/>
                <a:tab pos="1498600" algn="l"/>
                <a:tab pos="2432685" algn="l"/>
                <a:tab pos="2632710" algn="l"/>
                <a:tab pos="3192145" algn="l"/>
                <a:tab pos="4206875" algn="l"/>
                <a:tab pos="4226560" algn="l"/>
              </a:tabLst>
            </a:pPr>
            <a:r>
              <a:rPr sz="2800" spc="-5" dirty="0">
                <a:solidFill>
                  <a:srgbClr val="624722"/>
                </a:solidFill>
                <a:latin typeface="Arial MT"/>
                <a:cs typeface="Arial MT"/>
              </a:rPr>
              <a:t>in	time	taken		to	</a:t>
            </a:r>
            <a:r>
              <a:rPr sz="2800" spc="-15" dirty="0">
                <a:solidFill>
                  <a:srgbClr val="624722"/>
                </a:solidFill>
                <a:latin typeface="Arial MT"/>
                <a:cs typeface="Arial MT"/>
              </a:rPr>
              <a:t>f</a:t>
            </a:r>
            <a:r>
              <a:rPr sz="2800" spc="-5" dirty="0">
                <a:solidFill>
                  <a:srgbClr val="624722"/>
                </a:solidFill>
                <a:latin typeface="Arial MT"/>
                <a:cs typeface="Arial MT"/>
              </a:rPr>
              <a:t>et</a:t>
            </a:r>
            <a:r>
              <a:rPr sz="2800" spc="5" dirty="0">
                <a:solidFill>
                  <a:srgbClr val="624722"/>
                </a:solidFill>
                <a:latin typeface="Arial MT"/>
                <a:cs typeface="Arial MT"/>
              </a:rPr>
              <a:t>c</a:t>
            </a:r>
            <a:r>
              <a:rPr sz="2800" spc="-5" dirty="0">
                <a:solidFill>
                  <a:srgbClr val="624722"/>
                </a:solidFill>
                <a:latin typeface="Arial MT"/>
                <a:cs typeface="Arial MT"/>
              </a:rPr>
              <a:t>h</a:t>
            </a:r>
            <a:r>
              <a:rPr sz="2800" dirty="0">
                <a:solidFill>
                  <a:srgbClr val="624722"/>
                </a:solidFill>
                <a:latin typeface="Arial MT"/>
                <a:cs typeface="Arial MT"/>
              </a:rPr>
              <a:t>		</a:t>
            </a:r>
            <a:r>
              <a:rPr sz="2800" spc="-5" dirty="0">
                <a:solidFill>
                  <a:srgbClr val="624722"/>
                </a:solidFill>
                <a:latin typeface="Arial MT"/>
                <a:cs typeface="Arial MT"/>
              </a:rPr>
              <a:t>the  two</a:t>
            </a:r>
            <a:r>
              <a:rPr sz="2800" dirty="0">
                <a:solidFill>
                  <a:srgbClr val="624722"/>
                </a:solidFill>
                <a:latin typeface="Arial MT"/>
                <a:cs typeface="Arial MT"/>
              </a:rPr>
              <a:t>	m</a:t>
            </a:r>
            <a:r>
              <a:rPr sz="2800" spc="-5" dirty="0">
                <a:solidFill>
                  <a:srgbClr val="624722"/>
                </a:solidFill>
                <a:latin typeface="Arial MT"/>
                <a:cs typeface="Arial MT"/>
              </a:rPr>
              <a:t>e</a:t>
            </a:r>
            <a:r>
              <a:rPr sz="2800" spc="5" dirty="0">
                <a:solidFill>
                  <a:srgbClr val="624722"/>
                </a:solidFill>
                <a:latin typeface="Arial MT"/>
                <a:cs typeface="Arial MT"/>
              </a:rPr>
              <a:t>m</a:t>
            </a:r>
            <a:r>
              <a:rPr sz="2800" spc="-5" dirty="0">
                <a:solidFill>
                  <a:srgbClr val="624722"/>
                </a:solidFill>
                <a:latin typeface="Arial MT"/>
                <a:cs typeface="Arial MT"/>
              </a:rPr>
              <a:t>o</a:t>
            </a:r>
            <a:r>
              <a:rPr sz="2800" dirty="0">
                <a:solidFill>
                  <a:srgbClr val="624722"/>
                </a:solidFill>
                <a:latin typeface="Arial MT"/>
                <a:cs typeface="Arial MT"/>
              </a:rPr>
              <a:t>r</a:t>
            </a:r>
            <a:r>
              <a:rPr sz="2800" spc="-5" dirty="0">
                <a:solidFill>
                  <a:srgbClr val="624722"/>
                </a:solidFill>
                <a:latin typeface="Arial MT"/>
                <a:cs typeface="Arial MT"/>
              </a:rPr>
              <a:t>y</a:t>
            </a:r>
            <a:r>
              <a:rPr sz="2800" dirty="0">
                <a:solidFill>
                  <a:srgbClr val="624722"/>
                </a:solidFill>
                <a:latin typeface="Arial MT"/>
                <a:cs typeface="Arial MT"/>
              </a:rPr>
              <a:t>	</a:t>
            </a:r>
            <a:r>
              <a:rPr sz="2800" spc="-5" dirty="0">
                <a:solidFill>
                  <a:srgbClr val="624722"/>
                </a:solidFill>
                <a:latin typeface="Arial MT"/>
                <a:cs typeface="Arial MT"/>
              </a:rPr>
              <a:t>a</a:t>
            </a:r>
            <a:r>
              <a:rPr sz="2800" dirty="0">
                <a:solidFill>
                  <a:srgbClr val="624722"/>
                </a:solidFill>
                <a:latin typeface="Arial MT"/>
                <a:cs typeface="Arial MT"/>
              </a:rPr>
              <a:t>c</a:t>
            </a:r>
            <a:r>
              <a:rPr sz="2800" spc="-5" dirty="0">
                <a:solidFill>
                  <a:srgbClr val="624722"/>
                </a:solidFill>
                <a:latin typeface="Arial MT"/>
                <a:cs typeface="Arial MT"/>
              </a:rPr>
              <a:t>ces</a:t>
            </a:r>
            <a:r>
              <a:rPr sz="2800" dirty="0">
                <a:solidFill>
                  <a:srgbClr val="624722"/>
                </a:solidFill>
                <a:latin typeface="Arial MT"/>
                <a:cs typeface="Arial MT"/>
              </a:rPr>
              <a:t>s</a:t>
            </a:r>
            <a:r>
              <a:rPr sz="2800" spc="-5" dirty="0">
                <a:solidFill>
                  <a:srgbClr val="624722"/>
                </a:solidFill>
                <a:latin typeface="Arial MT"/>
                <a:cs typeface="Arial MT"/>
              </a:rPr>
              <a:t>es</a:t>
            </a:r>
            <a:r>
              <a:rPr sz="2800" dirty="0">
                <a:solidFill>
                  <a:srgbClr val="624722"/>
                </a:solidFill>
                <a:latin typeface="Arial MT"/>
                <a:cs typeface="Arial MT"/>
              </a:rPr>
              <a:t>	are</a:t>
            </a:r>
            <a:endParaRPr sz="2800" dirty="0">
              <a:latin typeface="Arial MT"/>
              <a:cs typeface="Arial MT"/>
            </a:endParaRPr>
          </a:p>
        </p:txBody>
      </p:sp>
      <p:sp>
        <p:nvSpPr>
          <p:cNvPr id="6" name="object 6"/>
          <p:cNvSpPr txBox="1"/>
          <p:nvPr/>
        </p:nvSpPr>
        <p:spPr>
          <a:xfrm>
            <a:off x="1875789" y="3575684"/>
            <a:ext cx="3973829" cy="1219835"/>
          </a:xfrm>
          <a:prstGeom prst="rect">
            <a:avLst/>
          </a:prstGeom>
        </p:spPr>
        <p:txBody>
          <a:bodyPr vert="horz" wrap="square" lIns="0" tIns="60960" rIns="0" bIns="0" rtlCol="0">
            <a:spAutoFit/>
          </a:bodyPr>
          <a:lstStyle/>
          <a:p>
            <a:pPr marL="241300" marR="5080" indent="-228600" algn="just">
              <a:lnSpc>
                <a:spcPts val="3020"/>
              </a:lnSpc>
              <a:spcBef>
                <a:spcPts val="480"/>
              </a:spcBef>
              <a:buSzPct val="80357"/>
              <a:buChar char="•"/>
              <a:tabLst>
                <a:tab pos="241300" algn="l"/>
              </a:tabLst>
            </a:pPr>
            <a:r>
              <a:rPr sz="2800" spc="-5" dirty="0">
                <a:solidFill>
                  <a:srgbClr val="624722"/>
                </a:solidFill>
                <a:latin typeface="Arial MT"/>
                <a:cs typeface="Arial MT"/>
              </a:rPr>
              <a:t>There</a:t>
            </a:r>
            <a:r>
              <a:rPr sz="2800" dirty="0">
                <a:solidFill>
                  <a:srgbClr val="624722"/>
                </a:solidFill>
                <a:latin typeface="Arial MT"/>
                <a:cs typeface="Arial MT"/>
              </a:rPr>
              <a:t> </a:t>
            </a:r>
            <a:r>
              <a:rPr sz="2800" spc="-5" dirty="0">
                <a:solidFill>
                  <a:srgbClr val="624722"/>
                </a:solidFill>
                <a:latin typeface="Arial MT"/>
                <a:cs typeface="Arial MT"/>
              </a:rPr>
              <a:t>is</a:t>
            </a:r>
            <a:r>
              <a:rPr sz="2800" dirty="0">
                <a:solidFill>
                  <a:srgbClr val="624722"/>
                </a:solidFill>
                <a:latin typeface="Arial MT"/>
                <a:cs typeface="Arial MT"/>
              </a:rPr>
              <a:t> </a:t>
            </a:r>
            <a:r>
              <a:rPr sz="2800" spc="-5" dirty="0">
                <a:solidFill>
                  <a:srgbClr val="624722"/>
                </a:solidFill>
                <a:latin typeface="Arial MT"/>
                <a:cs typeface="Arial MT"/>
              </a:rPr>
              <a:t>an</a:t>
            </a:r>
            <a:r>
              <a:rPr sz="2800" dirty="0">
                <a:solidFill>
                  <a:srgbClr val="624722"/>
                </a:solidFill>
                <a:latin typeface="Arial MT"/>
                <a:cs typeface="Arial MT"/>
              </a:rPr>
              <a:t> </a:t>
            </a:r>
            <a:r>
              <a:rPr sz="2800" spc="-5" dirty="0">
                <a:solidFill>
                  <a:srgbClr val="624722"/>
                </a:solidFill>
                <a:latin typeface="Arial MT"/>
                <a:cs typeface="Arial MT"/>
              </a:rPr>
              <a:t>increase </a:t>
            </a:r>
            <a:r>
              <a:rPr sz="2800" dirty="0">
                <a:solidFill>
                  <a:srgbClr val="624722"/>
                </a:solidFill>
                <a:latin typeface="Arial MT"/>
                <a:cs typeface="Arial MT"/>
              </a:rPr>
              <a:t> instruction</a:t>
            </a:r>
            <a:r>
              <a:rPr sz="2800" spc="5" dirty="0">
                <a:solidFill>
                  <a:srgbClr val="624722"/>
                </a:solidFill>
                <a:latin typeface="Arial MT"/>
                <a:cs typeface="Arial MT"/>
              </a:rPr>
              <a:t> </a:t>
            </a:r>
            <a:r>
              <a:rPr sz="2800" spc="-5" dirty="0">
                <a:solidFill>
                  <a:srgbClr val="624722"/>
                </a:solidFill>
                <a:latin typeface="Arial MT"/>
                <a:cs typeface="Arial MT"/>
              </a:rPr>
              <a:t>since</a:t>
            </a:r>
            <a:r>
              <a:rPr sz="2800" dirty="0">
                <a:solidFill>
                  <a:srgbClr val="624722"/>
                </a:solidFill>
                <a:latin typeface="Arial MT"/>
                <a:cs typeface="Arial MT"/>
              </a:rPr>
              <a:t> now </a:t>
            </a:r>
            <a:r>
              <a:rPr sz="2800" spc="5" dirty="0">
                <a:solidFill>
                  <a:srgbClr val="624722"/>
                </a:solidFill>
                <a:latin typeface="Arial MT"/>
                <a:cs typeface="Arial MT"/>
              </a:rPr>
              <a:t> </a:t>
            </a:r>
            <a:r>
              <a:rPr sz="2800" dirty="0">
                <a:solidFill>
                  <a:srgbClr val="624722"/>
                </a:solidFill>
                <a:latin typeface="Arial MT"/>
                <a:cs typeface="Arial MT"/>
              </a:rPr>
              <a:t>required.</a:t>
            </a:r>
            <a:endParaRPr sz="2800" dirty="0">
              <a:latin typeface="Arial MT"/>
              <a:cs typeface="Arial MT"/>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372616" y="949384"/>
            <a:ext cx="3797935" cy="505908"/>
          </a:xfrm>
          <a:prstGeom prst="rect">
            <a:avLst/>
          </a:prstGeom>
        </p:spPr>
        <p:txBody>
          <a:bodyPr vert="horz" wrap="square" lIns="0" tIns="13335" rIns="0" bIns="0" rtlCol="0">
            <a:spAutoFit/>
          </a:bodyPr>
          <a:lstStyle/>
          <a:p>
            <a:pPr marL="12700">
              <a:lnSpc>
                <a:spcPct val="100000"/>
              </a:lnSpc>
              <a:spcBef>
                <a:spcPts val="105"/>
              </a:spcBef>
            </a:pPr>
            <a:r>
              <a:rPr dirty="0"/>
              <a:t>Virtual</a:t>
            </a:r>
            <a:r>
              <a:rPr spc="-65" dirty="0"/>
              <a:t> </a:t>
            </a:r>
            <a:r>
              <a:rPr spc="-5" dirty="0"/>
              <a:t>Memory</a:t>
            </a:r>
            <a:endParaRPr dirty="0"/>
          </a:p>
        </p:txBody>
      </p:sp>
      <p:sp>
        <p:nvSpPr>
          <p:cNvPr id="4" name="object 4"/>
          <p:cNvSpPr txBox="1"/>
          <p:nvPr/>
        </p:nvSpPr>
        <p:spPr>
          <a:xfrm>
            <a:off x="1143000" y="1576810"/>
            <a:ext cx="10515600" cy="5087930"/>
          </a:xfrm>
          <a:prstGeom prst="rect">
            <a:avLst/>
          </a:prstGeom>
        </p:spPr>
        <p:txBody>
          <a:bodyPr vert="horz" wrap="square" lIns="0" tIns="55244" rIns="0" bIns="0" rtlCol="0">
            <a:spAutoFit/>
          </a:bodyPr>
          <a:lstStyle/>
          <a:p>
            <a:pPr marL="241300" marR="5080" indent="-229235" algn="just">
              <a:lnSpc>
                <a:spcPct val="150000"/>
              </a:lnSpc>
              <a:spcBef>
                <a:spcPts val="434"/>
              </a:spcBef>
              <a:buSzPct val="80357"/>
              <a:buFont typeface="Arial MT"/>
              <a:buChar char="•"/>
              <a:tabLst>
                <a:tab pos="241935" algn="l"/>
              </a:tabLst>
            </a:pPr>
            <a:r>
              <a:rPr sz="2600" b="1" spc="-10" dirty="0">
                <a:solidFill>
                  <a:srgbClr val="002060"/>
                </a:solidFill>
                <a:latin typeface="Times New Roman" panose="02020603050405020304" pitchFamily="18" charset="0"/>
                <a:cs typeface="Times New Roman" panose="02020603050405020304" pitchFamily="18" charset="0"/>
              </a:rPr>
              <a:t>Virtual</a:t>
            </a:r>
            <a:r>
              <a:rPr sz="2600" b="1" spc="470" dirty="0">
                <a:solidFill>
                  <a:srgbClr val="002060"/>
                </a:solidFill>
                <a:latin typeface="Times New Roman" panose="02020603050405020304" pitchFamily="18" charset="0"/>
                <a:cs typeface="Times New Roman" panose="02020603050405020304" pitchFamily="18" charset="0"/>
              </a:rPr>
              <a:t> </a:t>
            </a:r>
            <a:r>
              <a:rPr sz="2600" b="1" dirty="0">
                <a:solidFill>
                  <a:srgbClr val="002060"/>
                </a:solidFill>
                <a:latin typeface="Times New Roman" panose="02020603050405020304" pitchFamily="18" charset="0"/>
                <a:cs typeface="Times New Roman" panose="02020603050405020304" pitchFamily="18" charset="0"/>
              </a:rPr>
              <a:t>Memory</a:t>
            </a:r>
            <a:r>
              <a:rPr sz="2600" b="1" spc="45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spc="47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a:t>
            </a:r>
            <a:r>
              <a:rPr sz="2600" spc="47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storage</a:t>
            </a:r>
            <a:r>
              <a:rPr sz="2600" spc="48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mechanism</a:t>
            </a:r>
            <a:r>
              <a:rPr sz="2600" spc="47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which</a:t>
            </a:r>
            <a:r>
              <a:rPr sz="2600" spc="480" dirty="0">
                <a:solidFill>
                  <a:srgbClr val="002060"/>
                </a:solidFill>
                <a:latin typeface="Times New Roman" panose="02020603050405020304" pitchFamily="18" charset="0"/>
                <a:cs typeface="Times New Roman" panose="02020603050405020304" pitchFamily="18" charset="0"/>
              </a:rPr>
              <a:t> </a:t>
            </a:r>
            <a:r>
              <a:rPr sz="2600" spc="-10" dirty="0">
                <a:solidFill>
                  <a:srgbClr val="002060"/>
                </a:solidFill>
                <a:latin typeface="Times New Roman" panose="02020603050405020304" pitchFamily="18" charset="0"/>
                <a:cs typeface="Times New Roman" panose="02020603050405020304" pitchFamily="18" charset="0"/>
              </a:rPr>
              <a:t>offers</a:t>
            </a:r>
            <a:r>
              <a:rPr sz="2600" spc="46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user </a:t>
            </a:r>
            <a:r>
              <a:rPr sz="2600" spc="-76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an </a:t>
            </a:r>
            <a:r>
              <a:rPr sz="2600" dirty="0">
                <a:solidFill>
                  <a:srgbClr val="002060"/>
                </a:solidFill>
                <a:latin typeface="Times New Roman" panose="02020603050405020304" pitchFamily="18" charset="0"/>
                <a:cs typeface="Times New Roman" panose="02020603050405020304" pitchFamily="18" charset="0"/>
              </a:rPr>
              <a:t>illusion of </a:t>
            </a:r>
            <a:r>
              <a:rPr sz="2600" spc="-5" dirty="0">
                <a:solidFill>
                  <a:srgbClr val="002060"/>
                </a:solidFill>
                <a:latin typeface="Times New Roman" panose="02020603050405020304" pitchFamily="18" charset="0"/>
                <a:cs typeface="Times New Roman" panose="02020603050405020304" pitchFamily="18" charset="0"/>
              </a:rPr>
              <a:t>having a very big main </a:t>
            </a:r>
            <a:r>
              <a:rPr sz="2600" spc="-30" dirty="0">
                <a:solidFill>
                  <a:srgbClr val="002060"/>
                </a:solidFill>
                <a:latin typeface="Times New Roman" panose="02020603050405020304" pitchFamily="18" charset="0"/>
                <a:cs typeface="Times New Roman" panose="02020603050405020304" pitchFamily="18" charset="0"/>
              </a:rPr>
              <a:t>memory. </a:t>
            </a:r>
            <a:r>
              <a:rPr sz="2600" spc="-10" dirty="0">
                <a:solidFill>
                  <a:srgbClr val="002060"/>
                </a:solidFill>
                <a:latin typeface="Times New Roman" panose="02020603050405020304" pitchFamily="18" charset="0"/>
                <a:cs typeface="Times New Roman" panose="02020603050405020304" pitchFamily="18" charset="0"/>
              </a:rPr>
              <a:t>It is </a:t>
            </a:r>
            <a:r>
              <a:rPr sz="2600" spc="-5" dirty="0">
                <a:solidFill>
                  <a:srgbClr val="002060"/>
                </a:solidFill>
                <a:latin typeface="Times New Roman" panose="02020603050405020304" pitchFamily="18" charset="0"/>
                <a:cs typeface="Times New Roman" panose="02020603050405020304" pitchFamily="18" charset="0"/>
              </a:rPr>
              <a:t>done </a:t>
            </a:r>
            <a:r>
              <a:rPr sz="2600" dirty="0">
                <a:solidFill>
                  <a:srgbClr val="002060"/>
                </a:solidFill>
                <a:latin typeface="Times New Roman" panose="02020603050405020304" pitchFamily="18" charset="0"/>
                <a:cs typeface="Times New Roman" panose="02020603050405020304" pitchFamily="18" charset="0"/>
              </a:rPr>
              <a:t>by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treating </a:t>
            </a:r>
            <a:r>
              <a:rPr sz="2600" spc="-5" dirty="0">
                <a:solidFill>
                  <a:srgbClr val="002060"/>
                </a:solidFill>
                <a:latin typeface="Times New Roman" panose="02020603050405020304" pitchFamily="18" charset="0"/>
                <a:cs typeface="Times New Roman" panose="02020603050405020304" pitchFamily="18" charset="0"/>
              </a:rPr>
              <a:t>a </a:t>
            </a:r>
            <a:r>
              <a:rPr sz="2600" dirty="0">
                <a:solidFill>
                  <a:srgbClr val="002060"/>
                </a:solidFill>
                <a:latin typeface="Times New Roman" panose="02020603050405020304" pitchFamily="18" charset="0"/>
                <a:cs typeface="Times New Roman" panose="02020603050405020304" pitchFamily="18" charset="0"/>
              </a:rPr>
              <a:t>part of </a:t>
            </a:r>
            <a:r>
              <a:rPr sz="2600" spc="-5" dirty="0">
                <a:solidFill>
                  <a:srgbClr val="002060"/>
                </a:solidFill>
                <a:latin typeface="Times New Roman" panose="02020603050405020304" pitchFamily="18" charset="0"/>
                <a:cs typeface="Times New Roman" panose="02020603050405020304" pitchFamily="18" charset="0"/>
              </a:rPr>
              <a:t>secondary memory </a:t>
            </a:r>
            <a:r>
              <a:rPr sz="2600" dirty="0">
                <a:solidFill>
                  <a:srgbClr val="002060"/>
                </a:solidFill>
                <a:latin typeface="Times New Roman" panose="02020603050405020304" pitchFamily="18" charset="0"/>
                <a:cs typeface="Times New Roman" panose="02020603050405020304" pitchFamily="18" charset="0"/>
              </a:rPr>
              <a:t>as </a:t>
            </a:r>
            <a:r>
              <a:rPr sz="2600" spc="-5" dirty="0">
                <a:solidFill>
                  <a:srgbClr val="002060"/>
                </a:solidFill>
                <a:latin typeface="Times New Roman" panose="02020603050405020304" pitchFamily="18" charset="0"/>
                <a:cs typeface="Times New Roman" panose="02020603050405020304" pitchFamily="18" charset="0"/>
              </a:rPr>
              <a:t>the main </a:t>
            </a:r>
            <a:r>
              <a:rPr sz="2600" spc="-30" dirty="0">
                <a:solidFill>
                  <a:srgbClr val="002060"/>
                </a:solidFill>
                <a:latin typeface="Times New Roman" panose="02020603050405020304" pitchFamily="18" charset="0"/>
                <a:cs typeface="Times New Roman" panose="02020603050405020304" pitchFamily="18" charset="0"/>
              </a:rPr>
              <a:t>memory. </a:t>
            </a:r>
            <a:r>
              <a:rPr sz="2600" spc="-5" dirty="0">
                <a:solidFill>
                  <a:srgbClr val="002060"/>
                </a:solidFill>
                <a:latin typeface="Times New Roman" panose="02020603050405020304" pitchFamily="18" charset="0"/>
                <a:cs typeface="Times New Roman" panose="02020603050405020304" pitchFamily="18" charset="0"/>
              </a:rPr>
              <a:t>In </a:t>
            </a:r>
            <a:r>
              <a:rPr sz="2600" dirty="0">
                <a:solidFill>
                  <a:srgbClr val="002060"/>
                </a:solidFill>
                <a:latin typeface="Times New Roman" panose="02020603050405020304" pitchFamily="18" charset="0"/>
                <a:cs typeface="Times New Roman" panose="02020603050405020304" pitchFamily="18" charset="0"/>
              </a:rPr>
              <a:t> </a:t>
            </a:r>
            <a:r>
              <a:rPr sz="2600" spc="-10" dirty="0">
                <a:solidFill>
                  <a:srgbClr val="002060"/>
                </a:solidFill>
                <a:latin typeface="Times New Roman" panose="02020603050405020304" pitchFamily="18" charset="0"/>
                <a:cs typeface="Times New Roman" panose="02020603050405020304" pitchFamily="18" charset="0"/>
              </a:rPr>
              <a:t>Virtual </a:t>
            </a:r>
            <a:r>
              <a:rPr sz="2600" spc="-30" dirty="0">
                <a:solidFill>
                  <a:srgbClr val="002060"/>
                </a:solidFill>
                <a:latin typeface="Times New Roman" panose="02020603050405020304" pitchFamily="18" charset="0"/>
                <a:cs typeface="Times New Roman" panose="02020603050405020304" pitchFamily="18" charset="0"/>
              </a:rPr>
              <a:t>memory, </a:t>
            </a:r>
            <a:r>
              <a:rPr sz="2600" spc="-5" dirty="0">
                <a:solidFill>
                  <a:srgbClr val="002060"/>
                </a:solidFill>
                <a:latin typeface="Times New Roman" panose="02020603050405020304" pitchFamily="18" charset="0"/>
                <a:cs typeface="Times New Roman" panose="02020603050405020304" pitchFamily="18" charset="0"/>
              </a:rPr>
              <a:t>the </a:t>
            </a:r>
            <a:r>
              <a:rPr sz="2600" dirty="0">
                <a:solidFill>
                  <a:srgbClr val="002060"/>
                </a:solidFill>
                <a:latin typeface="Times New Roman" panose="02020603050405020304" pitchFamily="18" charset="0"/>
                <a:cs typeface="Times New Roman" panose="02020603050405020304" pitchFamily="18" charset="0"/>
              </a:rPr>
              <a:t>user can store processes </a:t>
            </a:r>
            <a:r>
              <a:rPr sz="2600" spc="-5" dirty="0">
                <a:solidFill>
                  <a:srgbClr val="002060"/>
                </a:solidFill>
                <a:latin typeface="Times New Roman" panose="02020603050405020304" pitchFamily="18" charset="0"/>
                <a:cs typeface="Times New Roman" panose="02020603050405020304" pitchFamily="18" charset="0"/>
              </a:rPr>
              <a:t>with a bigger </a:t>
            </a:r>
            <a:r>
              <a:rPr sz="2600" dirty="0">
                <a:solidFill>
                  <a:srgbClr val="002060"/>
                </a:solidFill>
                <a:latin typeface="Times New Roman" panose="02020603050405020304" pitchFamily="18" charset="0"/>
                <a:cs typeface="Times New Roman" panose="02020603050405020304" pitchFamily="18" charset="0"/>
              </a:rPr>
              <a:t> size</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than</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available</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main</a:t>
            </a:r>
            <a:r>
              <a:rPr sz="2600" spc="20" dirty="0">
                <a:solidFill>
                  <a:srgbClr val="002060"/>
                </a:solidFill>
                <a:latin typeface="Times New Roman" panose="02020603050405020304" pitchFamily="18" charset="0"/>
                <a:cs typeface="Times New Roman" panose="02020603050405020304" pitchFamily="18" charset="0"/>
              </a:rPr>
              <a:t> </a:t>
            </a:r>
            <a:r>
              <a:rPr sz="2600" spc="-30" dirty="0">
                <a:solidFill>
                  <a:srgbClr val="002060"/>
                </a:solidFill>
                <a:latin typeface="Times New Roman" panose="02020603050405020304" pitchFamily="18" charset="0"/>
                <a:cs typeface="Times New Roman" panose="02020603050405020304" pitchFamily="18" charset="0"/>
              </a:rPr>
              <a:t>memory.</a:t>
            </a:r>
            <a:endParaRPr sz="2600" dirty="0">
              <a:solidFill>
                <a:srgbClr val="002060"/>
              </a:solidFill>
              <a:latin typeface="Times New Roman" panose="02020603050405020304" pitchFamily="18" charset="0"/>
              <a:cs typeface="Times New Roman" panose="02020603050405020304" pitchFamily="18" charset="0"/>
            </a:endParaRPr>
          </a:p>
          <a:p>
            <a:pPr marL="241300" marR="5715" indent="-229235" algn="just">
              <a:lnSpc>
                <a:spcPct val="150000"/>
              </a:lnSpc>
              <a:spcBef>
                <a:spcPts val="1800"/>
              </a:spcBef>
              <a:buSzPct val="80357"/>
              <a:buChar char="•"/>
              <a:tabLst>
                <a:tab pos="241935" algn="l"/>
              </a:tabLst>
            </a:pPr>
            <a:r>
              <a:rPr sz="2600" dirty="0">
                <a:solidFill>
                  <a:srgbClr val="002060"/>
                </a:solidFill>
                <a:latin typeface="Times New Roman" panose="02020603050405020304" pitchFamily="18" charset="0"/>
                <a:cs typeface="Times New Roman" panose="02020603050405020304" pitchFamily="18" charset="0"/>
              </a:rPr>
              <a:t>Therefore, </a:t>
            </a:r>
            <a:r>
              <a:rPr sz="2600" spc="-5" dirty="0">
                <a:solidFill>
                  <a:srgbClr val="002060"/>
                </a:solidFill>
                <a:latin typeface="Times New Roman" panose="02020603050405020304" pitchFamily="18" charset="0"/>
                <a:cs typeface="Times New Roman" panose="02020603050405020304" pitchFamily="18" charset="0"/>
              </a:rPr>
              <a:t>instead </a:t>
            </a:r>
            <a:r>
              <a:rPr sz="2600" dirty="0">
                <a:solidFill>
                  <a:srgbClr val="002060"/>
                </a:solidFill>
                <a:latin typeface="Times New Roman" panose="02020603050405020304" pitchFamily="18" charset="0"/>
                <a:cs typeface="Times New Roman" panose="02020603050405020304" pitchFamily="18" charset="0"/>
              </a:rPr>
              <a:t>of </a:t>
            </a:r>
            <a:r>
              <a:rPr sz="2600" spc="-5" dirty="0">
                <a:solidFill>
                  <a:srgbClr val="002060"/>
                </a:solidFill>
                <a:latin typeface="Times New Roman" panose="02020603050405020304" pitchFamily="18" charset="0"/>
                <a:cs typeface="Times New Roman" panose="02020603050405020304" pitchFamily="18" charset="0"/>
              </a:rPr>
              <a:t>loading </a:t>
            </a:r>
            <a:r>
              <a:rPr sz="2600" dirty="0">
                <a:solidFill>
                  <a:srgbClr val="002060"/>
                </a:solidFill>
                <a:latin typeface="Times New Roman" panose="02020603050405020304" pitchFamily="18" charset="0"/>
                <a:cs typeface="Times New Roman" panose="02020603050405020304" pitchFamily="18" charset="0"/>
              </a:rPr>
              <a:t>one </a:t>
            </a:r>
            <a:r>
              <a:rPr sz="2600" spc="-5" dirty="0">
                <a:solidFill>
                  <a:srgbClr val="002060"/>
                </a:solidFill>
                <a:latin typeface="Times New Roman" panose="02020603050405020304" pitchFamily="18" charset="0"/>
                <a:cs typeface="Times New Roman" panose="02020603050405020304" pitchFamily="18" charset="0"/>
              </a:rPr>
              <a:t>long </a:t>
            </a:r>
            <a:r>
              <a:rPr sz="2600" dirty="0">
                <a:solidFill>
                  <a:srgbClr val="002060"/>
                </a:solidFill>
                <a:latin typeface="Times New Roman" panose="02020603050405020304" pitchFamily="18" charset="0"/>
                <a:cs typeface="Times New Roman" panose="02020603050405020304" pitchFamily="18" charset="0"/>
              </a:rPr>
              <a:t>process </a:t>
            </a:r>
            <a:r>
              <a:rPr sz="2600" spc="-5" dirty="0">
                <a:solidFill>
                  <a:srgbClr val="002060"/>
                </a:solidFill>
                <a:latin typeface="Times New Roman" panose="02020603050405020304" pitchFamily="18" charset="0"/>
                <a:cs typeface="Times New Roman" panose="02020603050405020304" pitchFamily="18" charset="0"/>
              </a:rPr>
              <a:t>in the main </a:t>
            </a:r>
            <a:r>
              <a:rPr sz="2600" dirty="0">
                <a:solidFill>
                  <a:srgbClr val="002060"/>
                </a:solidFill>
                <a:latin typeface="Times New Roman" panose="02020603050405020304" pitchFamily="18" charset="0"/>
                <a:cs typeface="Times New Roman" panose="02020603050405020304" pitchFamily="18" charset="0"/>
              </a:rPr>
              <a:t> </a:t>
            </a:r>
            <a:r>
              <a:rPr sz="2600" spc="-30" dirty="0">
                <a:solidFill>
                  <a:srgbClr val="002060"/>
                </a:solidFill>
                <a:latin typeface="Times New Roman" panose="02020603050405020304" pitchFamily="18" charset="0"/>
                <a:cs typeface="Times New Roman" panose="02020603050405020304" pitchFamily="18" charset="0"/>
              </a:rPr>
              <a:t>memory, </a:t>
            </a:r>
            <a:r>
              <a:rPr sz="2600" spc="-5" dirty="0">
                <a:solidFill>
                  <a:srgbClr val="002060"/>
                </a:solidFill>
                <a:latin typeface="Times New Roman" panose="02020603050405020304" pitchFamily="18" charset="0"/>
                <a:cs typeface="Times New Roman" panose="02020603050405020304" pitchFamily="18" charset="0"/>
              </a:rPr>
              <a:t>the </a:t>
            </a:r>
            <a:r>
              <a:rPr sz="2600" spc="-10" dirty="0">
                <a:solidFill>
                  <a:srgbClr val="002060"/>
                </a:solidFill>
                <a:latin typeface="Times New Roman" panose="02020603050405020304" pitchFamily="18" charset="0"/>
                <a:cs typeface="Times New Roman" panose="02020603050405020304" pitchFamily="18" charset="0"/>
              </a:rPr>
              <a:t>OS </a:t>
            </a:r>
            <a:r>
              <a:rPr sz="2600" spc="-5" dirty="0">
                <a:solidFill>
                  <a:srgbClr val="002060"/>
                </a:solidFill>
                <a:latin typeface="Times New Roman" panose="02020603050405020304" pitchFamily="18" charset="0"/>
                <a:cs typeface="Times New Roman" panose="02020603050405020304" pitchFamily="18" charset="0"/>
              </a:rPr>
              <a:t>loads the </a:t>
            </a:r>
            <a:r>
              <a:rPr sz="2600" dirty="0">
                <a:solidFill>
                  <a:srgbClr val="002060"/>
                </a:solidFill>
                <a:latin typeface="Times New Roman" panose="02020603050405020304" pitchFamily="18" charset="0"/>
                <a:cs typeface="Times New Roman" panose="02020603050405020304" pitchFamily="18" charset="0"/>
              </a:rPr>
              <a:t>various </a:t>
            </a:r>
            <a:r>
              <a:rPr sz="2600" spc="-5" dirty="0">
                <a:solidFill>
                  <a:srgbClr val="002060"/>
                </a:solidFill>
                <a:latin typeface="Times New Roman" panose="02020603050405020304" pitchFamily="18" charset="0"/>
                <a:cs typeface="Times New Roman" panose="02020603050405020304" pitchFamily="18" charset="0"/>
              </a:rPr>
              <a:t>parts </a:t>
            </a:r>
            <a:r>
              <a:rPr sz="2600" dirty="0">
                <a:solidFill>
                  <a:srgbClr val="002060"/>
                </a:solidFill>
                <a:latin typeface="Times New Roman" panose="02020603050405020304" pitchFamily="18" charset="0"/>
                <a:cs typeface="Times New Roman" panose="02020603050405020304" pitchFamily="18" charset="0"/>
              </a:rPr>
              <a:t>of </a:t>
            </a:r>
            <a:r>
              <a:rPr sz="2600" spc="-5" dirty="0">
                <a:solidFill>
                  <a:srgbClr val="002060"/>
                </a:solidFill>
                <a:latin typeface="Times New Roman" panose="02020603050405020304" pitchFamily="18" charset="0"/>
                <a:cs typeface="Times New Roman" panose="02020603050405020304" pitchFamily="18" charset="0"/>
              </a:rPr>
              <a:t>more </a:t>
            </a:r>
            <a:r>
              <a:rPr sz="2600" dirty="0">
                <a:solidFill>
                  <a:srgbClr val="002060"/>
                </a:solidFill>
                <a:latin typeface="Times New Roman" panose="02020603050405020304" pitchFamily="18" charset="0"/>
                <a:cs typeface="Times New Roman" panose="02020603050405020304" pitchFamily="18" charset="0"/>
              </a:rPr>
              <a:t>than one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process</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main</a:t>
            </a:r>
            <a:r>
              <a:rPr sz="2600" dirty="0">
                <a:solidFill>
                  <a:srgbClr val="002060"/>
                </a:solidFill>
                <a:latin typeface="Times New Roman" panose="02020603050405020304" pitchFamily="18" charset="0"/>
                <a:cs typeface="Times New Roman" panose="02020603050405020304" pitchFamily="18" charset="0"/>
              </a:rPr>
              <a:t> </a:t>
            </a:r>
            <a:r>
              <a:rPr sz="2600" spc="-30" dirty="0">
                <a:solidFill>
                  <a:srgbClr val="002060"/>
                </a:solidFill>
                <a:latin typeface="Times New Roman" panose="02020603050405020304" pitchFamily="18" charset="0"/>
                <a:cs typeface="Times New Roman" panose="02020603050405020304" pitchFamily="18" charset="0"/>
              </a:rPr>
              <a:t>memory.</a:t>
            </a:r>
            <a:r>
              <a:rPr sz="2600" spc="-25" dirty="0">
                <a:solidFill>
                  <a:srgbClr val="002060"/>
                </a:solidFill>
                <a:latin typeface="Times New Roman" panose="02020603050405020304" pitchFamily="18" charset="0"/>
                <a:cs typeface="Times New Roman" panose="02020603050405020304" pitchFamily="18" charset="0"/>
              </a:rPr>
              <a:t> </a:t>
            </a:r>
            <a:r>
              <a:rPr sz="2600" spc="-10" dirty="0">
                <a:solidFill>
                  <a:srgbClr val="002060"/>
                </a:solidFill>
                <a:latin typeface="Times New Roman" panose="02020603050405020304" pitchFamily="18" charset="0"/>
                <a:cs typeface="Times New Roman" panose="02020603050405020304" pitchFamily="18" charset="0"/>
              </a:rPr>
              <a:t>Virtual</a:t>
            </a:r>
            <a:r>
              <a:rPr sz="2600" spc="-5" dirty="0">
                <a:solidFill>
                  <a:srgbClr val="002060"/>
                </a:solidFill>
                <a:latin typeface="Times New Roman" panose="02020603050405020304" pitchFamily="18" charset="0"/>
                <a:cs typeface="Times New Roman" panose="02020603050405020304" pitchFamily="18" charset="0"/>
              </a:rPr>
              <a:t> memory</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mostly </a:t>
            </a:r>
            <a:r>
              <a:rPr sz="2600" dirty="0">
                <a:solidFill>
                  <a:srgbClr val="002060"/>
                </a:solidFill>
                <a:latin typeface="Times New Roman" panose="02020603050405020304" pitchFamily="18" charset="0"/>
                <a:cs typeface="Times New Roman" panose="02020603050405020304" pitchFamily="18" charset="0"/>
              </a:rPr>
              <a:t> implemented</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with</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demand</a:t>
            </a:r>
            <a:r>
              <a:rPr sz="2600" dirty="0">
                <a:solidFill>
                  <a:srgbClr val="002060"/>
                </a:solidFill>
                <a:latin typeface="Times New Roman" panose="02020603050405020304" pitchFamily="18" charset="0"/>
                <a:cs typeface="Times New Roman" panose="02020603050405020304" pitchFamily="18" charset="0"/>
              </a:rPr>
              <a:t> paging</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and</a:t>
            </a:r>
            <a:r>
              <a:rPr sz="2600" spc="78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demand </a:t>
            </a:r>
            <a:r>
              <a:rPr sz="2600" dirty="0">
                <a:solidFill>
                  <a:srgbClr val="002060"/>
                </a:solidFill>
                <a:latin typeface="Times New Roman" panose="02020603050405020304" pitchFamily="18" charset="0"/>
                <a:cs typeface="Times New Roman" panose="02020603050405020304" pitchFamily="18" charset="0"/>
              </a:rPr>
              <a:t> segmentation.</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p:nvPr/>
        </p:nvSpPr>
        <p:spPr>
          <a:xfrm>
            <a:off x="1066800" y="1813001"/>
            <a:ext cx="10363200" cy="4675505"/>
          </a:xfrm>
          <a:prstGeom prst="rect">
            <a:avLst/>
          </a:prstGeom>
        </p:spPr>
        <p:txBody>
          <a:bodyPr vert="horz" wrap="square" lIns="0" tIns="52705" rIns="0" bIns="0" rtlCol="0">
            <a:spAutoFit/>
          </a:bodyPr>
          <a:lstStyle/>
          <a:p>
            <a:pPr marL="241300" marR="5080" indent="-229235" algn="just">
              <a:lnSpc>
                <a:spcPct val="90000"/>
              </a:lnSpc>
              <a:spcBef>
                <a:spcPts val="415"/>
              </a:spcBef>
              <a:buSzPct val="78846"/>
              <a:buChar char="•"/>
              <a:tabLst>
                <a:tab pos="241935" algn="l"/>
              </a:tabLst>
            </a:pPr>
            <a:r>
              <a:rPr sz="2600" spc="-10" dirty="0">
                <a:solidFill>
                  <a:srgbClr val="002060"/>
                </a:solidFill>
                <a:latin typeface="Times New Roman" panose="02020603050405020304" pitchFamily="18" charset="0"/>
                <a:cs typeface="Times New Roman" panose="02020603050405020304" pitchFamily="18" charset="0"/>
              </a:rPr>
              <a:t>Virtual</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Memory</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dirty="0">
                <a:solidFill>
                  <a:srgbClr val="002060"/>
                </a:solidFill>
                <a:latin typeface="Times New Roman" panose="02020603050405020304" pitchFamily="18" charset="0"/>
                <a:cs typeface="Times New Roman" panose="02020603050405020304" pitchFamily="18" charset="0"/>
              </a:rPr>
              <a:t> a</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storage</a:t>
            </a:r>
            <a:r>
              <a:rPr sz="2600" spc="5" dirty="0">
                <a:solidFill>
                  <a:srgbClr val="002060"/>
                </a:solidFill>
                <a:latin typeface="Times New Roman" panose="02020603050405020304" pitchFamily="18" charset="0"/>
                <a:cs typeface="Times New Roman" panose="02020603050405020304" pitchFamily="18" charset="0"/>
              </a:rPr>
              <a:t> scheme</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that</a:t>
            </a:r>
            <a:r>
              <a:rPr sz="2600" spc="5" dirty="0">
                <a:solidFill>
                  <a:srgbClr val="002060"/>
                </a:solidFill>
                <a:latin typeface="Times New Roman" panose="02020603050405020304" pitchFamily="18" charset="0"/>
                <a:cs typeface="Times New Roman" panose="02020603050405020304" pitchFamily="18" charset="0"/>
              </a:rPr>
              <a:t> </a:t>
            </a:r>
            <a:r>
              <a:rPr sz="2600" b="1" i="1" dirty="0">
                <a:solidFill>
                  <a:srgbClr val="002060"/>
                </a:solidFill>
                <a:latin typeface="Times New Roman" panose="02020603050405020304" pitchFamily="18" charset="0"/>
                <a:cs typeface="Times New Roman" panose="02020603050405020304" pitchFamily="18" charset="0"/>
              </a:rPr>
              <a:t>provides</a:t>
            </a:r>
            <a:r>
              <a:rPr sz="2600" b="1" i="1" spc="5" dirty="0">
                <a:solidFill>
                  <a:srgbClr val="002060"/>
                </a:solidFill>
                <a:latin typeface="Times New Roman" panose="02020603050405020304" pitchFamily="18" charset="0"/>
                <a:cs typeface="Times New Roman" panose="02020603050405020304" pitchFamily="18" charset="0"/>
              </a:rPr>
              <a:t> </a:t>
            </a:r>
            <a:r>
              <a:rPr sz="2600" b="1" i="1" dirty="0">
                <a:solidFill>
                  <a:srgbClr val="002060"/>
                </a:solidFill>
                <a:latin typeface="Times New Roman" panose="02020603050405020304" pitchFamily="18" charset="0"/>
                <a:cs typeface="Times New Roman" panose="02020603050405020304" pitchFamily="18" charset="0"/>
              </a:rPr>
              <a:t>user</a:t>
            </a:r>
            <a:r>
              <a:rPr sz="2600" b="1" i="1" spc="5" dirty="0">
                <a:solidFill>
                  <a:srgbClr val="002060"/>
                </a:solidFill>
                <a:latin typeface="Times New Roman" panose="02020603050405020304" pitchFamily="18" charset="0"/>
                <a:cs typeface="Times New Roman" panose="02020603050405020304" pitchFamily="18" charset="0"/>
              </a:rPr>
              <a:t> </a:t>
            </a:r>
            <a:r>
              <a:rPr sz="2600" b="1" i="1" dirty="0">
                <a:solidFill>
                  <a:srgbClr val="002060"/>
                </a:solidFill>
                <a:latin typeface="Times New Roman" panose="02020603050405020304" pitchFamily="18" charset="0"/>
                <a:cs typeface="Times New Roman" panose="02020603050405020304" pitchFamily="18" charset="0"/>
              </a:rPr>
              <a:t>an </a:t>
            </a:r>
            <a:r>
              <a:rPr sz="2600" b="1" i="1" spc="-710" dirty="0">
                <a:solidFill>
                  <a:srgbClr val="002060"/>
                </a:solidFill>
                <a:latin typeface="Times New Roman" panose="02020603050405020304" pitchFamily="18" charset="0"/>
                <a:cs typeface="Times New Roman" panose="02020603050405020304" pitchFamily="18" charset="0"/>
              </a:rPr>
              <a:t> </a:t>
            </a:r>
            <a:r>
              <a:rPr sz="2600" b="1" i="1" dirty="0">
                <a:solidFill>
                  <a:srgbClr val="002060"/>
                </a:solidFill>
                <a:latin typeface="Times New Roman" panose="02020603050405020304" pitchFamily="18" charset="0"/>
                <a:cs typeface="Times New Roman" panose="02020603050405020304" pitchFamily="18" charset="0"/>
              </a:rPr>
              <a:t>illusion of having a very </a:t>
            </a:r>
            <a:r>
              <a:rPr sz="2600" b="1" i="1" spc="5" dirty="0">
                <a:solidFill>
                  <a:srgbClr val="002060"/>
                </a:solidFill>
                <a:latin typeface="Times New Roman" panose="02020603050405020304" pitchFamily="18" charset="0"/>
                <a:cs typeface="Times New Roman" panose="02020603050405020304" pitchFamily="18" charset="0"/>
              </a:rPr>
              <a:t>big </a:t>
            </a:r>
            <a:r>
              <a:rPr sz="2600" b="1" i="1" dirty="0">
                <a:solidFill>
                  <a:srgbClr val="002060"/>
                </a:solidFill>
                <a:latin typeface="Times New Roman" panose="02020603050405020304" pitchFamily="18" charset="0"/>
                <a:cs typeface="Times New Roman" panose="02020603050405020304" pitchFamily="18" charset="0"/>
              </a:rPr>
              <a:t>main memory</a:t>
            </a:r>
            <a:r>
              <a:rPr sz="2600" dirty="0">
                <a:solidFill>
                  <a:srgbClr val="002060"/>
                </a:solidFill>
                <a:latin typeface="Times New Roman" panose="02020603050405020304" pitchFamily="18" charset="0"/>
                <a:cs typeface="Times New Roman" panose="02020603050405020304" pitchFamily="18" charset="0"/>
              </a:rPr>
              <a:t>. This </a:t>
            </a:r>
            <a:r>
              <a:rPr sz="2600" spc="-5" dirty="0">
                <a:solidFill>
                  <a:srgbClr val="002060"/>
                </a:solidFill>
                <a:latin typeface="Times New Roman" panose="02020603050405020304" pitchFamily="18" charset="0"/>
                <a:cs typeface="Times New Roman" panose="02020603050405020304" pitchFamily="18" charset="0"/>
              </a:rPr>
              <a:t>is </a:t>
            </a:r>
            <a:r>
              <a:rPr sz="2600" dirty="0">
                <a:solidFill>
                  <a:srgbClr val="002060"/>
                </a:solidFill>
                <a:latin typeface="Times New Roman" panose="02020603050405020304" pitchFamily="18" charset="0"/>
                <a:cs typeface="Times New Roman" panose="02020603050405020304" pitchFamily="18" charset="0"/>
              </a:rPr>
              <a:t>done </a:t>
            </a:r>
            <a:r>
              <a:rPr sz="2600" spc="-10" dirty="0">
                <a:solidFill>
                  <a:srgbClr val="002060"/>
                </a:solidFill>
                <a:latin typeface="Times New Roman" panose="02020603050405020304" pitchFamily="18" charset="0"/>
                <a:cs typeface="Times New Roman" panose="02020603050405020304" pitchFamily="18" charset="0"/>
              </a:rPr>
              <a:t>by </a:t>
            </a:r>
            <a:r>
              <a:rPr sz="2600" spc="-5" dirty="0">
                <a:solidFill>
                  <a:srgbClr val="002060"/>
                </a:solidFill>
                <a:latin typeface="Times New Roman" panose="02020603050405020304" pitchFamily="18" charset="0"/>
                <a:cs typeface="Times New Roman" panose="02020603050405020304" pitchFamily="18" charset="0"/>
              </a:rPr>
              <a:t> </a:t>
            </a:r>
            <a:r>
              <a:rPr sz="2600" b="1" i="1" dirty="0">
                <a:solidFill>
                  <a:srgbClr val="002060"/>
                </a:solidFill>
                <a:latin typeface="Times New Roman" panose="02020603050405020304" pitchFamily="18" charset="0"/>
                <a:cs typeface="Times New Roman" panose="02020603050405020304" pitchFamily="18" charset="0"/>
              </a:rPr>
              <a:t>treating</a:t>
            </a:r>
            <a:r>
              <a:rPr sz="2600" b="1" i="1" spc="-10" dirty="0">
                <a:solidFill>
                  <a:srgbClr val="002060"/>
                </a:solidFill>
                <a:latin typeface="Times New Roman" panose="02020603050405020304" pitchFamily="18" charset="0"/>
                <a:cs typeface="Times New Roman" panose="02020603050405020304" pitchFamily="18" charset="0"/>
              </a:rPr>
              <a:t> </a:t>
            </a:r>
            <a:r>
              <a:rPr sz="2600" b="1" i="1" dirty="0">
                <a:solidFill>
                  <a:srgbClr val="002060"/>
                </a:solidFill>
                <a:latin typeface="Times New Roman" panose="02020603050405020304" pitchFamily="18" charset="0"/>
                <a:cs typeface="Times New Roman" panose="02020603050405020304" pitchFamily="18" charset="0"/>
              </a:rPr>
              <a:t>a part</a:t>
            </a:r>
            <a:r>
              <a:rPr sz="2600" b="1" i="1" spc="-10" dirty="0">
                <a:solidFill>
                  <a:srgbClr val="002060"/>
                </a:solidFill>
                <a:latin typeface="Times New Roman" panose="02020603050405020304" pitchFamily="18" charset="0"/>
                <a:cs typeface="Times New Roman" panose="02020603050405020304" pitchFamily="18" charset="0"/>
              </a:rPr>
              <a:t> </a:t>
            </a:r>
            <a:r>
              <a:rPr sz="2600" b="1" i="1" dirty="0">
                <a:solidFill>
                  <a:srgbClr val="002060"/>
                </a:solidFill>
                <a:latin typeface="Times New Roman" panose="02020603050405020304" pitchFamily="18" charset="0"/>
                <a:cs typeface="Times New Roman" panose="02020603050405020304" pitchFamily="18" charset="0"/>
              </a:rPr>
              <a:t>of</a:t>
            </a:r>
            <a:r>
              <a:rPr sz="2600" b="1" i="1" spc="-5" dirty="0">
                <a:solidFill>
                  <a:srgbClr val="002060"/>
                </a:solidFill>
                <a:latin typeface="Times New Roman" panose="02020603050405020304" pitchFamily="18" charset="0"/>
                <a:cs typeface="Times New Roman" panose="02020603050405020304" pitchFamily="18" charset="0"/>
              </a:rPr>
              <a:t> </a:t>
            </a:r>
            <a:r>
              <a:rPr sz="2600" b="1" i="1" dirty="0">
                <a:solidFill>
                  <a:srgbClr val="002060"/>
                </a:solidFill>
                <a:latin typeface="Times New Roman" panose="02020603050405020304" pitchFamily="18" charset="0"/>
                <a:cs typeface="Times New Roman" panose="02020603050405020304" pitchFamily="18" charset="0"/>
              </a:rPr>
              <a:t>secondary</a:t>
            </a:r>
            <a:r>
              <a:rPr sz="2600" b="1" i="1" spc="-30" dirty="0">
                <a:solidFill>
                  <a:srgbClr val="002060"/>
                </a:solidFill>
                <a:latin typeface="Times New Roman" panose="02020603050405020304" pitchFamily="18" charset="0"/>
                <a:cs typeface="Times New Roman" panose="02020603050405020304" pitchFamily="18" charset="0"/>
              </a:rPr>
              <a:t> </a:t>
            </a:r>
            <a:r>
              <a:rPr sz="2600" b="1" i="1" dirty="0">
                <a:solidFill>
                  <a:srgbClr val="002060"/>
                </a:solidFill>
                <a:latin typeface="Times New Roman" panose="02020603050405020304" pitchFamily="18" charset="0"/>
                <a:cs typeface="Times New Roman" panose="02020603050405020304" pitchFamily="18" charset="0"/>
              </a:rPr>
              <a:t>memory</a:t>
            </a:r>
            <a:r>
              <a:rPr sz="2600" b="1" i="1" spc="-10" dirty="0">
                <a:solidFill>
                  <a:srgbClr val="002060"/>
                </a:solidFill>
                <a:latin typeface="Times New Roman" panose="02020603050405020304" pitchFamily="18" charset="0"/>
                <a:cs typeface="Times New Roman" panose="02020603050405020304" pitchFamily="18" charset="0"/>
              </a:rPr>
              <a:t> </a:t>
            </a:r>
            <a:r>
              <a:rPr sz="2600" b="1" i="1" dirty="0">
                <a:solidFill>
                  <a:srgbClr val="002060"/>
                </a:solidFill>
                <a:latin typeface="Times New Roman" panose="02020603050405020304" pitchFamily="18" charset="0"/>
                <a:cs typeface="Times New Roman" panose="02020603050405020304" pitchFamily="18" charset="0"/>
              </a:rPr>
              <a:t>as</a:t>
            </a:r>
            <a:r>
              <a:rPr sz="2600" b="1" i="1" spc="5" dirty="0">
                <a:solidFill>
                  <a:srgbClr val="002060"/>
                </a:solidFill>
                <a:latin typeface="Times New Roman" panose="02020603050405020304" pitchFamily="18" charset="0"/>
                <a:cs typeface="Times New Roman" panose="02020603050405020304" pitchFamily="18" charset="0"/>
              </a:rPr>
              <a:t> </a:t>
            </a:r>
            <a:r>
              <a:rPr sz="2600" b="1" i="1" dirty="0">
                <a:solidFill>
                  <a:srgbClr val="002060"/>
                </a:solidFill>
                <a:latin typeface="Times New Roman" panose="02020603050405020304" pitchFamily="18" charset="0"/>
                <a:cs typeface="Times New Roman" panose="02020603050405020304" pitchFamily="18" charset="0"/>
              </a:rPr>
              <a:t>the</a:t>
            </a:r>
            <a:r>
              <a:rPr sz="2600" b="1" i="1" spc="-10" dirty="0">
                <a:solidFill>
                  <a:srgbClr val="002060"/>
                </a:solidFill>
                <a:latin typeface="Times New Roman" panose="02020603050405020304" pitchFamily="18" charset="0"/>
                <a:cs typeface="Times New Roman" panose="02020603050405020304" pitchFamily="18" charset="0"/>
              </a:rPr>
              <a:t> </a:t>
            </a:r>
            <a:r>
              <a:rPr sz="2600" b="1" i="1" dirty="0">
                <a:solidFill>
                  <a:srgbClr val="002060"/>
                </a:solidFill>
                <a:latin typeface="Times New Roman" panose="02020603050405020304" pitchFamily="18" charset="0"/>
                <a:cs typeface="Times New Roman" panose="02020603050405020304" pitchFamily="18" charset="0"/>
              </a:rPr>
              <a:t>main</a:t>
            </a:r>
            <a:r>
              <a:rPr sz="2600" b="1" i="1" spc="5" dirty="0">
                <a:solidFill>
                  <a:srgbClr val="002060"/>
                </a:solidFill>
                <a:latin typeface="Times New Roman" panose="02020603050405020304" pitchFamily="18" charset="0"/>
                <a:cs typeface="Times New Roman" panose="02020603050405020304" pitchFamily="18" charset="0"/>
              </a:rPr>
              <a:t> </a:t>
            </a:r>
            <a:r>
              <a:rPr sz="2600" b="1" i="1" dirty="0">
                <a:solidFill>
                  <a:srgbClr val="002060"/>
                </a:solidFill>
                <a:latin typeface="Times New Roman" panose="02020603050405020304" pitchFamily="18" charset="0"/>
                <a:cs typeface="Times New Roman" panose="02020603050405020304" pitchFamily="18" charset="0"/>
              </a:rPr>
              <a:t>memory</a:t>
            </a:r>
            <a:r>
              <a:rPr sz="2600" dirty="0">
                <a:solidFill>
                  <a:srgbClr val="002060"/>
                </a:solidFill>
                <a:latin typeface="Times New Roman" panose="02020603050405020304" pitchFamily="18" charset="0"/>
                <a:cs typeface="Times New Roman" panose="02020603050405020304" pitchFamily="18" charset="0"/>
              </a:rPr>
              <a:t>.</a:t>
            </a:r>
          </a:p>
          <a:p>
            <a:pPr marL="241300" marR="6985" indent="-229235" algn="just">
              <a:lnSpc>
                <a:spcPct val="90000"/>
              </a:lnSpc>
              <a:spcBef>
                <a:spcPts val="1800"/>
              </a:spcBef>
              <a:buSzPct val="78846"/>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In </a:t>
            </a:r>
            <a:r>
              <a:rPr sz="2600" dirty="0">
                <a:solidFill>
                  <a:srgbClr val="002060"/>
                </a:solidFill>
                <a:latin typeface="Times New Roman" panose="02020603050405020304" pitchFamily="18" charset="0"/>
                <a:cs typeface="Times New Roman" panose="02020603050405020304" pitchFamily="18" charset="0"/>
              </a:rPr>
              <a:t>this scheme, User can load </a:t>
            </a:r>
            <a:r>
              <a:rPr sz="2600" spc="-5" dirty="0">
                <a:solidFill>
                  <a:srgbClr val="002060"/>
                </a:solidFill>
                <a:latin typeface="Times New Roman" panose="02020603050405020304" pitchFamily="18" charset="0"/>
                <a:cs typeface="Times New Roman" panose="02020603050405020304" pitchFamily="18" charset="0"/>
              </a:rPr>
              <a:t>the </a:t>
            </a:r>
            <a:r>
              <a:rPr sz="2600" dirty="0">
                <a:solidFill>
                  <a:srgbClr val="002060"/>
                </a:solidFill>
                <a:latin typeface="Times New Roman" panose="02020603050405020304" pitchFamily="18" charset="0"/>
                <a:cs typeface="Times New Roman" panose="02020603050405020304" pitchFamily="18" charset="0"/>
              </a:rPr>
              <a:t>bigger size processes than the </a:t>
            </a:r>
            <a:r>
              <a:rPr sz="2600" spc="-7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available main memory </a:t>
            </a:r>
            <a:r>
              <a:rPr sz="2600" spc="-5" dirty="0">
                <a:solidFill>
                  <a:srgbClr val="002060"/>
                </a:solidFill>
                <a:latin typeface="Times New Roman" panose="02020603050405020304" pitchFamily="18" charset="0"/>
                <a:cs typeface="Times New Roman" panose="02020603050405020304" pitchFamily="18" charset="0"/>
              </a:rPr>
              <a:t>by </a:t>
            </a:r>
            <a:r>
              <a:rPr sz="2600" dirty="0">
                <a:solidFill>
                  <a:srgbClr val="002060"/>
                </a:solidFill>
                <a:latin typeface="Times New Roman" panose="02020603050405020304" pitchFamily="18" charset="0"/>
                <a:cs typeface="Times New Roman" panose="02020603050405020304" pitchFamily="18" charset="0"/>
              </a:rPr>
              <a:t>having the </a:t>
            </a:r>
            <a:r>
              <a:rPr sz="2600" spc="-5" dirty="0">
                <a:solidFill>
                  <a:srgbClr val="002060"/>
                </a:solidFill>
                <a:latin typeface="Times New Roman" panose="02020603050405020304" pitchFamily="18" charset="0"/>
                <a:cs typeface="Times New Roman" panose="02020603050405020304" pitchFamily="18" charset="0"/>
              </a:rPr>
              <a:t>illusion </a:t>
            </a:r>
            <a:r>
              <a:rPr sz="2600" dirty="0">
                <a:solidFill>
                  <a:srgbClr val="002060"/>
                </a:solidFill>
                <a:latin typeface="Times New Roman" panose="02020603050405020304" pitchFamily="18" charset="0"/>
                <a:cs typeface="Times New Roman" panose="02020603050405020304" pitchFamily="18" charset="0"/>
              </a:rPr>
              <a:t>that the </a:t>
            </a:r>
            <a:r>
              <a:rPr sz="2600" spc="-5" dirty="0">
                <a:solidFill>
                  <a:srgbClr val="002060"/>
                </a:solidFill>
                <a:latin typeface="Times New Roman" panose="02020603050405020304" pitchFamily="18" charset="0"/>
                <a:cs typeface="Times New Roman" panose="02020603050405020304" pitchFamily="18" charset="0"/>
              </a:rPr>
              <a:t>memory </a:t>
            </a:r>
            <a:r>
              <a:rPr sz="2600" spc="-15" dirty="0">
                <a:solidFill>
                  <a:srgbClr val="002060"/>
                </a:solidFill>
                <a:latin typeface="Times New Roman" panose="02020603050405020304" pitchFamily="18" charset="0"/>
                <a:cs typeface="Times New Roman" panose="02020603050405020304" pitchFamily="18" charset="0"/>
              </a:rPr>
              <a:t>is </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available</a:t>
            </a:r>
            <a:r>
              <a:rPr sz="2600" spc="-1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a:t>
            </a:r>
            <a:r>
              <a:rPr sz="2600" dirty="0">
                <a:solidFill>
                  <a:srgbClr val="002060"/>
                </a:solidFill>
                <a:latin typeface="Times New Roman" panose="02020603050405020304" pitchFamily="18" charset="0"/>
                <a:cs typeface="Times New Roman" panose="02020603050405020304" pitchFamily="18" charset="0"/>
              </a:rPr>
              <a:t> load</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process.</a:t>
            </a:r>
          </a:p>
          <a:p>
            <a:pPr marL="241300" marR="5080" indent="-229235" algn="just">
              <a:lnSpc>
                <a:spcPct val="90000"/>
              </a:lnSpc>
              <a:spcBef>
                <a:spcPts val="1800"/>
              </a:spcBef>
              <a:buSzPct val="78846"/>
              <a:buChar char="•"/>
              <a:tabLst>
                <a:tab pos="241935" algn="l"/>
              </a:tabLst>
            </a:pPr>
            <a:r>
              <a:rPr sz="2600" dirty="0">
                <a:solidFill>
                  <a:srgbClr val="002060"/>
                </a:solidFill>
                <a:latin typeface="Times New Roman" panose="02020603050405020304" pitchFamily="18" charset="0"/>
                <a:cs typeface="Times New Roman" panose="02020603050405020304" pitchFamily="18" charset="0"/>
              </a:rPr>
              <a:t>Instead</a:t>
            </a:r>
            <a:r>
              <a:rPr sz="2600" spc="69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of</a:t>
            </a:r>
            <a:r>
              <a:rPr sz="2600" spc="68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loading</a:t>
            </a:r>
            <a:r>
              <a:rPr sz="2600" spc="69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one</a:t>
            </a:r>
            <a:r>
              <a:rPr sz="2600" spc="69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big</a:t>
            </a:r>
            <a:r>
              <a:rPr sz="2600" spc="70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process</a:t>
            </a:r>
            <a:r>
              <a:rPr sz="2600" spc="69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a:t>
            </a:r>
            <a:r>
              <a:rPr sz="2600" spc="68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a:t>
            </a:r>
            <a:r>
              <a:rPr sz="2600" spc="69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main</a:t>
            </a:r>
            <a:r>
              <a:rPr sz="2600" spc="690" dirty="0">
                <a:solidFill>
                  <a:srgbClr val="002060"/>
                </a:solidFill>
                <a:latin typeface="Times New Roman" panose="02020603050405020304" pitchFamily="18" charset="0"/>
                <a:cs typeface="Times New Roman" panose="02020603050405020304" pitchFamily="18" charset="0"/>
              </a:rPr>
              <a:t> </a:t>
            </a:r>
            <a:r>
              <a:rPr sz="2600" spc="-30" dirty="0">
                <a:solidFill>
                  <a:srgbClr val="002060"/>
                </a:solidFill>
                <a:latin typeface="Times New Roman" panose="02020603050405020304" pitchFamily="18" charset="0"/>
                <a:cs typeface="Times New Roman" panose="02020603050405020304" pitchFamily="18" charset="0"/>
              </a:rPr>
              <a:t>memory,</a:t>
            </a:r>
            <a:r>
              <a:rPr sz="2600" dirty="0">
                <a:solidFill>
                  <a:srgbClr val="002060"/>
                </a:solidFill>
                <a:latin typeface="Times New Roman" panose="02020603050405020304" pitchFamily="18" charset="0"/>
                <a:cs typeface="Times New Roman" panose="02020603050405020304" pitchFamily="18" charset="0"/>
              </a:rPr>
              <a:t> the </a:t>
            </a:r>
            <a:r>
              <a:rPr sz="2600" spc="-71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Operating System </a:t>
            </a:r>
            <a:r>
              <a:rPr sz="2600" spc="-5" dirty="0">
                <a:solidFill>
                  <a:srgbClr val="002060"/>
                </a:solidFill>
                <a:latin typeface="Times New Roman" panose="02020603050405020304" pitchFamily="18" charset="0"/>
                <a:cs typeface="Times New Roman" panose="02020603050405020304" pitchFamily="18" charset="0"/>
              </a:rPr>
              <a:t>loads </a:t>
            </a:r>
            <a:r>
              <a:rPr sz="2600" dirty="0">
                <a:solidFill>
                  <a:srgbClr val="002060"/>
                </a:solidFill>
                <a:latin typeface="Times New Roman" panose="02020603050405020304" pitchFamily="18" charset="0"/>
                <a:cs typeface="Times New Roman" panose="02020603050405020304" pitchFamily="18" charset="0"/>
              </a:rPr>
              <a:t>the </a:t>
            </a:r>
            <a:r>
              <a:rPr sz="2600" spc="-5" dirty="0">
                <a:solidFill>
                  <a:srgbClr val="002060"/>
                </a:solidFill>
                <a:latin typeface="Times New Roman" panose="02020603050405020304" pitchFamily="18" charset="0"/>
                <a:cs typeface="Times New Roman" panose="02020603050405020304" pitchFamily="18" charset="0"/>
              </a:rPr>
              <a:t>different </a:t>
            </a:r>
            <a:r>
              <a:rPr sz="2600" dirty="0">
                <a:solidFill>
                  <a:srgbClr val="002060"/>
                </a:solidFill>
                <a:latin typeface="Times New Roman" panose="02020603050405020304" pitchFamily="18" charset="0"/>
                <a:cs typeface="Times New Roman" panose="02020603050405020304" pitchFamily="18" charset="0"/>
              </a:rPr>
              <a:t>parts of more than one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process</a:t>
            </a:r>
            <a:r>
              <a:rPr sz="2600" spc="-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a:t>
            </a:r>
            <a:r>
              <a:rPr sz="2600" dirty="0">
                <a:solidFill>
                  <a:srgbClr val="002060"/>
                </a:solidFill>
                <a:latin typeface="Times New Roman" panose="02020603050405020304" pitchFamily="18" charset="0"/>
                <a:cs typeface="Times New Roman" panose="02020603050405020304" pitchFamily="18" charset="0"/>
              </a:rPr>
              <a:t> the main</a:t>
            </a:r>
            <a:r>
              <a:rPr sz="2600" spc="5" dirty="0">
                <a:solidFill>
                  <a:srgbClr val="002060"/>
                </a:solidFill>
                <a:latin typeface="Times New Roman" panose="02020603050405020304" pitchFamily="18" charset="0"/>
                <a:cs typeface="Times New Roman" panose="02020603050405020304" pitchFamily="18" charset="0"/>
              </a:rPr>
              <a:t> </a:t>
            </a:r>
            <a:r>
              <a:rPr sz="2600" spc="-25" dirty="0">
                <a:solidFill>
                  <a:srgbClr val="002060"/>
                </a:solidFill>
                <a:latin typeface="Times New Roman" panose="02020603050405020304" pitchFamily="18" charset="0"/>
                <a:cs typeface="Times New Roman" panose="02020603050405020304" pitchFamily="18" charset="0"/>
              </a:rPr>
              <a:t>memory.</a:t>
            </a:r>
            <a:endParaRPr sz="2600" dirty="0">
              <a:solidFill>
                <a:srgbClr val="002060"/>
              </a:solidFill>
              <a:latin typeface="Times New Roman" panose="02020603050405020304" pitchFamily="18" charset="0"/>
              <a:cs typeface="Times New Roman" panose="02020603050405020304" pitchFamily="18" charset="0"/>
            </a:endParaRPr>
          </a:p>
          <a:p>
            <a:pPr marL="241300" marR="6350" indent="-229235" algn="just">
              <a:lnSpc>
                <a:spcPts val="2810"/>
              </a:lnSpc>
              <a:spcBef>
                <a:spcPts val="1839"/>
              </a:spcBef>
              <a:buSzPct val="78846"/>
              <a:buChar char="•"/>
              <a:tabLst>
                <a:tab pos="241935" algn="l"/>
              </a:tabLst>
            </a:pPr>
            <a:r>
              <a:rPr sz="2600" dirty="0">
                <a:solidFill>
                  <a:srgbClr val="002060"/>
                </a:solidFill>
                <a:latin typeface="Times New Roman" panose="02020603050405020304" pitchFamily="18" charset="0"/>
                <a:cs typeface="Times New Roman" panose="02020603050405020304" pitchFamily="18" charset="0"/>
              </a:rPr>
              <a:t>By doing </a:t>
            </a:r>
            <a:r>
              <a:rPr sz="2600" spc="-5" dirty="0">
                <a:solidFill>
                  <a:srgbClr val="002060"/>
                </a:solidFill>
                <a:latin typeface="Times New Roman" panose="02020603050405020304" pitchFamily="18" charset="0"/>
                <a:cs typeface="Times New Roman" panose="02020603050405020304" pitchFamily="18" charset="0"/>
              </a:rPr>
              <a:t>this, </a:t>
            </a:r>
            <a:r>
              <a:rPr sz="2600" dirty="0">
                <a:solidFill>
                  <a:srgbClr val="002060"/>
                </a:solidFill>
                <a:latin typeface="Times New Roman" panose="02020603050405020304" pitchFamily="18" charset="0"/>
                <a:cs typeface="Times New Roman" panose="02020603050405020304" pitchFamily="18" charset="0"/>
              </a:rPr>
              <a:t>the degree of multiprogramming </a:t>
            </a:r>
            <a:r>
              <a:rPr sz="2600" spc="-5" dirty="0">
                <a:solidFill>
                  <a:srgbClr val="002060"/>
                </a:solidFill>
                <a:latin typeface="Times New Roman" panose="02020603050405020304" pitchFamily="18" charset="0"/>
                <a:cs typeface="Times New Roman" panose="02020603050405020304" pitchFamily="18" charset="0"/>
              </a:rPr>
              <a:t>will </a:t>
            </a:r>
            <a:r>
              <a:rPr sz="2600" dirty="0">
                <a:solidFill>
                  <a:srgbClr val="002060"/>
                </a:solidFill>
                <a:latin typeface="Times New Roman" panose="02020603050405020304" pitchFamily="18" charset="0"/>
                <a:cs typeface="Times New Roman" panose="02020603050405020304" pitchFamily="18" charset="0"/>
              </a:rPr>
              <a:t>be increased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and therefore,</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CPU</a:t>
            </a:r>
            <a:r>
              <a:rPr sz="2600" spc="-1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utilization</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will</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also</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be increased.</a:t>
            </a:r>
          </a:p>
        </p:txBody>
      </p:sp>
      <p:sp>
        <p:nvSpPr>
          <p:cNvPr id="6" name="object 3"/>
          <p:cNvSpPr txBox="1">
            <a:spLocks noGrp="1"/>
          </p:cNvSpPr>
          <p:nvPr>
            <p:ph type="title"/>
          </p:nvPr>
        </p:nvSpPr>
        <p:spPr>
          <a:xfrm>
            <a:off x="1372616" y="949384"/>
            <a:ext cx="3797935" cy="505908"/>
          </a:xfrm>
          <a:prstGeom prst="rect">
            <a:avLst/>
          </a:prstGeom>
        </p:spPr>
        <p:txBody>
          <a:bodyPr vert="horz" wrap="square" lIns="0" tIns="13335" rIns="0" bIns="0" rtlCol="0">
            <a:spAutoFit/>
          </a:bodyPr>
          <a:lstStyle/>
          <a:p>
            <a:pPr marL="12700">
              <a:lnSpc>
                <a:spcPct val="100000"/>
              </a:lnSpc>
              <a:spcBef>
                <a:spcPts val="105"/>
              </a:spcBef>
            </a:pPr>
            <a:r>
              <a:rPr dirty="0"/>
              <a:t>Virtual</a:t>
            </a:r>
            <a:r>
              <a:rPr spc="-65" dirty="0"/>
              <a:t> </a:t>
            </a:r>
            <a:r>
              <a:rPr spc="-5" dirty="0"/>
              <a:t>Memory</a:t>
            </a:r>
            <a:endParaRPr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372616" y="479805"/>
            <a:ext cx="6218555" cy="635000"/>
          </a:xfrm>
          <a:prstGeom prst="rect">
            <a:avLst/>
          </a:prstGeom>
        </p:spPr>
        <p:txBody>
          <a:bodyPr vert="horz" wrap="square" lIns="0" tIns="12065" rIns="0" bIns="0" rtlCol="0">
            <a:spAutoFit/>
          </a:bodyPr>
          <a:lstStyle/>
          <a:p>
            <a:pPr marL="12700">
              <a:lnSpc>
                <a:spcPct val="100000"/>
              </a:lnSpc>
              <a:spcBef>
                <a:spcPts val="95"/>
              </a:spcBef>
            </a:pPr>
            <a:r>
              <a:rPr spc="-10" dirty="0"/>
              <a:t>Ho</a:t>
            </a:r>
            <a:r>
              <a:rPr spc="-5" dirty="0"/>
              <a:t>w</a:t>
            </a:r>
            <a:r>
              <a:rPr spc="-265" dirty="0"/>
              <a:t> </a:t>
            </a:r>
            <a:r>
              <a:rPr spc="-5" dirty="0"/>
              <a:t>Virt</a:t>
            </a:r>
            <a:r>
              <a:rPr spc="-20" dirty="0"/>
              <a:t>u</a:t>
            </a:r>
            <a:r>
              <a:rPr spc="-5" dirty="0"/>
              <a:t>al</a:t>
            </a:r>
            <a:r>
              <a:rPr spc="20" dirty="0"/>
              <a:t> </a:t>
            </a:r>
            <a:r>
              <a:rPr spc="-10" dirty="0"/>
              <a:t>Memor</a:t>
            </a:r>
            <a:r>
              <a:rPr spc="-5" dirty="0"/>
              <a:t>y</a:t>
            </a:r>
            <a:r>
              <a:rPr spc="-210" dirty="0"/>
              <a:t> </a:t>
            </a:r>
            <a:r>
              <a:rPr spc="-150" dirty="0"/>
              <a:t>W</a:t>
            </a:r>
            <a:r>
              <a:rPr spc="-5" dirty="0"/>
              <a:t>o</a:t>
            </a:r>
            <a:r>
              <a:rPr spc="-20" dirty="0"/>
              <a:t>r</a:t>
            </a:r>
            <a:r>
              <a:rPr spc="-10" dirty="0"/>
              <a:t>ks?</a:t>
            </a:r>
          </a:p>
        </p:txBody>
      </p:sp>
      <p:sp>
        <p:nvSpPr>
          <p:cNvPr id="4" name="object 4"/>
          <p:cNvSpPr txBox="1"/>
          <p:nvPr/>
        </p:nvSpPr>
        <p:spPr>
          <a:xfrm>
            <a:off x="1143000" y="1808829"/>
            <a:ext cx="10515600" cy="5130251"/>
          </a:xfrm>
          <a:prstGeom prst="rect">
            <a:avLst/>
          </a:prstGeom>
        </p:spPr>
        <p:txBody>
          <a:bodyPr vert="horz" wrap="square" lIns="0" tIns="97155" rIns="0" bIns="0" rtlCol="0">
            <a:spAutoFit/>
          </a:bodyPr>
          <a:lstStyle/>
          <a:p>
            <a:pPr marL="241300" marR="5080" indent="-229235" algn="just">
              <a:lnSpc>
                <a:spcPct val="150000"/>
              </a:lnSpc>
              <a:spcBef>
                <a:spcPts val="1800"/>
              </a:spcBef>
              <a:buSzPct val="80357"/>
              <a:buChar char="•"/>
              <a:tabLst>
                <a:tab pos="241935" algn="l"/>
              </a:tabLst>
            </a:pPr>
            <a:r>
              <a:rPr sz="2600" spc="-5" dirty="0" smtClean="0">
                <a:solidFill>
                  <a:srgbClr val="002060"/>
                </a:solidFill>
                <a:latin typeface="Times New Roman" panose="02020603050405020304" pitchFamily="18" charset="0"/>
                <a:cs typeface="Times New Roman" panose="02020603050405020304" pitchFamily="18" charset="0"/>
              </a:rPr>
              <a:t>In</a:t>
            </a:r>
            <a:r>
              <a:rPr sz="2600" spc="400" dirty="0" smtClean="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this</a:t>
            </a:r>
            <a:r>
              <a:rPr sz="2600" spc="39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scheme,</a:t>
            </a:r>
            <a:r>
              <a:rPr sz="2600" spc="409"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whenever</a:t>
            </a:r>
            <a:r>
              <a:rPr sz="2600" spc="42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some</a:t>
            </a:r>
            <a:r>
              <a:rPr sz="2600" spc="40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pages</a:t>
            </a:r>
            <a:r>
              <a:rPr sz="2600" spc="409"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needs</a:t>
            </a:r>
            <a:r>
              <a:rPr sz="2600" spc="409"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a:t>
            </a:r>
            <a:r>
              <a:rPr sz="2600" spc="40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be</a:t>
            </a:r>
            <a:r>
              <a:rPr sz="2600" spc="40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loaded</a:t>
            </a:r>
            <a:r>
              <a:rPr sz="2600" spc="409"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 </a:t>
            </a:r>
            <a:r>
              <a:rPr sz="2600" spc="-77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main</a:t>
            </a:r>
            <a:r>
              <a:rPr sz="2600" dirty="0">
                <a:solidFill>
                  <a:srgbClr val="002060"/>
                </a:solidFill>
                <a:latin typeface="Times New Roman" panose="02020603050405020304" pitchFamily="18" charset="0"/>
                <a:cs typeface="Times New Roman" panose="02020603050405020304" pitchFamily="18" charset="0"/>
              </a:rPr>
              <a:t> memory</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for</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dirty="0">
                <a:solidFill>
                  <a:srgbClr val="002060"/>
                </a:solidFill>
                <a:latin typeface="Times New Roman" panose="02020603050405020304" pitchFamily="18" charset="0"/>
                <a:cs typeface="Times New Roman" panose="02020603050405020304" pitchFamily="18" charset="0"/>
              </a:rPr>
              <a:t> execution</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and</a:t>
            </a:r>
            <a:r>
              <a:rPr sz="2600" dirty="0">
                <a:solidFill>
                  <a:srgbClr val="002060"/>
                </a:solidFill>
                <a:latin typeface="Times New Roman" panose="02020603050405020304" pitchFamily="18" charset="0"/>
                <a:cs typeface="Times New Roman" panose="02020603050405020304" pitchFamily="18" charset="0"/>
              </a:rPr>
              <a:t> the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memory</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not </a:t>
            </a:r>
            <a:r>
              <a:rPr sz="2600" spc="-76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available </a:t>
            </a:r>
            <a:r>
              <a:rPr sz="2600" spc="-5" dirty="0">
                <a:solidFill>
                  <a:srgbClr val="002060"/>
                </a:solidFill>
                <a:latin typeface="Times New Roman" panose="02020603050405020304" pitchFamily="18" charset="0"/>
                <a:cs typeface="Times New Roman" panose="02020603050405020304" pitchFamily="18" charset="0"/>
              </a:rPr>
              <a:t>for those many </a:t>
            </a:r>
            <a:r>
              <a:rPr sz="2600" dirty="0">
                <a:solidFill>
                  <a:srgbClr val="002060"/>
                </a:solidFill>
                <a:latin typeface="Times New Roman" panose="02020603050405020304" pitchFamily="18" charset="0"/>
                <a:cs typeface="Times New Roman" panose="02020603050405020304" pitchFamily="18" charset="0"/>
              </a:rPr>
              <a:t>pages, </a:t>
            </a:r>
            <a:r>
              <a:rPr sz="2600" spc="-5" dirty="0">
                <a:solidFill>
                  <a:srgbClr val="002060"/>
                </a:solidFill>
                <a:latin typeface="Times New Roman" panose="02020603050405020304" pitchFamily="18" charset="0"/>
                <a:cs typeface="Times New Roman" panose="02020603050405020304" pitchFamily="18" charset="0"/>
              </a:rPr>
              <a:t>then in </a:t>
            </a:r>
            <a:r>
              <a:rPr sz="2600" dirty="0">
                <a:solidFill>
                  <a:srgbClr val="002060"/>
                </a:solidFill>
                <a:latin typeface="Times New Roman" panose="02020603050405020304" pitchFamily="18" charset="0"/>
                <a:cs typeface="Times New Roman" panose="02020603050405020304" pitchFamily="18" charset="0"/>
              </a:rPr>
              <a:t>that </a:t>
            </a:r>
            <a:r>
              <a:rPr sz="2600" spc="-5" dirty="0">
                <a:solidFill>
                  <a:srgbClr val="002060"/>
                </a:solidFill>
                <a:latin typeface="Times New Roman" panose="02020603050405020304" pitchFamily="18" charset="0"/>
                <a:cs typeface="Times New Roman" panose="02020603050405020304" pitchFamily="18" charset="0"/>
              </a:rPr>
              <a:t>case, instead </a:t>
            </a:r>
            <a:r>
              <a:rPr sz="2600" dirty="0">
                <a:solidFill>
                  <a:srgbClr val="002060"/>
                </a:solidFill>
                <a:latin typeface="Times New Roman" panose="02020603050405020304" pitchFamily="18" charset="0"/>
                <a:cs typeface="Times New Roman" panose="02020603050405020304" pitchFamily="18" charset="0"/>
              </a:rPr>
              <a:t>of </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stopping the </a:t>
            </a:r>
            <a:r>
              <a:rPr sz="2600" dirty="0">
                <a:solidFill>
                  <a:srgbClr val="002060"/>
                </a:solidFill>
                <a:latin typeface="Times New Roman" panose="02020603050405020304" pitchFamily="18" charset="0"/>
                <a:cs typeface="Times New Roman" panose="02020603050405020304" pitchFamily="18" charset="0"/>
              </a:rPr>
              <a:t>pages from entering </a:t>
            </a:r>
            <a:r>
              <a:rPr sz="2600" spc="-5" dirty="0">
                <a:solidFill>
                  <a:srgbClr val="002060"/>
                </a:solidFill>
                <a:latin typeface="Times New Roman" panose="02020603050405020304" pitchFamily="18" charset="0"/>
                <a:cs typeface="Times New Roman" panose="02020603050405020304" pitchFamily="18" charset="0"/>
              </a:rPr>
              <a:t>in </a:t>
            </a:r>
            <a:r>
              <a:rPr sz="2600" spc="-10" dirty="0">
                <a:solidFill>
                  <a:srgbClr val="002060"/>
                </a:solidFill>
                <a:latin typeface="Times New Roman" panose="02020603050405020304" pitchFamily="18" charset="0"/>
                <a:cs typeface="Times New Roman" panose="02020603050405020304" pitchFamily="18" charset="0"/>
              </a:rPr>
              <a:t>the </a:t>
            </a:r>
            <a:r>
              <a:rPr sz="2600" spc="-5" dirty="0">
                <a:solidFill>
                  <a:srgbClr val="002060"/>
                </a:solidFill>
                <a:latin typeface="Times New Roman" panose="02020603050405020304" pitchFamily="18" charset="0"/>
                <a:cs typeface="Times New Roman" panose="02020603050405020304" pitchFamily="18" charset="0"/>
              </a:rPr>
              <a:t>main </a:t>
            </a:r>
            <a:r>
              <a:rPr sz="2600" spc="-30" dirty="0">
                <a:solidFill>
                  <a:srgbClr val="002060"/>
                </a:solidFill>
                <a:latin typeface="Times New Roman" panose="02020603050405020304" pitchFamily="18" charset="0"/>
                <a:cs typeface="Times New Roman" panose="02020603050405020304" pitchFamily="18" charset="0"/>
              </a:rPr>
              <a:t>memory, </a:t>
            </a:r>
            <a:r>
              <a:rPr sz="2600" spc="-5" dirty="0">
                <a:solidFill>
                  <a:srgbClr val="002060"/>
                </a:solidFill>
                <a:latin typeface="Times New Roman" panose="02020603050405020304" pitchFamily="18" charset="0"/>
                <a:cs typeface="Times New Roman" panose="02020603050405020304" pitchFamily="18" charset="0"/>
              </a:rPr>
              <a:t>the </a:t>
            </a:r>
            <a:r>
              <a:rPr sz="2600" spc="-10" dirty="0">
                <a:solidFill>
                  <a:srgbClr val="002060"/>
                </a:solidFill>
                <a:latin typeface="Times New Roman" panose="02020603050405020304" pitchFamily="18" charset="0"/>
                <a:cs typeface="Times New Roman" panose="02020603050405020304" pitchFamily="18" charset="0"/>
              </a:rPr>
              <a:t>OS </a:t>
            </a:r>
            <a:r>
              <a:rPr sz="2600" spc="-5" dirty="0">
                <a:solidFill>
                  <a:srgbClr val="002060"/>
                </a:solidFill>
                <a:latin typeface="Times New Roman" panose="02020603050405020304" pitchFamily="18" charset="0"/>
                <a:cs typeface="Times New Roman" panose="02020603050405020304" pitchFamily="18" charset="0"/>
              </a:rPr>
              <a:t> search for the RAM </a:t>
            </a:r>
            <a:r>
              <a:rPr sz="2600" dirty="0">
                <a:solidFill>
                  <a:srgbClr val="002060"/>
                </a:solidFill>
                <a:latin typeface="Times New Roman" panose="02020603050405020304" pitchFamily="18" charset="0"/>
                <a:cs typeface="Times New Roman" panose="02020603050405020304" pitchFamily="18" charset="0"/>
              </a:rPr>
              <a:t>area that are least used </a:t>
            </a:r>
            <a:r>
              <a:rPr sz="2600" spc="-5" dirty="0">
                <a:solidFill>
                  <a:srgbClr val="002060"/>
                </a:solidFill>
                <a:latin typeface="Times New Roman" panose="02020603050405020304" pitchFamily="18" charset="0"/>
                <a:cs typeface="Times New Roman" panose="02020603050405020304" pitchFamily="18" charset="0"/>
              </a:rPr>
              <a:t>in the recent times </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or </a:t>
            </a:r>
            <a:r>
              <a:rPr sz="2600" dirty="0">
                <a:solidFill>
                  <a:srgbClr val="002060"/>
                </a:solidFill>
                <a:latin typeface="Times New Roman" panose="02020603050405020304" pitchFamily="18" charset="0"/>
                <a:cs typeface="Times New Roman" panose="02020603050405020304" pitchFamily="18" charset="0"/>
              </a:rPr>
              <a:t>that </a:t>
            </a:r>
            <a:r>
              <a:rPr sz="2600" spc="-5" dirty="0">
                <a:solidFill>
                  <a:srgbClr val="002060"/>
                </a:solidFill>
                <a:latin typeface="Times New Roman" panose="02020603050405020304" pitchFamily="18" charset="0"/>
                <a:cs typeface="Times New Roman" panose="02020603050405020304" pitchFamily="18" charset="0"/>
              </a:rPr>
              <a:t>are not </a:t>
            </a:r>
            <a:r>
              <a:rPr sz="2600" dirty="0">
                <a:solidFill>
                  <a:srgbClr val="002060"/>
                </a:solidFill>
                <a:latin typeface="Times New Roman" panose="02020603050405020304" pitchFamily="18" charset="0"/>
                <a:cs typeface="Times New Roman" panose="02020603050405020304" pitchFamily="18" charset="0"/>
              </a:rPr>
              <a:t>referenced </a:t>
            </a:r>
            <a:r>
              <a:rPr sz="2600" spc="-5" dirty="0">
                <a:solidFill>
                  <a:srgbClr val="002060"/>
                </a:solidFill>
                <a:latin typeface="Times New Roman" panose="02020603050405020304" pitchFamily="18" charset="0"/>
                <a:cs typeface="Times New Roman" panose="02020603050405020304" pitchFamily="18" charset="0"/>
              </a:rPr>
              <a:t>and copy </a:t>
            </a:r>
            <a:r>
              <a:rPr sz="2600" dirty="0">
                <a:solidFill>
                  <a:srgbClr val="002060"/>
                </a:solidFill>
                <a:latin typeface="Times New Roman" panose="02020603050405020304" pitchFamily="18" charset="0"/>
                <a:cs typeface="Times New Roman" panose="02020603050405020304" pitchFamily="18" charset="0"/>
              </a:rPr>
              <a:t>that </a:t>
            </a:r>
            <a:r>
              <a:rPr sz="2600" spc="-5" dirty="0">
                <a:solidFill>
                  <a:srgbClr val="002060"/>
                </a:solidFill>
                <a:latin typeface="Times New Roman" panose="02020603050405020304" pitchFamily="18" charset="0"/>
                <a:cs typeface="Times New Roman" panose="02020603050405020304" pitchFamily="18" charset="0"/>
              </a:rPr>
              <a:t>into the </a:t>
            </a:r>
            <a:r>
              <a:rPr sz="2600" dirty="0">
                <a:solidFill>
                  <a:srgbClr val="002060"/>
                </a:solidFill>
                <a:latin typeface="Times New Roman" panose="02020603050405020304" pitchFamily="18" charset="0"/>
                <a:cs typeface="Times New Roman" panose="02020603050405020304" pitchFamily="18" charset="0"/>
              </a:rPr>
              <a:t>secondary </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memory</a:t>
            </a:r>
            <a:r>
              <a:rPr sz="2600" spc="74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a:t>
            </a:r>
            <a:r>
              <a:rPr sz="2600" spc="74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make</a:t>
            </a:r>
            <a:r>
              <a:rPr sz="2600" spc="75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74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space</a:t>
            </a:r>
            <a:r>
              <a:rPr sz="2600" spc="74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for</a:t>
            </a:r>
            <a:r>
              <a:rPr sz="2600" spc="74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74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new</a:t>
            </a:r>
            <a:r>
              <a:rPr sz="2600" spc="73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pages</a:t>
            </a:r>
            <a:r>
              <a:rPr sz="2600" spc="73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a:t>
            </a:r>
            <a:r>
              <a:rPr sz="2600" spc="74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73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main </a:t>
            </a:r>
            <a:r>
              <a:rPr sz="2600" spc="-765" dirty="0">
                <a:solidFill>
                  <a:srgbClr val="002060"/>
                </a:solidFill>
                <a:latin typeface="Times New Roman" panose="02020603050405020304" pitchFamily="18" charset="0"/>
                <a:cs typeface="Times New Roman" panose="02020603050405020304" pitchFamily="18" charset="0"/>
              </a:rPr>
              <a:t> </a:t>
            </a:r>
            <a:r>
              <a:rPr sz="2600" spc="-30" dirty="0">
                <a:solidFill>
                  <a:srgbClr val="002060"/>
                </a:solidFill>
                <a:latin typeface="Times New Roman" panose="02020603050405020304" pitchFamily="18" charset="0"/>
                <a:cs typeface="Times New Roman" panose="02020603050405020304" pitchFamily="18" charset="0"/>
              </a:rPr>
              <a:t>memory.</a:t>
            </a:r>
            <a:endParaRPr sz="2600" dirty="0">
              <a:solidFill>
                <a:srgbClr val="002060"/>
              </a:solidFill>
              <a:latin typeface="Times New Roman" panose="02020603050405020304" pitchFamily="18" charset="0"/>
              <a:cs typeface="Times New Roman" panose="02020603050405020304" pitchFamily="18" charset="0"/>
            </a:endParaRPr>
          </a:p>
          <a:p>
            <a:pPr marL="241300" marR="5080" indent="-229235" algn="just">
              <a:lnSpc>
                <a:spcPct val="150000"/>
              </a:lnSpc>
              <a:spcBef>
                <a:spcPts val="1840"/>
              </a:spcBef>
              <a:buSzPct val="80357"/>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Since</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all</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this</a:t>
            </a:r>
            <a:r>
              <a:rPr sz="2600" dirty="0">
                <a:solidFill>
                  <a:srgbClr val="002060"/>
                </a:solidFill>
                <a:latin typeface="Times New Roman" panose="02020603050405020304" pitchFamily="18" charset="0"/>
                <a:cs typeface="Times New Roman" panose="02020603050405020304" pitchFamily="18" charset="0"/>
              </a:rPr>
              <a:t> procedure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happens</a:t>
            </a:r>
            <a:r>
              <a:rPr sz="2600" spc="5" dirty="0">
                <a:solidFill>
                  <a:srgbClr val="002060"/>
                </a:solidFill>
                <a:latin typeface="Times New Roman" panose="02020603050405020304" pitchFamily="18" charset="0"/>
                <a:cs typeface="Times New Roman" panose="02020603050405020304" pitchFamily="18" charset="0"/>
              </a:rPr>
              <a:t> </a:t>
            </a:r>
            <a:r>
              <a:rPr sz="2600" spc="-15" dirty="0">
                <a:solidFill>
                  <a:srgbClr val="002060"/>
                </a:solidFill>
                <a:latin typeface="Times New Roman" panose="02020603050405020304" pitchFamily="18" charset="0"/>
                <a:cs typeface="Times New Roman" panose="02020603050405020304" pitchFamily="18" charset="0"/>
              </a:rPr>
              <a:t>automatically,</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therefore</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it </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makes</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computer</a:t>
            </a:r>
            <a:r>
              <a:rPr sz="2600" spc="1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feel</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like</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it</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having</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unlimited</a:t>
            </a:r>
            <a:r>
              <a:rPr sz="2600" spc="20" dirty="0">
                <a:solidFill>
                  <a:srgbClr val="002060"/>
                </a:solidFill>
                <a:latin typeface="Times New Roman" panose="02020603050405020304" pitchFamily="18" charset="0"/>
                <a:cs typeface="Times New Roman" panose="02020603050405020304" pitchFamily="18" charset="0"/>
              </a:rPr>
              <a:t> </a:t>
            </a:r>
            <a:r>
              <a:rPr sz="2600" spc="-10" dirty="0">
                <a:solidFill>
                  <a:srgbClr val="002060"/>
                </a:solidFill>
                <a:latin typeface="Times New Roman" panose="02020603050405020304" pitchFamily="18" charset="0"/>
                <a:cs typeface="Times New Roman" panose="02020603050405020304" pitchFamily="18" charset="0"/>
              </a:rPr>
              <a:t>RAM.</a:t>
            </a:r>
            <a:endParaRPr sz="2600"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p:nvPr/>
        </p:nvSpPr>
        <p:spPr>
          <a:xfrm>
            <a:off x="457200" y="304800"/>
            <a:ext cx="11201400" cy="6414577"/>
          </a:xfrm>
          <a:prstGeom prst="rect">
            <a:avLst/>
          </a:prstGeom>
        </p:spPr>
        <p:txBody>
          <a:bodyPr vert="horz" wrap="square" lIns="0" tIns="12700" rIns="0" bIns="0" rtlCol="0">
            <a:spAutoFit/>
          </a:bodyPr>
          <a:lstStyle/>
          <a:p>
            <a:pPr marL="12700" algn="just">
              <a:lnSpc>
                <a:spcPct val="150000"/>
              </a:lnSpc>
              <a:spcBef>
                <a:spcPts val="100"/>
              </a:spcBef>
            </a:pPr>
            <a:r>
              <a:rPr sz="2400" spc="-5" dirty="0">
                <a:solidFill>
                  <a:srgbClr val="002060"/>
                </a:solidFill>
                <a:latin typeface="Times New Roman" panose="02020603050405020304" pitchFamily="18" charset="0"/>
                <a:cs typeface="Times New Roman" panose="02020603050405020304" pitchFamily="18" charset="0"/>
              </a:rPr>
              <a:t>For</a:t>
            </a:r>
            <a:r>
              <a:rPr sz="2400" spc="-4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example:</a:t>
            </a:r>
            <a:endParaRPr sz="2400" dirty="0">
              <a:solidFill>
                <a:srgbClr val="002060"/>
              </a:solidFill>
              <a:latin typeface="Times New Roman" panose="02020603050405020304" pitchFamily="18" charset="0"/>
              <a:cs typeface="Times New Roman" panose="02020603050405020304" pitchFamily="18" charset="0"/>
            </a:endParaRPr>
          </a:p>
          <a:p>
            <a:pPr marL="698500" marR="6985" indent="-228600" algn="just">
              <a:lnSpc>
                <a:spcPct val="150000"/>
              </a:lnSpc>
              <a:spcBef>
                <a:spcPts val="595"/>
              </a:spcBef>
              <a:buSzPct val="79166"/>
              <a:buChar char="•"/>
              <a:tabLst>
                <a:tab pos="699135" algn="l"/>
              </a:tabLst>
            </a:pPr>
            <a:r>
              <a:rPr sz="2400" dirty="0">
                <a:solidFill>
                  <a:srgbClr val="002060"/>
                </a:solidFill>
                <a:latin typeface="Times New Roman" panose="02020603050405020304" pitchFamily="18" charset="0"/>
                <a:cs typeface="Times New Roman" panose="02020603050405020304" pitchFamily="18" charset="0"/>
              </a:rPr>
              <a:t>Let's </a:t>
            </a:r>
            <a:r>
              <a:rPr sz="2400" spc="-5" dirty="0">
                <a:solidFill>
                  <a:srgbClr val="002060"/>
                </a:solidFill>
                <a:latin typeface="Times New Roman" panose="02020603050405020304" pitchFamily="18" charset="0"/>
                <a:cs typeface="Times New Roman" panose="02020603050405020304" pitchFamily="18" charset="0"/>
              </a:rPr>
              <a:t>assume </a:t>
            </a:r>
            <a:r>
              <a:rPr sz="2400" dirty="0">
                <a:solidFill>
                  <a:srgbClr val="002060"/>
                </a:solidFill>
                <a:latin typeface="Times New Roman" panose="02020603050405020304" pitchFamily="18" charset="0"/>
                <a:cs typeface="Times New Roman" panose="02020603050405020304" pitchFamily="18" charset="0"/>
              </a:rPr>
              <a:t>that </a:t>
            </a:r>
            <a:r>
              <a:rPr sz="2400" spc="-5" dirty="0">
                <a:solidFill>
                  <a:srgbClr val="002060"/>
                </a:solidFill>
                <a:latin typeface="Times New Roman" panose="02020603050405020304" pitchFamily="18" charset="0"/>
                <a:cs typeface="Times New Roman" panose="02020603050405020304" pitchFamily="18" charset="0"/>
              </a:rPr>
              <a:t>an </a:t>
            </a:r>
            <a:r>
              <a:rPr sz="2400" dirty="0">
                <a:solidFill>
                  <a:srgbClr val="002060"/>
                </a:solidFill>
                <a:latin typeface="Times New Roman" panose="02020603050405020304" pitchFamily="18" charset="0"/>
                <a:cs typeface="Times New Roman" panose="02020603050405020304" pitchFamily="18" charset="0"/>
              </a:rPr>
              <a:t>OS </a:t>
            </a:r>
            <a:r>
              <a:rPr sz="2400" spc="-5" dirty="0">
                <a:solidFill>
                  <a:srgbClr val="002060"/>
                </a:solidFill>
                <a:latin typeface="Times New Roman" panose="02020603050405020304" pitchFamily="18" charset="0"/>
                <a:cs typeface="Times New Roman" panose="02020603050405020304" pitchFamily="18" charset="0"/>
              </a:rPr>
              <a:t>requires 300 </a:t>
            </a:r>
            <a:r>
              <a:rPr sz="2400" dirty="0">
                <a:solidFill>
                  <a:srgbClr val="002060"/>
                </a:solidFill>
                <a:latin typeface="Times New Roman" panose="02020603050405020304" pitchFamily="18" charset="0"/>
                <a:cs typeface="Times New Roman" panose="02020603050405020304" pitchFamily="18" charset="0"/>
              </a:rPr>
              <a:t>MB of </a:t>
            </a:r>
            <a:r>
              <a:rPr sz="2400" spc="-5" dirty="0">
                <a:solidFill>
                  <a:srgbClr val="002060"/>
                </a:solidFill>
                <a:latin typeface="Times New Roman" panose="02020603050405020304" pitchFamily="18" charset="0"/>
                <a:cs typeface="Times New Roman" panose="02020603050405020304" pitchFamily="18" charset="0"/>
              </a:rPr>
              <a:t>memory to store all the </a:t>
            </a:r>
            <a:r>
              <a:rPr sz="2400" spc="-65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running</a:t>
            </a:r>
            <a:r>
              <a:rPr sz="2400" spc="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programs.</a:t>
            </a:r>
            <a:r>
              <a:rPr sz="2400" spc="5" dirty="0">
                <a:solidFill>
                  <a:srgbClr val="002060"/>
                </a:solidFill>
                <a:latin typeface="Times New Roman" panose="02020603050405020304" pitchFamily="18" charset="0"/>
                <a:cs typeface="Times New Roman" panose="02020603050405020304" pitchFamily="18" charset="0"/>
              </a:rPr>
              <a:t> </a:t>
            </a:r>
            <a:r>
              <a:rPr sz="2400" spc="-20" dirty="0">
                <a:solidFill>
                  <a:srgbClr val="002060"/>
                </a:solidFill>
                <a:latin typeface="Times New Roman" panose="02020603050405020304" pitchFamily="18" charset="0"/>
                <a:cs typeface="Times New Roman" panose="02020603050405020304" pitchFamily="18" charset="0"/>
              </a:rPr>
              <a:t>However,</a:t>
            </a:r>
            <a:r>
              <a:rPr sz="2400" spc="-1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there's</a:t>
            </a:r>
            <a:r>
              <a:rPr sz="2400" spc="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currently</a:t>
            </a:r>
            <a:r>
              <a:rPr sz="2400" spc="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only</a:t>
            </a:r>
            <a:r>
              <a:rPr sz="2400" spc="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50</a:t>
            </a:r>
            <a:r>
              <a:rPr sz="2400" dirty="0">
                <a:solidFill>
                  <a:srgbClr val="002060"/>
                </a:solidFill>
                <a:latin typeface="Times New Roman" panose="02020603050405020304" pitchFamily="18" charset="0"/>
                <a:cs typeface="Times New Roman" panose="02020603050405020304" pitchFamily="18" charset="0"/>
              </a:rPr>
              <a:t> MB</a:t>
            </a:r>
            <a:r>
              <a:rPr sz="2400" spc="5" dirty="0">
                <a:solidFill>
                  <a:srgbClr val="002060"/>
                </a:solidFill>
                <a:latin typeface="Times New Roman" panose="02020603050405020304" pitchFamily="18" charset="0"/>
                <a:cs typeface="Times New Roman" panose="02020603050405020304" pitchFamily="18" charset="0"/>
              </a:rPr>
              <a:t> </a:t>
            </a:r>
            <a:r>
              <a:rPr sz="2400" spc="-15" dirty="0">
                <a:solidFill>
                  <a:srgbClr val="002060"/>
                </a:solidFill>
                <a:latin typeface="Times New Roman" panose="02020603050405020304" pitchFamily="18" charset="0"/>
                <a:cs typeface="Times New Roman" panose="02020603050405020304" pitchFamily="18" charset="0"/>
              </a:rPr>
              <a:t>of </a:t>
            </a:r>
            <a:r>
              <a:rPr sz="2400" spc="-1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available</a:t>
            </a:r>
            <a:r>
              <a:rPr sz="2400" spc="5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physical</a:t>
            </a:r>
            <a:r>
              <a:rPr sz="2400" spc="2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memory stored</a:t>
            </a:r>
            <a:r>
              <a:rPr sz="240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on</a:t>
            </a:r>
            <a:r>
              <a:rPr sz="2400" dirty="0">
                <a:solidFill>
                  <a:srgbClr val="002060"/>
                </a:solidFill>
                <a:latin typeface="Times New Roman" panose="02020603050405020304" pitchFamily="18" charset="0"/>
                <a:cs typeface="Times New Roman" panose="02020603050405020304" pitchFamily="18" charset="0"/>
              </a:rPr>
              <a:t> the</a:t>
            </a:r>
            <a:r>
              <a:rPr sz="2400" spc="-1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RAM</a:t>
            </a:r>
            <a:r>
              <a:rPr sz="2400" spc="-5" dirty="0" smtClean="0">
                <a:solidFill>
                  <a:srgbClr val="002060"/>
                </a:solidFill>
                <a:latin typeface="Times New Roman" panose="02020603050405020304" pitchFamily="18" charset="0"/>
                <a:cs typeface="Times New Roman" panose="02020603050405020304" pitchFamily="18" charset="0"/>
              </a:rPr>
              <a:t>.</a:t>
            </a:r>
            <a:r>
              <a:rPr lang="en-IN" sz="2400" spc="-5" dirty="0" smtClean="0">
                <a:solidFill>
                  <a:srgbClr val="002060"/>
                </a:solidFill>
                <a:latin typeface="Times New Roman" panose="02020603050405020304" pitchFamily="18" charset="0"/>
                <a:cs typeface="Times New Roman" panose="02020603050405020304" pitchFamily="18" charset="0"/>
              </a:rPr>
              <a:t> </a:t>
            </a:r>
            <a:r>
              <a:rPr sz="2400" spc="-5" dirty="0" smtClean="0">
                <a:solidFill>
                  <a:srgbClr val="002060"/>
                </a:solidFill>
                <a:latin typeface="Times New Roman" panose="02020603050405020304" pitchFamily="18" charset="0"/>
                <a:cs typeface="Times New Roman" panose="02020603050405020304" pitchFamily="18" charset="0"/>
              </a:rPr>
              <a:t>The</a:t>
            </a:r>
            <a:r>
              <a:rPr sz="2400" spc="635" dirty="0" smtClean="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OS</a:t>
            </a:r>
            <a:r>
              <a:rPr sz="2400" spc="635" dirty="0">
                <a:solidFill>
                  <a:srgbClr val="002060"/>
                </a:solidFill>
                <a:latin typeface="Times New Roman" panose="02020603050405020304" pitchFamily="18" charset="0"/>
                <a:cs typeface="Times New Roman" panose="02020603050405020304" pitchFamily="18" charset="0"/>
              </a:rPr>
              <a:t> </a:t>
            </a:r>
            <a:r>
              <a:rPr sz="2400" spc="-10" dirty="0">
                <a:solidFill>
                  <a:srgbClr val="002060"/>
                </a:solidFill>
                <a:latin typeface="Times New Roman" panose="02020603050405020304" pitchFamily="18" charset="0"/>
                <a:cs typeface="Times New Roman" panose="02020603050405020304" pitchFamily="18" charset="0"/>
              </a:rPr>
              <a:t>will</a:t>
            </a:r>
            <a:r>
              <a:rPr sz="2400" spc="64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then</a:t>
            </a:r>
            <a:r>
              <a:rPr sz="2400" spc="640"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set</a:t>
            </a:r>
            <a:r>
              <a:rPr sz="2400" spc="64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up</a:t>
            </a:r>
            <a:r>
              <a:rPr sz="2400" spc="64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250</a:t>
            </a:r>
            <a:r>
              <a:rPr sz="2400" spc="640"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MB</a:t>
            </a:r>
            <a:r>
              <a:rPr sz="2400" spc="63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of</a:t>
            </a:r>
            <a:r>
              <a:rPr sz="2400" spc="63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virtual</a:t>
            </a:r>
            <a:r>
              <a:rPr sz="2400" spc="64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memory</a:t>
            </a:r>
            <a:r>
              <a:rPr sz="2400" spc="65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and</a:t>
            </a:r>
            <a:r>
              <a:rPr sz="2400" spc="64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use</a:t>
            </a:r>
            <a:r>
              <a:rPr sz="2400" spc="64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a </a:t>
            </a:r>
            <a:r>
              <a:rPr sz="2400" spc="-65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program </a:t>
            </a:r>
            <a:r>
              <a:rPr sz="2400" dirty="0">
                <a:solidFill>
                  <a:srgbClr val="002060"/>
                </a:solidFill>
                <a:latin typeface="Times New Roman" panose="02020603050405020304" pitchFamily="18" charset="0"/>
                <a:cs typeface="Times New Roman" panose="02020603050405020304" pitchFamily="18" charset="0"/>
              </a:rPr>
              <a:t>called the </a:t>
            </a:r>
            <a:r>
              <a:rPr sz="2400" spc="-10" dirty="0">
                <a:solidFill>
                  <a:srgbClr val="002060"/>
                </a:solidFill>
                <a:latin typeface="Times New Roman" panose="02020603050405020304" pitchFamily="18" charset="0"/>
                <a:cs typeface="Times New Roman" panose="02020603050405020304" pitchFamily="18" charset="0"/>
              </a:rPr>
              <a:t>Virtual </a:t>
            </a:r>
            <a:r>
              <a:rPr sz="2400" spc="-5" dirty="0">
                <a:solidFill>
                  <a:srgbClr val="002060"/>
                </a:solidFill>
                <a:latin typeface="Times New Roman" panose="02020603050405020304" pitchFamily="18" charset="0"/>
                <a:cs typeface="Times New Roman" panose="02020603050405020304" pitchFamily="18" charset="0"/>
              </a:rPr>
              <a:t>Memory </a:t>
            </a:r>
            <a:r>
              <a:rPr sz="2400" dirty="0">
                <a:solidFill>
                  <a:srgbClr val="002060"/>
                </a:solidFill>
                <a:latin typeface="Times New Roman" panose="02020603050405020304" pitchFamily="18" charset="0"/>
                <a:cs typeface="Times New Roman" panose="02020603050405020304" pitchFamily="18" charset="0"/>
              </a:rPr>
              <a:t>Manager(VMM) to </a:t>
            </a:r>
            <a:r>
              <a:rPr sz="2400" spc="-5" dirty="0">
                <a:solidFill>
                  <a:srgbClr val="002060"/>
                </a:solidFill>
                <a:latin typeface="Times New Roman" panose="02020603050405020304" pitchFamily="18" charset="0"/>
                <a:cs typeface="Times New Roman" panose="02020603050405020304" pitchFamily="18" charset="0"/>
              </a:rPr>
              <a:t>manage that </a:t>
            </a:r>
            <a:r>
              <a:rPr sz="240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250</a:t>
            </a:r>
            <a:r>
              <a:rPr sz="2400" spc="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MB.</a:t>
            </a:r>
            <a:endParaRPr sz="2400" dirty="0">
              <a:solidFill>
                <a:srgbClr val="002060"/>
              </a:solidFill>
              <a:latin typeface="Times New Roman" panose="02020603050405020304" pitchFamily="18" charset="0"/>
              <a:cs typeface="Times New Roman" panose="02020603050405020304" pitchFamily="18" charset="0"/>
            </a:endParaRPr>
          </a:p>
          <a:p>
            <a:pPr marL="698500" marR="7620" indent="-228600" algn="just">
              <a:lnSpc>
                <a:spcPct val="150000"/>
              </a:lnSpc>
              <a:spcBef>
                <a:spcPts val="615"/>
              </a:spcBef>
              <a:buClr>
                <a:srgbClr val="624722"/>
              </a:buClr>
              <a:buSzPct val="79166"/>
              <a:buFont typeface="Arial MT"/>
              <a:buChar char="•"/>
              <a:tabLst>
                <a:tab pos="784225" algn="l"/>
              </a:tabLst>
            </a:pPr>
            <a:r>
              <a:rPr sz="240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So, in </a:t>
            </a:r>
            <a:r>
              <a:rPr sz="2400" dirty="0">
                <a:solidFill>
                  <a:srgbClr val="002060"/>
                </a:solidFill>
                <a:latin typeface="Times New Roman" panose="02020603050405020304" pitchFamily="18" charset="0"/>
                <a:cs typeface="Times New Roman" panose="02020603050405020304" pitchFamily="18" charset="0"/>
              </a:rPr>
              <a:t>this case, the VMM </a:t>
            </a:r>
            <a:r>
              <a:rPr sz="2400" spc="-5" dirty="0">
                <a:solidFill>
                  <a:srgbClr val="002060"/>
                </a:solidFill>
                <a:latin typeface="Times New Roman" panose="02020603050405020304" pitchFamily="18" charset="0"/>
                <a:cs typeface="Times New Roman" panose="02020603050405020304" pitchFamily="18" charset="0"/>
              </a:rPr>
              <a:t>will create a file on </a:t>
            </a:r>
            <a:r>
              <a:rPr sz="2400" dirty="0">
                <a:solidFill>
                  <a:srgbClr val="002060"/>
                </a:solidFill>
                <a:latin typeface="Times New Roman" panose="02020603050405020304" pitchFamily="18" charset="0"/>
                <a:cs typeface="Times New Roman" panose="02020603050405020304" pitchFamily="18" charset="0"/>
              </a:rPr>
              <a:t>the </a:t>
            </a:r>
            <a:r>
              <a:rPr sz="2400" spc="-5" dirty="0">
                <a:solidFill>
                  <a:srgbClr val="002060"/>
                </a:solidFill>
                <a:latin typeface="Times New Roman" panose="02020603050405020304" pitchFamily="18" charset="0"/>
                <a:cs typeface="Times New Roman" panose="02020603050405020304" pitchFamily="18" charset="0"/>
              </a:rPr>
              <a:t>hard disk </a:t>
            </a:r>
            <a:r>
              <a:rPr sz="2400" dirty="0">
                <a:solidFill>
                  <a:srgbClr val="002060"/>
                </a:solidFill>
                <a:latin typeface="Times New Roman" panose="02020603050405020304" pitchFamily="18" charset="0"/>
                <a:cs typeface="Times New Roman" panose="02020603050405020304" pitchFamily="18" charset="0"/>
              </a:rPr>
              <a:t>that is </a:t>
            </a:r>
            <a:r>
              <a:rPr sz="2400" spc="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250</a:t>
            </a:r>
            <a:r>
              <a:rPr sz="2400" spc="10"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MB</a:t>
            </a:r>
            <a:r>
              <a:rPr sz="2400" spc="-1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in</a:t>
            </a:r>
            <a:r>
              <a:rPr sz="240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size</a:t>
            </a:r>
            <a:r>
              <a:rPr sz="2400" spc="10"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to</a:t>
            </a:r>
            <a:r>
              <a:rPr sz="2400" spc="-5" dirty="0">
                <a:solidFill>
                  <a:srgbClr val="002060"/>
                </a:solidFill>
                <a:latin typeface="Times New Roman" panose="02020603050405020304" pitchFamily="18" charset="0"/>
                <a:cs typeface="Times New Roman" panose="02020603050405020304" pitchFamily="18" charset="0"/>
              </a:rPr>
              <a:t> store</a:t>
            </a:r>
            <a:r>
              <a:rPr sz="2400" spc="-1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extra</a:t>
            </a:r>
            <a:r>
              <a:rPr sz="2400" spc="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memory</a:t>
            </a:r>
            <a:r>
              <a:rPr sz="2400" dirty="0">
                <a:solidFill>
                  <a:srgbClr val="002060"/>
                </a:solidFill>
                <a:latin typeface="Times New Roman" panose="02020603050405020304" pitchFamily="18" charset="0"/>
                <a:cs typeface="Times New Roman" panose="02020603050405020304" pitchFamily="18" charset="0"/>
              </a:rPr>
              <a:t> that</a:t>
            </a:r>
            <a:r>
              <a:rPr sz="2400" spc="-1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is</a:t>
            </a:r>
            <a:r>
              <a:rPr sz="2400" spc="1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required.</a:t>
            </a:r>
            <a:endParaRPr sz="2400" dirty="0">
              <a:solidFill>
                <a:srgbClr val="002060"/>
              </a:solidFill>
              <a:latin typeface="Times New Roman" panose="02020603050405020304" pitchFamily="18" charset="0"/>
              <a:cs typeface="Times New Roman" panose="02020603050405020304" pitchFamily="18" charset="0"/>
            </a:endParaRPr>
          </a:p>
          <a:p>
            <a:pPr marL="698500" marR="6985" indent="-228600" algn="just">
              <a:lnSpc>
                <a:spcPct val="150000"/>
              </a:lnSpc>
              <a:spcBef>
                <a:spcPts val="605"/>
              </a:spcBef>
              <a:buClr>
                <a:srgbClr val="624722"/>
              </a:buClr>
              <a:buSzPct val="79166"/>
              <a:buFont typeface="Arial MT"/>
              <a:buChar char="•"/>
              <a:tabLst>
                <a:tab pos="778510" algn="l"/>
              </a:tabLst>
            </a:pPr>
            <a:r>
              <a:rPr sz="240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The </a:t>
            </a:r>
            <a:r>
              <a:rPr sz="2400" dirty="0">
                <a:solidFill>
                  <a:srgbClr val="002060"/>
                </a:solidFill>
                <a:latin typeface="Times New Roman" panose="02020603050405020304" pitchFamily="18" charset="0"/>
                <a:cs typeface="Times New Roman" panose="02020603050405020304" pitchFamily="18" charset="0"/>
              </a:rPr>
              <a:t>OS </a:t>
            </a:r>
            <a:r>
              <a:rPr sz="2400" spc="-5" dirty="0">
                <a:solidFill>
                  <a:srgbClr val="002060"/>
                </a:solidFill>
                <a:latin typeface="Times New Roman" panose="02020603050405020304" pitchFamily="18" charset="0"/>
                <a:cs typeface="Times New Roman" panose="02020603050405020304" pitchFamily="18" charset="0"/>
              </a:rPr>
              <a:t>will </a:t>
            </a:r>
            <a:r>
              <a:rPr sz="2400" spc="5" dirty="0">
                <a:solidFill>
                  <a:srgbClr val="002060"/>
                </a:solidFill>
                <a:latin typeface="Times New Roman" panose="02020603050405020304" pitchFamily="18" charset="0"/>
                <a:cs typeface="Times New Roman" panose="02020603050405020304" pitchFamily="18" charset="0"/>
              </a:rPr>
              <a:t>now </a:t>
            </a:r>
            <a:r>
              <a:rPr sz="2400" dirty="0">
                <a:solidFill>
                  <a:srgbClr val="002060"/>
                </a:solidFill>
                <a:latin typeface="Times New Roman" panose="02020603050405020304" pitchFamily="18" charset="0"/>
                <a:cs typeface="Times New Roman" panose="02020603050405020304" pitchFamily="18" charset="0"/>
              </a:rPr>
              <a:t>proceed to address </a:t>
            </a:r>
            <a:r>
              <a:rPr sz="2400" spc="-5" dirty="0">
                <a:solidFill>
                  <a:srgbClr val="002060"/>
                </a:solidFill>
                <a:latin typeface="Times New Roman" panose="02020603050405020304" pitchFamily="18" charset="0"/>
                <a:cs typeface="Times New Roman" panose="02020603050405020304" pitchFamily="18" charset="0"/>
              </a:rPr>
              <a:t>memory as it considers </a:t>
            </a:r>
            <a:r>
              <a:rPr sz="2400" spc="-10" dirty="0">
                <a:solidFill>
                  <a:srgbClr val="002060"/>
                </a:solidFill>
                <a:latin typeface="Times New Roman" panose="02020603050405020304" pitchFamily="18" charset="0"/>
                <a:cs typeface="Times New Roman" panose="02020603050405020304" pitchFamily="18" charset="0"/>
              </a:rPr>
              <a:t>300 </a:t>
            </a:r>
            <a:r>
              <a:rPr sz="2400" spc="-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MB </a:t>
            </a:r>
            <a:r>
              <a:rPr sz="2400" spc="-5" dirty="0">
                <a:solidFill>
                  <a:srgbClr val="002060"/>
                </a:solidFill>
                <a:latin typeface="Times New Roman" panose="02020603050405020304" pitchFamily="18" charset="0"/>
                <a:cs typeface="Times New Roman" panose="02020603050405020304" pitchFamily="18" charset="0"/>
              </a:rPr>
              <a:t>of real memory stored </a:t>
            </a:r>
            <a:r>
              <a:rPr sz="2400" dirty="0">
                <a:solidFill>
                  <a:srgbClr val="002060"/>
                </a:solidFill>
                <a:latin typeface="Times New Roman" panose="02020603050405020304" pitchFamily="18" charset="0"/>
                <a:cs typeface="Times New Roman" panose="02020603050405020304" pitchFamily="18" charset="0"/>
              </a:rPr>
              <a:t>in the </a:t>
            </a:r>
            <a:r>
              <a:rPr sz="2400" spc="-5" dirty="0">
                <a:solidFill>
                  <a:srgbClr val="002060"/>
                </a:solidFill>
                <a:latin typeface="Times New Roman" panose="02020603050405020304" pitchFamily="18" charset="0"/>
                <a:cs typeface="Times New Roman" panose="02020603050405020304" pitchFamily="18" charset="0"/>
              </a:rPr>
              <a:t>RAM, even if only 50 </a:t>
            </a:r>
            <a:r>
              <a:rPr sz="2400" dirty="0">
                <a:solidFill>
                  <a:srgbClr val="002060"/>
                </a:solidFill>
                <a:latin typeface="Times New Roman" panose="02020603050405020304" pitchFamily="18" charset="0"/>
                <a:cs typeface="Times New Roman" panose="02020603050405020304" pitchFamily="18" charset="0"/>
              </a:rPr>
              <a:t>MB </a:t>
            </a:r>
            <a:r>
              <a:rPr sz="2400" spc="-5" dirty="0">
                <a:solidFill>
                  <a:srgbClr val="002060"/>
                </a:solidFill>
                <a:latin typeface="Times New Roman" panose="02020603050405020304" pitchFamily="18" charset="0"/>
                <a:cs typeface="Times New Roman" panose="02020603050405020304" pitchFamily="18" charset="0"/>
              </a:rPr>
              <a:t>space </a:t>
            </a:r>
            <a:r>
              <a:rPr sz="2400" spc="-10" dirty="0">
                <a:solidFill>
                  <a:srgbClr val="002060"/>
                </a:solidFill>
                <a:latin typeface="Times New Roman" panose="02020603050405020304" pitchFamily="18" charset="0"/>
                <a:cs typeface="Times New Roman" panose="02020603050405020304" pitchFamily="18" charset="0"/>
              </a:rPr>
              <a:t>is </a:t>
            </a:r>
            <a:r>
              <a:rPr sz="2400" spc="-5" dirty="0">
                <a:solidFill>
                  <a:srgbClr val="002060"/>
                </a:solidFill>
                <a:latin typeface="Times New Roman" panose="02020603050405020304" pitchFamily="18" charset="0"/>
                <a:cs typeface="Times New Roman" panose="02020603050405020304" pitchFamily="18" charset="0"/>
              </a:rPr>
              <a:t> available.</a:t>
            </a:r>
            <a:endParaRPr sz="2400" dirty="0">
              <a:solidFill>
                <a:srgbClr val="002060"/>
              </a:solidFill>
              <a:latin typeface="Times New Roman" panose="02020603050405020304" pitchFamily="18" charset="0"/>
              <a:cs typeface="Times New Roman" panose="02020603050405020304" pitchFamily="18" charset="0"/>
            </a:endParaRPr>
          </a:p>
          <a:p>
            <a:pPr marL="698500" marR="6350" indent="-228600" algn="just">
              <a:lnSpc>
                <a:spcPct val="150000"/>
              </a:lnSpc>
              <a:spcBef>
                <a:spcPts val="615"/>
              </a:spcBef>
              <a:buClr>
                <a:srgbClr val="624722"/>
              </a:buClr>
              <a:buSzPct val="79166"/>
              <a:buFont typeface="Arial MT"/>
              <a:buChar char="•"/>
              <a:tabLst>
                <a:tab pos="782955" algn="l"/>
              </a:tabLst>
            </a:pPr>
            <a:r>
              <a:rPr sz="2400" dirty="0">
                <a:solidFill>
                  <a:srgbClr val="002060"/>
                </a:solidFill>
                <a:latin typeface="Times New Roman" panose="02020603050405020304" pitchFamily="18" charset="0"/>
                <a:cs typeface="Times New Roman" panose="02020603050405020304" pitchFamily="18" charset="0"/>
              </a:rPr>
              <a:t>	It </a:t>
            </a:r>
            <a:r>
              <a:rPr sz="2400" spc="-5" dirty="0">
                <a:solidFill>
                  <a:srgbClr val="002060"/>
                </a:solidFill>
                <a:latin typeface="Times New Roman" panose="02020603050405020304" pitchFamily="18" charset="0"/>
                <a:cs typeface="Times New Roman" panose="02020603050405020304" pitchFamily="18" charset="0"/>
              </a:rPr>
              <a:t>is </a:t>
            </a:r>
            <a:r>
              <a:rPr sz="2400" dirty="0">
                <a:solidFill>
                  <a:srgbClr val="002060"/>
                </a:solidFill>
                <a:latin typeface="Times New Roman" panose="02020603050405020304" pitchFamily="18" charset="0"/>
                <a:cs typeface="Times New Roman" panose="02020603050405020304" pitchFamily="18" charset="0"/>
              </a:rPr>
              <a:t>the </a:t>
            </a:r>
            <a:r>
              <a:rPr sz="2400" spc="-5" dirty="0">
                <a:solidFill>
                  <a:srgbClr val="002060"/>
                </a:solidFill>
                <a:latin typeface="Times New Roman" panose="02020603050405020304" pitchFamily="18" charset="0"/>
                <a:cs typeface="Times New Roman" panose="02020603050405020304" pitchFamily="18" charset="0"/>
              </a:rPr>
              <a:t>job of </a:t>
            </a:r>
            <a:r>
              <a:rPr sz="2400" dirty="0">
                <a:solidFill>
                  <a:srgbClr val="002060"/>
                </a:solidFill>
                <a:latin typeface="Times New Roman" panose="02020603050405020304" pitchFamily="18" charset="0"/>
                <a:cs typeface="Times New Roman" panose="02020603050405020304" pitchFamily="18" charset="0"/>
              </a:rPr>
              <a:t>the </a:t>
            </a:r>
            <a:r>
              <a:rPr sz="2400" spc="-10" dirty="0">
                <a:solidFill>
                  <a:srgbClr val="002060"/>
                </a:solidFill>
                <a:latin typeface="Times New Roman" panose="02020603050405020304" pitchFamily="18" charset="0"/>
                <a:cs typeface="Times New Roman" panose="02020603050405020304" pitchFamily="18" charset="0"/>
              </a:rPr>
              <a:t>VMM </a:t>
            </a:r>
            <a:r>
              <a:rPr sz="2400" dirty="0">
                <a:solidFill>
                  <a:srgbClr val="002060"/>
                </a:solidFill>
                <a:latin typeface="Times New Roman" panose="02020603050405020304" pitchFamily="18" charset="0"/>
                <a:cs typeface="Times New Roman" panose="02020603050405020304" pitchFamily="18" charset="0"/>
              </a:rPr>
              <a:t>to </a:t>
            </a:r>
            <a:r>
              <a:rPr sz="2400" spc="-5" dirty="0">
                <a:solidFill>
                  <a:srgbClr val="002060"/>
                </a:solidFill>
                <a:latin typeface="Times New Roman" panose="02020603050405020304" pitchFamily="18" charset="0"/>
                <a:cs typeface="Times New Roman" panose="02020603050405020304" pitchFamily="18" charset="0"/>
              </a:rPr>
              <a:t>manage </a:t>
            </a:r>
            <a:r>
              <a:rPr sz="2400" dirty="0">
                <a:solidFill>
                  <a:srgbClr val="002060"/>
                </a:solidFill>
                <a:latin typeface="Times New Roman" panose="02020603050405020304" pitchFamily="18" charset="0"/>
                <a:cs typeface="Times New Roman" panose="02020603050405020304" pitchFamily="18" charset="0"/>
              </a:rPr>
              <a:t>300 </a:t>
            </a:r>
            <a:r>
              <a:rPr sz="2400" spc="5" dirty="0">
                <a:solidFill>
                  <a:srgbClr val="002060"/>
                </a:solidFill>
                <a:latin typeface="Times New Roman" panose="02020603050405020304" pitchFamily="18" charset="0"/>
                <a:cs typeface="Times New Roman" panose="02020603050405020304" pitchFamily="18" charset="0"/>
              </a:rPr>
              <a:t>MB </a:t>
            </a:r>
            <a:r>
              <a:rPr sz="2400" spc="-5" dirty="0">
                <a:solidFill>
                  <a:srgbClr val="002060"/>
                </a:solidFill>
                <a:latin typeface="Times New Roman" panose="02020603050405020304" pitchFamily="18" charset="0"/>
                <a:cs typeface="Times New Roman" panose="02020603050405020304" pitchFamily="18" charset="0"/>
              </a:rPr>
              <a:t>memory even if just 50 </a:t>
            </a:r>
            <a:r>
              <a:rPr sz="2400" dirty="0">
                <a:solidFill>
                  <a:srgbClr val="002060"/>
                </a:solidFill>
                <a:latin typeface="Times New Roman" panose="02020603050405020304" pitchFamily="18" charset="0"/>
                <a:cs typeface="Times New Roman" panose="02020603050405020304" pitchFamily="18" charset="0"/>
              </a:rPr>
              <a:t> MB</a:t>
            </a:r>
            <a:r>
              <a:rPr sz="2400" spc="-2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of real</a:t>
            </a:r>
            <a:r>
              <a:rPr sz="2400" spc="1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memory</a:t>
            </a:r>
            <a:r>
              <a:rPr sz="240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space is</a:t>
            </a:r>
            <a:r>
              <a:rPr sz="2400" spc="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available.</a:t>
            </a:r>
            <a:endParaRPr sz="2400"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372616" y="515238"/>
            <a:ext cx="3533140" cy="635000"/>
          </a:xfrm>
          <a:prstGeom prst="rect">
            <a:avLst/>
          </a:prstGeom>
        </p:spPr>
        <p:txBody>
          <a:bodyPr vert="horz" wrap="square" lIns="0" tIns="12065" rIns="0" bIns="0" rtlCol="0">
            <a:spAutoFit/>
          </a:bodyPr>
          <a:lstStyle/>
          <a:p>
            <a:pPr marL="12700">
              <a:lnSpc>
                <a:spcPct val="100000"/>
              </a:lnSpc>
              <a:spcBef>
                <a:spcPts val="95"/>
              </a:spcBef>
            </a:pPr>
            <a:r>
              <a:rPr spc="-5" dirty="0"/>
              <a:t>Demand</a:t>
            </a:r>
            <a:r>
              <a:rPr spc="-45" dirty="0"/>
              <a:t> </a:t>
            </a:r>
            <a:r>
              <a:rPr spc="-5" dirty="0"/>
              <a:t>Paging</a:t>
            </a:r>
          </a:p>
        </p:txBody>
      </p:sp>
      <p:sp>
        <p:nvSpPr>
          <p:cNvPr id="4" name="object 4"/>
          <p:cNvSpPr txBox="1"/>
          <p:nvPr/>
        </p:nvSpPr>
        <p:spPr>
          <a:xfrm>
            <a:off x="1143000" y="1809953"/>
            <a:ext cx="10134600" cy="3900426"/>
          </a:xfrm>
          <a:prstGeom prst="rect">
            <a:avLst/>
          </a:prstGeom>
        </p:spPr>
        <p:txBody>
          <a:bodyPr vert="horz" wrap="square" lIns="0" tIns="55244" rIns="0" bIns="0" rtlCol="0">
            <a:spAutoFit/>
          </a:bodyPr>
          <a:lstStyle/>
          <a:p>
            <a:pPr marL="241300" marR="5080" indent="-229235" algn="just">
              <a:lnSpc>
                <a:spcPct val="150000"/>
              </a:lnSpc>
              <a:spcBef>
                <a:spcPts val="434"/>
              </a:spcBef>
              <a:buSzPct val="80357"/>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Demand Paging is a </a:t>
            </a:r>
            <a:r>
              <a:rPr sz="2600" dirty="0">
                <a:solidFill>
                  <a:srgbClr val="002060"/>
                </a:solidFill>
                <a:latin typeface="Times New Roman" panose="02020603050405020304" pitchFamily="18" charset="0"/>
                <a:cs typeface="Times New Roman" panose="02020603050405020304" pitchFamily="18" charset="0"/>
              </a:rPr>
              <a:t>popular method </a:t>
            </a:r>
            <a:r>
              <a:rPr sz="2600" spc="-5" dirty="0">
                <a:solidFill>
                  <a:srgbClr val="002060"/>
                </a:solidFill>
                <a:latin typeface="Times New Roman" panose="02020603050405020304" pitchFamily="18" charset="0"/>
                <a:cs typeface="Times New Roman" panose="02020603050405020304" pitchFamily="18" charset="0"/>
              </a:rPr>
              <a:t>of virtual </a:t>
            </a:r>
            <a:r>
              <a:rPr sz="2600" dirty="0">
                <a:solidFill>
                  <a:srgbClr val="002060"/>
                </a:solidFill>
                <a:latin typeface="Times New Roman" panose="02020603050405020304" pitchFamily="18" charset="0"/>
                <a:cs typeface="Times New Roman" panose="02020603050405020304" pitchFamily="18" charset="0"/>
              </a:rPr>
              <a:t>memory </a:t>
            </a:r>
            <a:r>
              <a:rPr sz="2600" dirty="0" smtClean="0">
                <a:solidFill>
                  <a:srgbClr val="002060"/>
                </a:solidFill>
                <a:latin typeface="Times New Roman" panose="02020603050405020304" pitchFamily="18" charset="0"/>
                <a:cs typeface="Times New Roman" panose="02020603050405020304" pitchFamily="18" charset="0"/>
              </a:rPr>
              <a:t>management</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 demand </a:t>
            </a:r>
            <a:r>
              <a:rPr sz="2600" dirty="0">
                <a:solidFill>
                  <a:srgbClr val="002060"/>
                </a:solidFill>
                <a:latin typeface="Times New Roman" panose="02020603050405020304" pitchFamily="18" charset="0"/>
                <a:cs typeface="Times New Roman" panose="02020603050405020304" pitchFamily="18" charset="0"/>
              </a:rPr>
              <a:t>paging, </a:t>
            </a:r>
            <a:r>
              <a:rPr sz="2600" spc="-5" dirty="0">
                <a:solidFill>
                  <a:srgbClr val="002060"/>
                </a:solidFill>
                <a:latin typeface="Times New Roman" panose="02020603050405020304" pitchFamily="18" charset="0"/>
                <a:cs typeface="Times New Roman" panose="02020603050405020304" pitchFamily="18" charset="0"/>
              </a:rPr>
              <a:t>the </a:t>
            </a:r>
            <a:r>
              <a:rPr sz="2600" dirty="0">
                <a:solidFill>
                  <a:srgbClr val="002060"/>
                </a:solidFill>
                <a:latin typeface="Times New Roman" panose="02020603050405020304" pitchFamily="18" charset="0"/>
                <a:cs typeface="Times New Roman" panose="02020603050405020304" pitchFamily="18" charset="0"/>
              </a:rPr>
              <a:t>pages of </a:t>
            </a:r>
            <a:r>
              <a:rPr sz="2600" spc="-5" dirty="0">
                <a:solidFill>
                  <a:srgbClr val="002060"/>
                </a:solidFill>
                <a:latin typeface="Times New Roman" panose="02020603050405020304" pitchFamily="18" charset="0"/>
                <a:cs typeface="Times New Roman" panose="02020603050405020304" pitchFamily="18" charset="0"/>
              </a:rPr>
              <a:t>a process </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which</a:t>
            </a:r>
            <a:r>
              <a:rPr sz="2600" dirty="0">
                <a:solidFill>
                  <a:srgbClr val="002060"/>
                </a:solidFill>
                <a:latin typeface="Times New Roman" panose="02020603050405020304" pitchFamily="18" charset="0"/>
                <a:cs typeface="Times New Roman" panose="02020603050405020304" pitchFamily="18" charset="0"/>
              </a:rPr>
              <a:t> are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least</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used,</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get</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stored</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76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secondary </a:t>
            </a:r>
            <a:r>
              <a:rPr sz="2600" spc="5" dirty="0">
                <a:solidFill>
                  <a:srgbClr val="002060"/>
                </a:solidFill>
                <a:latin typeface="Times New Roman" panose="02020603050405020304" pitchFamily="18" charset="0"/>
                <a:cs typeface="Times New Roman" panose="02020603050405020304" pitchFamily="18" charset="0"/>
              </a:rPr>
              <a:t> </a:t>
            </a:r>
            <a:r>
              <a:rPr sz="2600" spc="-30" dirty="0">
                <a:solidFill>
                  <a:srgbClr val="002060"/>
                </a:solidFill>
                <a:latin typeface="Times New Roman" panose="02020603050405020304" pitchFamily="18" charset="0"/>
                <a:cs typeface="Times New Roman" panose="02020603050405020304" pitchFamily="18" charset="0"/>
              </a:rPr>
              <a:t>memory.</a:t>
            </a:r>
            <a:endParaRPr sz="2600" dirty="0">
              <a:solidFill>
                <a:srgbClr val="002060"/>
              </a:solidFill>
              <a:latin typeface="Times New Roman" panose="02020603050405020304" pitchFamily="18" charset="0"/>
              <a:cs typeface="Times New Roman" panose="02020603050405020304" pitchFamily="18" charset="0"/>
            </a:endParaRPr>
          </a:p>
          <a:p>
            <a:pPr marL="241300" marR="6985" indent="-229235" algn="just">
              <a:lnSpc>
                <a:spcPct val="150000"/>
              </a:lnSpc>
              <a:spcBef>
                <a:spcPts val="1850"/>
              </a:spcBef>
              <a:buSzPct val="80357"/>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A </a:t>
            </a:r>
            <a:r>
              <a:rPr sz="2600" dirty="0">
                <a:solidFill>
                  <a:srgbClr val="002060"/>
                </a:solidFill>
                <a:latin typeface="Times New Roman" panose="02020603050405020304" pitchFamily="18" charset="0"/>
                <a:cs typeface="Times New Roman" panose="02020603050405020304" pitchFamily="18" charset="0"/>
              </a:rPr>
              <a:t>page </a:t>
            </a:r>
            <a:r>
              <a:rPr sz="2600" spc="-5" dirty="0">
                <a:solidFill>
                  <a:srgbClr val="002060"/>
                </a:solidFill>
                <a:latin typeface="Times New Roman" panose="02020603050405020304" pitchFamily="18" charset="0"/>
                <a:cs typeface="Times New Roman" panose="02020603050405020304" pitchFamily="18" charset="0"/>
              </a:rPr>
              <a:t>is copied </a:t>
            </a:r>
            <a:r>
              <a:rPr sz="2600" spc="-10" dirty="0">
                <a:solidFill>
                  <a:srgbClr val="002060"/>
                </a:solidFill>
                <a:latin typeface="Times New Roman" panose="02020603050405020304" pitchFamily="18" charset="0"/>
                <a:cs typeface="Times New Roman" panose="02020603050405020304" pitchFamily="18" charset="0"/>
              </a:rPr>
              <a:t>to </a:t>
            </a:r>
            <a:r>
              <a:rPr sz="2600" spc="-5" dirty="0">
                <a:solidFill>
                  <a:srgbClr val="002060"/>
                </a:solidFill>
                <a:latin typeface="Times New Roman" panose="02020603050405020304" pitchFamily="18" charset="0"/>
                <a:cs typeface="Times New Roman" panose="02020603050405020304" pitchFamily="18" charset="0"/>
              </a:rPr>
              <a:t>the main </a:t>
            </a:r>
            <a:r>
              <a:rPr sz="2600" dirty="0">
                <a:solidFill>
                  <a:srgbClr val="002060"/>
                </a:solidFill>
                <a:latin typeface="Times New Roman" panose="02020603050405020304" pitchFamily="18" charset="0"/>
                <a:cs typeface="Times New Roman" panose="02020603050405020304" pitchFamily="18" charset="0"/>
              </a:rPr>
              <a:t>memory </a:t>
            </a:r>
            <a:r>
              <a:rPr sz="2600" spc="-5" dirty="0">
                <a:solidFill>
                  <a:srgbClr val="002060"/>
                </a:solidFill>
                <a:latin typeface="Times New Roman" panose="02020603050405020304" pitchFamily="18" charset="0"/>
                <a:cs typeface="Times New Roman" panose="02020603050405020304" pitchFamily="18" charset="0"/>
              </a:rPr>
              <a:t>when its </a:t>
            </a:r>
            <a:r>
              <a:rPr sz="2600" dirty="0">
                <a:solidFill>
                  <a:srgbClr val="002060"/>
                </a:solidFill>
                <a:latin typeface="Times New Roman" panose="02020603050405020304" pitchFamily="18" charset="0"/>
                <a:cs typeface="Times New Roman" panose="02020603050405020304" pitchFamily="18" charset="0"/>
              </a:rPr>
              <a:t>demand </a:t>
            </a:r>
            <a:r>
              <a:rPr sz="2600" spc="-5" dirty="0">
                <a:solidFill>
                  <a:srgbClr val="002060"/>
                </a:solidFill>
                <a:latin typeface="Times New Roman" panose="02020603050405020304" pitchFamily="18" charset="0"/>
                <a:cs typeface="Times New Roman" panose="02020603050405020304" pitchFamily="18" charset="0"/>
              </a:rPr>
              <a:t>is </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made</a:t>
            </a:r>
            <a:r>
              <a:rPr sz="2600" dirty="0">
                <a:solidFill>
                  <a:srgbClr val="002060"/>
                </a:solidFill>
                <a:latin typeface="Times New Roman" panose="02020603050405020304" pitchFamily="18" charset="0"/>
                <a:cs typeface="Times New Roman" panose="02020603050405020304" pitchFamily="18" charset="0"/>
              </a:rPr>
              <a:t> or</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page</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fault</a:t>
            </a:r>
            <a:r>
              <a:rPr sz="2600" dirty="0">
                <a:solidFill>
                  <a:srgbClr val="002060"/>
                </a:solidFill>
                <a:latin typeface="Times New Roman" panose="02020603050405020304" pitchFamily="18" charset="0"/>
                <a:cs typeface="Times New Roman" panose="02020603050405020304" pitchFamily="18" charset="0"/>
              </a:rPr>
              <a:t> occurs.</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There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are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various</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page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replacement algorithms </a:t>
            </a:r>
            <a:r>
              <a:rPr sz="2600" spc="-5" dirty="0">
                <a:solidFill>
                  <a:srgbClr val="002060"/>
                </a:solidFill>
                <a:latin typeface="Times New Roman" panose="02020603050405020304" pitchFamily="18" charset="0"/>
                <a:cs typeface="Times New Roman" panose="02020603050405020304" pitchFamily="18" charset="0"/>
              </a:rPr>
              <a:t>which </a:t>
            </a:r>
            <a:r>
              <a:rPr sz="2600" dirty="0">
                <a:solidFill>
                  <a:srgbClr val="002060"/>
                </a:solidFill>
                <a:latin typeface="Times New Roman" panose="02020603050405020304" pitchFamily="18" charset="0"/>
                <a:cs typeface="Times New Roman" panose="02020603050405020304" pitchFamily="18" charset="0"/>
              </a:rPr>
              <a:t>are used </a:t>
            </a:r>
            <a:r>
              <a:rPr sz="2600" spc="-5" dirty="0">
                <a:solidFill>
                  <a:srgbClr val="002060"/>
                </a:solidFill>
                <a:latin typeface="Times New Roman" panose="02020603050405020304" pitchFamily="18" charset="0"/>
                <a:cs typeface="Times New Roman" panose="02020603050405020304" pitchFamily="18" charset="0"/>
              </a:rPr>
              <a:t>to </a:t>
            </a:r>
            <a:r>
              <a:rPr sz="2600" dirty="0">
                <a:solidFill>
                  <a:srgbClr val="002060"/>
                </a:solidFill>
                <a:latin typeface="Times New Roman" panose="02020603050405020304" pitchFamily="18" charset="0"/>
                <a:cs typeface="Times New Roman" panose="02020603050405020304" pitchFamily="18" charset="0"/>
              </a:rPr>
              <a:t>determine </a:t>
            </a:r>
            <a:r>
              <a:rPr sz="2600" spc="-5" dirty="0">
                <a:solidFill>
                  <a:srgbClr val="002060"/>
                </a:solidFill>
                <a:latin typeface="Times New Roman" panose="02020603050405020304" pitchFamily="18" charset="0"/>
                <a:cs typeface="Times New Roman" panose="02020603050405020304" pitchFamily="18" charset="0"/>
              </a:rPr>
              <a:t>the </a:t>
            </a:r>
            <a:r>
              <a:rPr sz="2600" dirty="0">
                <a:solidFill>
                  <a:srgbClr val="002060"/>
                </a:solidFill>
                <a:latin typeface="Times New Roman" panose="02020603050405020304" pitchFamily="18" charset="0"/>
                <a:cs typeface="Times New Roman" panose="02020603050405020304" pitchFamily="18" charset="0"/>
              </a:rPr>
              <a:t> pages </a:t>
            </a:r>
            <a:r>
              <a:rPr sz="2600" spc="-5" dirty="0">
                <a:solidFill>
                  <a:srgbClr val="002060"/>
                </a:solidFill>
                <a:latin typeface="Times New Roman" panose="02020603050405020304" pitchFamily="18" charset="0"/>
                <a:cs typeface="Times New Roman" panose="02020603050405020304" pitchFamily="18" charset="0"/>
              </a:rPr>
              <a:t>which</a:t>
            </a:r>
            <a:r>
              <a:rPr sz="2600" spc="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will</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replaced.</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228600"/>
            <a:ext cx="12188825" cy="6421626"/>
            <a:chOff x="0" y="228600"/>
            <a:chExt cx="12188825" cy="6421626"/>
          </a:xfrm>
        </p:grpSpPr>
        <p:pic>
          <p:nvPicPr>
            <p:cNvPr id="3" name="object 3"/>
            <p:cNvPicPr/>
            <p:nvPr/>
          </p:nvPicPr>
          <p:blipFill>
            <a:blip r:embed="rId2" cstate="print"/>
            <a:stretch>
              <a:fillRect/>
            </a:stretch>
          </p:blipFill>
          <p:spPr>
            <a:xfrm>
              <a:off x="0" y="5208778"/>
              <a:ext cx="12188825" cy="1441448"/>
            </a:xfrm>
            <a:prstGeom prst="rect">
              <a:avLst/>
            </a:prstGeom>
          </p:spPr>
        </p:pic>
        <p:pic>
          <p:nvPicPr>
            <p:cNvPr id="4" name="object 4"/>
            <p:cNvPicPr/>
            <p:nvPr/>
          </p:nvPicPr>
          <p:blipFill>
            <a:blip r:embed="rId3" cstate="print"/>
            <a:stretch>
              <a:fillRect/>
            </a:stretch>
          </p:blipFill>
          <p:spPr>
            <a:xfrm>
              <a:off x="1752600" y="228600"/>
              <a:ext cx="8226551" cy="6096000"/>
            </a:xfrm>
            <a:prstGeom prst="rect">
              <a:avLst/>
            </a:prstGeom>
          </p:spPr>
        </p:pic>
      </p:gr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4" name="object 4"/>
          <p:cNvSpPr txBox="1"/>
          <p:nvPr/>
        </p:nvSpPr>
        <p:spPr>
          <a:xfrm>
            <a:off x="874712" y="228600"/>
            <a:ext cx="10555288" cy="6366486"/>
          </a:xfrm>
          <a:prstGeom prst="rect">
            <a:avLst/>
          </a:prstGeom>
        </p:spPr>
        <p:txBody>
          <a:bodyPr vert="horz" wrap="square" lIns="0" tIns="53975" rIns="0" bIns="0" rtlCol="0">
            <a:spAutoFit/>
          </a:bodyPr>
          <a:lstStyle/>
          <a:p>
            <a:pPr marL="12700" marR="6985" algn="just">
              <a:lnSpc>
                <a:spcPct val="150000"/>
              </a:lnSpc>
              <a:spcBef>
                <a:spcPts val="425"/>
              </a:spcBef>
              <a:buSzPct val="79166"/>
              <a:tabLst>
                <a:tab pos="241300" algn="l"/>
              </a:tabLst>
            </a:pPr>
            <a:r>
              <a:rPr lang="en-US" sz="2400" spc="-5" dirty="0">
                <a:solidFill>
                  <a:srgbClr val="002060"/>
                </a:solidFill>
                <a:latin typeface="Times New Roman" panose="02020603050405020304" pitchFamily="18" charset="0"/>
                <a:cs typeface="Times New Roman" panose="02020603050405020304" pitchFamily="18" charset="0"/>
              </a:rPr>
              <a:t>The</a:t>
            </a:r>
            <a:r>
              <a:rPr lang="en-US" sz="2400" spc="20" dirty="0">
                <a:solidFill>
                  <a:srgbClr val="002060"/>
                </a:solidFill>
                <a:latin typeface="Times New Roman" panose="02020603050405020304" pitchFamily="18" charset="0"/>
                <a:cs typeface="Times New Roman" panose="02020603050405020304" pitchFamily="18" charset="0"/>
              </a:rPr>
              <a:t> </a:t>
            </a:r>
            <a:r>
              <a:rPr lang="en-US" sz="2400" dirty="0">
                <a:solidFill>
                  <a:srgbClr val="002060"/>
                </a:solidFill>
                <a:latin typeface="Times New Roman" panose="02020603050405020304" pitchFamily="18" charset="0"/>
                <a:cs typeface="Times New Roman" panose="02020603050405020304" pitchFamily="18" charset="0"/>
              </a:rPr>
              <a:t>process</a:t>
            </a:r>
            <a:r>
              <a:rPr lang="en-US" sz="2400" spc="-5" dirty="0">
                <a:solidFill>
                  <a:srgbClr val="002060"/>
                </a:solidFill>
                <a:latin typeface="Times New Roman" panose="02020603050405020304" pitchFamily="18" charset="0"/>
                <a:cs typeface="Times New Roman" panose="02020603050405020304" pitchFamily="18" charset="0"/>
              </a:rPr>
              <a:t> includes</a:t>
            </a:r>
            <a:r>
              <a:rPr lang="en-US" sz="2400" spc="25" dirty="0">
                <a:solidFill>
                  <a:srgbClr val="002060"/>
                </a:solidFill>
                <a:latin typeface="Times New Roman" panose="02020603050405020304" pitchFamily="18" charset="0"/>
                <a:cs typeface="Times New Roman" panose="02020603050405020304" pitchFamily="18" charset="0"/>
              </a:rPr>
              <a:t> </a:t>
            </a:r>
            <a:r>
              <a:rPr lang="en-US" sz="2400" spc="-5" dirty="0">
                <a:solidFill>
                  <a:srgbClr val="002060"/>
                </a:solidFill>
                <a:latin typeface="Times New Roman" panose="02020603050405020304" pitchFamily="18" charset="0"/>
                <a:cs typeface="Times New Roman" panose="02020603050405020304" pitchFamily="18" charset="0"/>
              </a:rPr>
              <a:t>the</a:t>
            </a:r>
            <a:r>
              <a:rPr lang="en-US" sz="2400" spc="5" dirty="0">
                <a:solidFill>
                  <a:srgbClr val="002060"/>
                </a:solidFill>
                <a:latin typeface="Times New Roman" panose="02020603050405020304" pitchFamily="18" charset="0"/>
                <a:cs typeface="Times New Roman" panose="02020603050405020304" pitchFamily="18" charset="0"/>
              </a:rPr>
              <a:t> </a:t>
            </a:r>
            <a:r>
              <a:rPr lang="en-US" sz="2400" spc="-5" dirty="0">
                <a:solidFill>
                  <a:srgbClr val="002060"/>
                </a:solidFill>
                <a:latin typeface="Times New Roman" panose="02020603050405020304" pitchFamily="18" charset="0"/>
                <a:cs typeface="Times New Roman" panose="02020603050405020304" pitchFamily="18" charset="0"/>
              </a:rPr>
              <a:t>following</a:t>
            </a:r>
            <a:r>
              <a:rPr lang="en-US" sz="2400" spc="35" dirty="0">
                <a:solidFill>
                  <a:srgbClr val="002060"/>
                </a:solidFill>
                <a:latin typeface="Times New Roman" panose="02020603050405020304" pitchFamily="18" charset="0"/>
                <a:cs typeface="Times New Roman" panose="02020603050405020304" pitchFamily="18" charset="0"/>
              </a:rPr>
              <a:t> </a:t>
            </a:r>
            <a:r>
              <a:rPr lang="en-US" sz="2400" dirty="0">
                <a:solidFill>
                  <a:srgbClr val="002060"/>
                </a:solidFill>
                <a:latin typeface="Times New Roman" panose="02020603050405020304" pitchFamily="18" charset="0"/>
                <a:cs typeface="Times New Roman" panose="02020603050405020304" pitchFamily="18" charset="0"/>
              </a:rPr>
              <a:t>steps</a:t>
            </a:r>
            <a:r>
              <a:rPr lang="en-US" sz="2400" spc="-10" dirty="0">
                <a:solidFill>
                  <a:srgbClr val="002060"/>
                </a:solidFill>
                <a:latin typeface="Times New Roman" panose="02020603050405020304" pitchFamily="18" charset="0"/>
                <a:cs typeface="Times New Roman" panose="02020603050405020304" pitchFamily="18" charset="0"/>
              </a:rPr>
              <a:t> </a:t>
            </a:r>
            <a:r>
              <a:rPr lang="en-US" sz="2400" spc="-5" dirty="0" smtClean="0">
                <a:solidFill>
                  <a:srgbClr val="002060"/>
                </a:solidFill>
                <a:latin typeface="Times New Roman" panose="02020603050405020304" pitchFamily="18" charset="0"/>
                <a:cs typeface="Times New Roman" panose="02020603050405020304" pitchFamily="18" charset="0"/>
              </a:rPr>
              <a:t>:</a:t>
            </a:r>
          </a:p>
          <a:p>
            <a:pPr marL="241300" marR="6985" indent="-228600" algn="just">
              <a:lnSpc>
                <a:spcPct val="150000"/>
              </a:lnSpc>
              <a:spcBef>
                <a:spcPts val="425"/>
              </a:spcBef>
              <a:buSzPct val="79166"/>
              <a:buChar char="•"/>
              <a:tabLst>
                <a:tab pos="241300" algn="l"/>
              </a:tabLst>
            </a:pPr>
            <a:r>
              <a:rPr sz="2400" spc="-5" dirty="0" smtClean="0">
                <a:solidFill>
                  <a:srgbClr val="002060"/>
                </a:solidFill>
                <a:latin typeface="Times New Roman" panose="02020603050405020304" pitchFamily="18" charset="0"/>
                <a:cs typeface="Times New Roman" panose="02020603050405020304" pitchFamily="18" charset="0"/>
              </a:rPr>
              <a:t>If </a:t>
            </a:r>
            <a:r>
              <a:rPr sz="2400" spc="-5" dirty="0">
                <a:solidFill>
                  <a:srgbClr val="002060"/>
                </a:solidFill>
                <a:latin typeface="Times New Roman" panose="02020603050405020304" pitchFamily="18" charset="0"/>
                <a:cs typeface="Times New Roman" panose="02020603050405020304" pitchFamily="18" charset="0"/>
              </a:rPr>
              <a:t>CPU </a:t>
            </a:r>
            <a:r>
              <a:rPr sz="2400" dirty="0">
                <a:solidFill>
                  <a:srgbClr val="002060"/>
                </a:solidFill>
                <a:latin typeface="Times New Roman" panose="02020603050405020304" pitchFamily="18" charset="0"/>
                <a:cs typeface="Times New Roman" panose="02020603050405020304" pitchFamily="18" charset="0"/>
              </a:rPr>
              <a:t>try to refer </a:t>
            </a:r>
            <a:r>
              <a:rPr sz="2400" spc="-5" dirty="0">
                <a:solidFill>
                  <a:srgbClr val="002060"/>
                </a:solidFill>
                <a:latin typeface="Times New Roman" panose="02020603050405020304" pitchFamily="18" charset="0"/>
                <a:cs typeface="Times New Roman" panose="02020603050405020304" pitchFamily="18" charset="0"/>
              </a:rPr>
              <a:t>a page </a:t>
            </a:r>
            <a:r>
              <a:rPr sz="2400" dirty="0">
                <a:solidFill>
                  <a:srgbClr val="002060"/>
                </a:solidFill>
                <a:latin typeface="Times New Roman" panose="02020603050405020304" pitchFamily="18" charset="0"/>
                <a:cs typeface="Times New Roman" panose="02020603050405020304" pitchFamily="18" charset="0"/>
              </a:rPr>
              <a:t>that </a:t>
            </a:r>
            <a:r>
              <a:rPr sz="2400" spc="-5" dirty="0">
                <a:solidFill>
                  <a:srgbClr val="002060"/>
                </a:solidFill>
                <a:latin typeface="Times New Roman" panose="02020603050405020304" pitchFamily="18" charset="0"/>
                <a:cs typeface="Times New Roman" panose="02020603050405020304" pitchFamily="18" charset="0"/>
              </a:rPr>
              <a:t>is currently </a:t>
            </a:r>
            <a:r>
              <a:rPr sz="2400" spc="-10" dirty="0">
                <a:solidFill>
                  <a:srgbClr val="002060"/>
                </a:solidFill>
                <a:latin typeface="Times New Roman" panose="02020603050405020304" pitchFamily="18" charset="0"/>
                <a:cs typeface="Times New Roman" panose="02020603050405020304" pitchFamily="18" charset="0"/>
              </a:rPr>
              <a:t>not </a:t>
            </a:r>
            <a:r>
              <a:rPr sz="2400" spc="-5" dirty="0">
                <a:solidFill>
                  <a:srgbClr val="002060"/>
                </a:solidFill>
                <a:latin typeface="Times New Roman" panose="02020603050405020304" pitchFamily="18" charset="0"/>
                <a:cs typeface="Times New Roman" panose="02020603050405020304" pitchFamily="18" charset="0"/>
              </a:rPr>
              <a:t>available in </a:t>
            </a:r>
            <a:r>
              <a:rPr sz="2400" dirty="0">
                <a:solidFill>
                  <a:srgbClr val="002060"/>
                </a:solidFill>
                <a:latin typeface="Times New Roman" panose="02020603050405020304" pitchFamily="18" charset="0"/>
                <a:cs typeface="Times New Roman" panose="02020603050405020304" pitchFamily="18" charset="0"/>
              </a:rPr>
              <a:t>the </a:t>
            </a:r>
            <a:r>
              <a:rPr sz="2400" spc="-5" dirty="0">
                <a:solidFill>
                  <a:srgbClr val="002060"/>
                </a:solidFill>
                <a:latin typeface="Times New Roman" panose="02020603050405020304" pitchFamily="18" charset="0"/>
                <a:cs typeface="Times New Roman" panose="02020603050405020304" pitchFamily="18" charset="0"/>
              </a:rPr>
              <a:t>main </a:t>
            </a:r>
            <a:r>
              <a:rPr sz="2400" dirty="0">
                <a:solidFill>
                  <a:srgbClr val="002060"/>
                </a:solidFill>
                <a:latin typeface="Times New Roman" panose="02020603050405020304" pitchFamily="18" charset="0"/>
                <a:cs typeface="Times New Roman" panose="02020603050405020304" pitchFamily="18" charset="0"/>
              </a:rPr>
              <a:t> </a:t>
            </a:r>
            <a:r>
              <a:rPr sz="2400" spc="-30" dirty="0">
                <a:solidFill>
                  <a:srgbClr val="002060"/>
                </a:solidFill>
                <a:latin typeface="Times New Roman" panose="02020603050405020304" pitchFamily="18" charset="0"/>
                <a:cs typeface="Times New Roman" panose="02020603050405020304" pitchFamily="18" charset="0"/>
              </a:rPr>
              <a:t>memory,</a:t>
            </a:r>
            <a:r>
              <a:rPr sz="2400" spc="-1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it</a:t>
            </a:r>
            <a:r>
              <a:rPr sz="2400" spc="1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generates</a:t>
            </a:r>
            <a:r>
              <a:rPr sz="2400" spc="2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an</a:t>
            </a:r>
            <a:r>
              <a:rPr sz="2400" spc="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interrupt</a:t>
            </a:r>
            <a:r>
              <a:rPr sz="2400" spc="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indicating</a:t>
            </a:r>
            <a:r>
              <a:rPr sz="2400" spc="4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memory</a:t>
            </a:r>
            <a:r>
              <a:rPr sz="2400" dirty="0">
                <a:solidFill>
                  <a:srgbClr val="002060"/>
                </a:solidFill>
                <a:latin typeface="Times New Roman" panose="02020603050405020304" pitchFamily="18" charset="0"/>
                <a:cs typeface="Times New Roman" panose="02020603050405020304" pitchFamily="18" charset="0"/>
              </a:rPr>
              <a:t> access</a:t>
            </a:r>
            <a:r>
              <a:rPr sz="2400" spc="20"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fault</a:t>
            </a:r>
            <a:r>
              <a:rPr sz="2400" dirty="0" smtClean="0">
                <a:solidFill>
                  <a:srgbClr val="002060"/>
                </a:solidFill>
                <a:latin typeface="Times New Roman" panose="02020603050405020304" pitchFamily="18" charset="0"/>
                <a:cs typeface="Times New Roman" panose="02020603050405020304" pitchFamily="18" charset="0"/>
              </a:rPr>
              <a:t>.</a:t>
            </a:r>
            <a:r>
              <a:rPr lang="en-IN" sz="2400" dirty="0" smtClean="0">
                <a:solidFill>
                  <a:srgbClr val="002060"/>
                </a:solidFill>
                <a:latin typeface="Times New Roman" panose="02020603050405020304" pitchFamily="18" charset="0"/>
                <a:cs typeface="Times New Roman" panose="02020603050405020304" pitchFamily="18" charset="0"/>
              </a:rPr>
              <a:t> </a:t>
            </a:r>
            <a:r>
              <a:rPr sz="2400" spc="-5" dirty="0" smtClean="0">
                <a:solidFill>
                  <a:srgbClr val="002060"/>
                </a:solidFill>
                <a:latin typeface="Times New Roman" panose="02020603050405020304" pitchFamily="18" charset="0"/>
                <a:cs typeface="Times New Roman" panose="02020603050405020304" pitchFamily="18" charset="0"/>
              </a:rPr>
              <a:t>The </a:t>
            </a:r>
            <a:r>
              <a:rPr sz="2400" dirty="0">
                <a:solidFill>
                  <a:srgbClr val="002060"/>
                </a:solidFill>
                <a:latin typeface="Times New Roman" panose="02020603050405020304" pitchFamily="18" charset="0"/>
                <a:cs typeface="Times New Roman" panose="02020603050405020304" pitchFamily="18" charset="0"/>
              </a:rPr>
              <a:t>OS </a:t>
            </a:r>
            <a:r>
              <a:rPr sz="2400" spc="-5" dirty="0">
                <a:solidFill>
                  <a:srgbClr val="002060"/>
                </a:solidFill>
                <a:latin typeface="Times New Roman" panose="02020603050405020304" pitchFamily="18" charset="0"/>
                <a:cs typeface="Times New Roman" panose="02020603050405020304" pitchFamily="18" charset="0"/>
              </a:rPr>
              <a:t>puts </a:t>
            </a:r>
            <a:r>
              <a:rPr sz="2400" dirty="0">
                <a:solidFill>
                  <a:srgbClr val="002060"/>
                </a:solidFill>
                <a:latin typeface="Times New Roman" panose="02020603050405020304" pitchFamily="18" charset="0"/>
                <a:cs typeface="Times New Roman" panose="02020603050405020304" pitchFamily="18" charset="0"/>
              </a:rPr>
              <a:t>the </a:t>
            </a:r>
            <a:r>
              <a:rPr sz="2400" spc="-5" dirty="0">
                <a:solidFill>
                  <a:srgbClr val="002060"/>
                </a:solidFill>
                <a:latin typeface="Times New Roman" panose="02020603050405020304" pitchFamily="18" charset="0"/>
                <a:cs typeface="Times New Roman" panose="02020603050405020304" pitchFamily="18" charset="0"/>
              </a:rPr>
              <a:t>interrupted process in </a:t>
            </a:r>
            <a:r>
              <a:rPr sz="2400" dirty="0">
                <a:solidFill>
                  <a:srgbClr val="002060"/>
                </a:solidFill>
                <a:latin typeface="Times New Roman" panose="02020603050405020304" pitchFamily="18" charset="0"/>
                <a:cs typeface="Times New Roman" panose="02020603050405020304" pitchFamily="18" charset="0"/>
              </a:rPr>
              <a:t>a </a:t>
            </a:r>
            <a:r>
              <a:rPr sz="2400" spc="-5" dirty="0">
                <a:solidFill>
                  <a:srgbClr val="002060"/>
                </a:solidFill>
                <a:latin typeface="Times New Roman" panose="02020603050405020304" pitchFamily="18" charset="0"/>
                <a:cs typeface="Times New Roman" panose="02020603050405020304" pitchFamily="18" charset="0"/>
              </a:rPr>
              <a:t>blocking </a:t>
            </a:r>
            <a:r>
              <a:rPr sz="2400" dirty="0">
                <a:solidFill>
                  <a:srgbClr val="002060"/>
                </a:solidFill>
                <a:latin typeface="Times New Roman" panose="02020603050405020304" pitchFamily="18" charset="0"/>
                <a:cs typeface="Times New Roman" panose="02020603050405020304" pitchFamily="18" charset="0"/>
              </a:rPr>
              <a:t>state. </a:t>
            </a:r>
            <a:endParaRPr lang="en-IN" sz="2400" dirty="0" smtClean="0">
              <a:solidFill>
                <a:srgbClr val="002060"/>
              </a:solidFill>
              <a:latin typeface="Times New Roman" panose="02020603050405020304" pitchFamily="18" charset="0"/>
              <a:cs typeface="Times New Roman" panose="02020603050405020304" pitchFamily="18" charset="0"/>
            </a:endParaRPr>
          </a:p>
          <a:p>
            <a:pPr marL="241300" marR="6985" indent="-228600" algn="just">
              <a:lnSpc>
                <a:spcPct val="150000"/>
              </a:lnSpc>
              <a:spcBef>
                <a:spcPts val="425"/>
              </a:spcBef>
              <a:buSzPct val="79166"/>
              <a:buChar char="•"/>
              <a:tabLst>
                <a:tab pos="241300" algn="l"/>
              </a:tabLst>
            </a:pPr>
            <a:r>
              <a:rPr sz="2400" spc="-5" dirty="0" smtClean="0">
                <a:solidFill>
                  <a:srgbClr val="002060"/>
                </a:solidFill>
                <a:latin typeface="Times New Roman" panose="02020603050405020304" pitchFamily="18" charset="0"/>
                <a:cs typeface="Times New Roman" panose="02020603050405020304" pitchFamily="18" charset="0"/>
              </a:rPr>
              <a:t>For </a:t>
            </a:r>
            <a:r>
              <a:rPr sz="2400" dirty="0">
                <a:solidFill>
                  <a:srgbClr val="002060"/>
                </a:solidFill>
                <a:latin typeface="Times New Roman" panose="02020603050405020304" pitchFamily="18" charset="0"/>
                <a:cs typeface="Times New Roman" panose="02020603050405020304" pitchFamily="18" charset="0"/>
              </a:rPr>
              <a:t>the </a:t>
            </a:r>
            <a:r>
              <a:rPr sz="2400" spc="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execution </a:t>
            </a:r>
            <a:r>
              <a:rPr sz="2400" dirty="0">
                <a:solidFill>
                  <a:srgbClr val="002060"/>
                </a:solidFill>
                <a:latin typeface="Times New Roman" panose="02020603050405020304" pitchFamily="18" charset="0"/>
                <a:cs typeface="Times New Roman" panose="02020603050405020304" pitchFamily="18" charset="0"/>
              </a:rPr>
              <a:t>to </a:t>
            </a:r>
            <a:r>
              <a:rPr sz="2400" spc="-5" dirty="0">
                <a:solidFill>
                  <a:srgbClr val="002060"/>
                </a:solidFill>
                <a:latin typeface="Times New Roman" panose="02020603050405020304" pitchFamily="18" charset="0"/>
                <a:cs typeface="Times New Roman" panose="02020603050405020304" pitchFamily="18" charset="0"/>
              </a:rPr>
              <a:t>proceed </a:t>
            </a:r>
            <a:r>
              <a:rPr sz="2400" dirty="0">
                <a:solidFill>
                  <a:srgbClr val="002060"/>
                </a:solidFill>
                <a:latin typeface="Times New Roman" panose="02020603050405020304" pitchFamily="18" charset="0"/>
                <a:cs typeface="Times New Roman" panose="02020603050405020304" pitchFamily="18" charset="0"/>
              </a:rPr>
              <a:t>the OS </a:t>
            </a:r>
            <a:r>
              <a:rPr sz="2400" spc="-5" dirty="0">
                <a:solidFill>
                  <a:srgbClr val="002060"/>
                </a:solidFill>
                <a:latin typeface="Times New Roman" panose="02020603050405020304" pitchFamily="18" charset="0"/>
                <a:cs typeface="Times New Roman" panose="02020603050405020304" pitchFamily="18" charset="0"/>
              </a:rPr>
              <a:t>must bring </a:t>
            </a:r>
            <a:r>
              <a:rPr sz="2400" dirty="0">
                <a:solidFill>
                  <a:srgbClr val="002060"/>
                </a:solidFill>
                <a:latin typeface="Times New Roman" panose="02020603050405020304" pitchFamily="18" charset="0"/>
                <a:cs typeface="Times New Roman" panose="02020603050405020304" pitchFamily="18" charset="0"/>
              </a:rPr>
              <a:t>the required page </a:t>
            </a:r>
            <a:r>
              <a:rPr sz="2400" spc="-5" dirty="0">
                <a:solidFill>
                  <a:srgbClr val="002060"/>
                </a:solidFill>
                <a:latin typeface="Times New Roman" panose="02020603050405020304" pitchFamily="18" charset="0"/>
                <a:cs typeface="Times New Roman" panose="02020603050405020304" pitchFamily="18" charset="0"/>
              </a:rPr>
              <a:t>into </a:t>
            </a:r>
            <a:r>
              <a:rPr sz="2400" dirty="0">
                <a:solidFill>
                  <a:srgbClr val="002060"/>
                </a:solidFill>
                <a:latin typeface="Times New Roman" panose="02020603050405020304" pitchFamily="18" charset="0"/>
                <a:cs typeface="Times New Roman" panose="02020603050405020304" pitchFamily="18" charset="0"/>
              </a:rPr>
              <a:t>the </a:t>
            </a:r>
            <a:r>
              <a:rPr sz="2400" spc="5" dirty="0">
                <a:solidFill>
                  <a:srgbClr val="002060"/>
                </a:solidFill>
                <a:latin typeface="Times New Roman" panose="02020603050405020304" pitchFamily="18" charset="0"/>
                <a:cs typeface="Times New Roman" panose="02020603050405020304" pitchFamily="18" charset="0"/>
              </a:rPr>
              <a:t> </a:t>
            </a:r>
            <a:r>
              <a:rPr sz="2400" spc="-30" dirty="0">
                <a:solidFill>
                  <a:srgbClr val="002060"/>
                </a:solidFill>
                <a:latin typeface="Times New Roman" panose="02020603050405020304" pitchFamily="18" charset="0"/>
                <a:cs typeface="Times New Roman" panose="02020603050405020304" pitchFamily="18" charset="0"/>
              </a:rPr>
              <a:t>memory</a:t>
            </a:r>
            <a:r>
              <a:rPr sz="2400" spc="-30" dirty="0" smtClean="0">
                <a:solidFill>
                  <a:srgbClr val="002060"/>
                </a:solidFill>
                <a:latin typeface="Times New Roman" panose="02020603050405020304" pitchFamily="18" charset="0"/>
                <a:cs typeface="Times New Roman" panose="02020603050405020304" pitchFamily="18" charset="0"/>
              </a:rPr>
              <a:t>.</a:t>
            </a:r>
            <a:r>
              <a:rPr lang="en-IN" sz="2400" spc="-30" dirty="0" smtClean="0">
                <a:solidFill>
                  <a:srgbClr val="002060"/>
                </a:solidFill>
                <a:latin typeface="Times New Roman" panose="02020603050405020304" pitchFamily="18" charset="0"/>
                <a:cs typeface="Times New Roman" panose="02020603050405020304" pitchFamily="18" charset="0"/>
              </a:rPr>
              <a:t> </a:t>
            </a:r>
            <a:r>
              <a:rPr sz="2400" spc="-5" dirty="0" smtClean="0">
                <a:solidFill>
                  <a:srgbClr val="002060"/>
                </a:solidFill>
                <a:latin typeface="Times New Roman" panose="02020603050405020304" pitchFamily="18" charset="0"/>
                <a:cs typeface="Times New Roman" panose="02020603050405020304" pitchFamily="18" charset="0"/>
              </a:rPr>
              <a:t>The </a:t>
            </a:r>
            <a:r>
              <a:rPr sz="2400" dirty="0">
                <a:solidFill>
                  <a:srgbClr val="002060"/>
                </a:solidFill>
                <a:latin typeface="Times New Roman" panose="02020603050405020304" pitchFamily="18" charset="0"/>
                <a:cs typeface="Times New Roman" panose="02020603050405020304" pitchFamily="18" charset="0"/>
              </a:rPr>
              <a:t>OS </a:t>
            </a:r>
            <a:r>
              <a:rPr sz="2400" spc="-5" dirty="0">
                <a:solidFill>
                  <a:srgbClr val="002060"/>
                </a:solidFill>
                <a:latin typeface="Times New Roman" panose="02020603050405020304" pitchFamily="18" charset="0"/>
                <a:cs typeface="Times New Roman" panose="02020603050405020304" pitchFamily="18" charset="0"/>
              </a:rPr>
              <a:t>will </a:t>
            </a:r>
            <a:r>
              <a:rPr sz="2400" dirty="0">
                <a:solidFill>
                  <a:srgbClr val="002060"/>
                </a:solidFill>
                <a:latin typeface="Times New Roman" panose="02020603050405020304" pitchFamily="18" charset="0"/>
                <a:cs typeface="Times New Roman" panose="02020603050405020304" pitchFamily="18" charset="0"/>
              </a:rPr>
              <a:t>search for the </a:t>
            </a:r>
            <a:r>
              <a:rPr sz="2400" spc="-5" dirty="0">
                <a:solidFill>
                  <a:srgbClr val="002060"/>
                </a:solidFill>
                <a:latin typeface="Times New Roman" panose="02020603050405020304" pitchFamily="18" charset="0"/>
                <a:cs typeface="Times New Roman" panose="02020603050405020304" pitchFamily="18" charset="0"/>
              </a:rPr>
              <a:t>required page</a:t>
            </a:r>
            <a:r>
              <a:rPr sz="240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in </a:t>
            </a:r>
            <a:r>
              <a:rPr sz="2400" dirty="0">
                <a:solidFill>
                  <a:srgbClr val="002060"/>
                </a:solidFill>
                <a:latin typeface="Times New Roman" panose="02020603050405020304" pitchFamily="18" charset="0"/>
                <a:cs typeface="Times New Roman" panose="02020603050405020304" pitchFamily="18" charset="0"/>
              </a:rPr>
              <a:t>the logical address </a:t>
            </a:r>
            <a:r>
              <a:rPr sz="2400" spc="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space.</a:t>
            </a:r>
            <a:endParaRPr sz="2400" dirty="0">
              <a:solidFill>
                <a:srgbClr val="002060"/>
              </a:solidFill>
              <a:latin typeface="Times New Roman" panose="02020603050405020304" pitchFamily="18" charset="0"/>
              <a:cs typeface="Times New Roman" panose="02020603050405020304" pitchFamily="18" charset="0"/>
            </a:endParaRPr>
          </a:p>
          <a:p>
            <a:pPr marL="241300" marR="5080" indent="-228600" algn="just">
              <a:lnSpc>
                <a:spcPct val="150000"/>
              </a:lnSpc>
              <a:spcBef>
                <a:spcPts val="605"/>
              </a:spcBef>
              <a:buSzPct val="79166"/>
              <a:buChar char="•"/>
              <a:tabLst>
                <a:tab pos="241300" algn="l"/>
              </a:tabLst>
            </a:pPr>
            <a:r>
              <a:rPr sz="2400" spc="-5" dirty="0">
                <a:solidFill>
                  <a:srgbClr val="002060"/>
                </a:solidFill>
                <a:latin typeface="Times New Roman" panose="02020603050405020304" pitchFamily="18" charset="0"/>
                <a:cs typeface="Times New Roman" panose="02020603050405020304" pitchFamily="18" charset="0"/>
              </a:rPr>
              <a:t>The </a:t>
            </a:r>
            <a:r>
              <a:rPr sz="2400" dirty="0">
                <a:solidFill>
                  <a:srgbClr val="002060"/>
                </a:solidFill>
                <a:latin typeface="Times New Roman" panose="02020603050405020304" pitchFamily="18" charset="0"/>
                <a:cs typeface="Times New Roman" panose="02020603050405020304" pitchFamily="18" charset="0"/>
              </a:rPr>
              <a:t>required </a:t>
            </a:r>
            <a:r>
              <a:rPr sz="2400" spc="-5" dirty="0">
                <a:solidFill>
                  <a:srgbClr val="002060"/>
                </a:solidFill>
                <a:latin typeface="Times New Roman" panose="02020603050405020304" pitchFamily="18" charset="0"/>
                <a:cs typeface="Times New Roman" panose="02020603050405020304" pitchFamily="18" charset="0"/>
              </a:rPr>
              <a:t>page </a:t>
            </a:r>
            <a:r>
              <a:rPr sz="2400" dirty="0">
                <a:solidFill>
                  <a:srgbClr val="002060"/>
                </a:solidFill>
                <a:latin typeface="Times New Roman" panose="02020603050405020304" pitchFamily="18" charset="0"/>
                <a:cs typeface="Times New Roman" panose="02020603050405020304" pitchFamily="18" charset="0"/>
              </a:rPr>
              <a:t>will be brought from </a:t>
            </a:r>
            <a:r>
              <a:rPr sz="2400" spc="-5" dirty="0">
                <a:solidFill>
                  <a:srgbClr val="002060"/>
                </a:solidFill>
                <a:latin typeface="Times New Roman" panose="02020603050405020304" pitchFamily="18" charset="0"/>
                <a:cs typeface="Times New Roman" panose="02020603050405020304" pitchFamily="18" charset="0"/>
              </a:rPr>
              <a:t>logical </a:t>
            </a:r>
            <a:r>
              <a:rPr sz="2400" dirty="0">
                <a:solidFill>
                  <a:srgbClr val="002060"/>
                </a:solidFill>
                <a:latin typeface="Times New Roman" panose="02020603050405020304" pitchFamily="18" charset="0"/>
                <a:cs typeface="Times New Roman" panose="02020603050405020304" pitchFamily="18" charset="0"/>
              </a:rPr>
              <a:t>address </a:t>
            </a:r>
            <a:r>
              <a:rPr sz="2400" spc="-5" dirty="0">
                <a:solidFill>
                  <a:srgbClr val="002060"/>
                </a:solidFill>
                <a:latin typeface="Times New Roman" panose="02020603050405020304" pitchFamily="18" charset="0"/>
                <a:cs typeface="Times New Roman" panose="02020603050405020304" pitchFamily="18" charset="0"/>
              </a:rPr>
              <a:t>space to </a:t>
            </a:r>
            <a:r>
              <a:rPr sz="240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physical address space. The page </a:t>
            </a:r>
            <a:r>
              <a:rPr sz="2400" dirty="0">
                <a:solidFill>
                  <a:srgbClr val="002060"/>
                </a:solidFill>
                <a:latin typeface="Times New Roman" panose="02020603050405020304" pitchFamily="18" charset="0"/>
                <a:cs typeface="Times New Roman" panose="02020603050405020304" pitchFamily="18" charset="0"/>
              </a:rPr>
              <a:t>replacement </a:t>
            </a:r>
            <a:r>
              <a:rPr sz="2400" spc="-5" dirty="0">
                <a:solidFill>
                  <a:srgbClr val="002060"/>
                </a:solidFill>
                <a:latin typeface="Times New Roman" panose="02020603050405020304" pitchFamily="18" charset="0"/>
                <a:cs typeface="Times New Roman" panose="02020603050405020304" pitchFamily="18" charset="0"/>
              </a:rPr>
              <a:t>algorithms are used </a:t>
            </a:r>
            <a:r>
              <a:rPr sz="2400" dirty="0">
                <a:solidFill>
                  <a:srgbClr val="002060"/>
                </a:solidFill>
                <a:latin typeface="Times New Roman" panose="02020603050405020304" pitchFamily="18" charset="0"/>
                <a:cs typeface="Times New Roman" panose="02020603050405020304" pitchFamily="18" charset="0"/>
              </a:rPr>
              <a:t> for </a:t>
            </a:r>
            <a:r>
              <a:rPr sz="2400" spc="-5" dirty="0">
                <a:solidFill>
                  <a:srgbClr val="002060"/>
                </a:solidFill>
                <a:latin typeface="Times New Roman" panose="02020603050405020304" pitchFamily="18" charset="0"/>
                <a:cs typeface="Times New Roman" panose="02020603050405020304" pitchFamily="18" charset="0"/>
              </a:rPr>
              <a:t>the decision </a:t>
            </a:r>
            <a:r>
              <a:rPr sz="2400" dirty="0">
                <a:solidFill>
                  <a:srgbClr val="002060"/>
                </a:solidFill>
                <a:latin typeface="Times New Roman" panose="02020603050405020304" pitchFamily="18" charset="0"/>
                <a:cs typeface="Times New Roman" panose="02020603050405020304" pitchFamily="18" charset="0"/>
              </a:rPr>
              <a:t>making </a:t>
            </a:r>
            <a:r>
              <a:rPr sz="2400" spc="-5" dirty="0">
                <a:solidFill>
                  <a:srgbClr val="002060"/>
                </a:solidFill>
                <a:latin typeface="Times New Roman" panose="02020603050405020304" pitchFamily="18" charset="0"/>
                <a:cs typeface="Times New Roman" panose="02020603050405020304" pitchFamily="18" charset="0"/>
              </a:rPr>
              <a:t>of </a:t>
            </a:r>
            <a:r>
              <a:rPr sz="2400" dirty="0">
                <a:solidFill>
                  <a:srgbClr val="002060"/>
                </a:solidFill>
                <a:latin typeface="Times New Roman" panose="02020603050405020304" pitchFamily="18" charset="0"/>
                <a:cs typeface="Times New Roman" panose="02020603050405020304" pitchFamily="18" charset="0"/>
              </a:rPr>
              <a:t>replacing the </a:t>
            </a:r>
            <a:r>
              <a:rPr sz="2400" spc="-5" dirty="0">
                <a:solidFill>
                  <a:srgbClr val="002060"/>
                </a:solidFill>
                <a:latin typeface="Times New Roman" panose="02020603050405020304" pitchFamily="18" charset="0"/>
                <a:cs typeface="Times New Roman" panose="02020603050405020304" pitchFamily="18" charset="0"/>
              </a:rPr>
              <a:t>page </a:t>
            </a:r>
            <a:r>
              <a:rPr sz="2400" dirty="0">
                <a:solidFill>
                  <a:srgbClr val="002060"/>
                </a:solidFill>
                <a:latin typeface="Times New Roman" panose="02020603050405020304" pitchFamily="18" charset="0"/>
                <a:cs typeface="Times New Roman" panose="02020603050405020304" pitchFamily="18" charset="0"/>
              </a:rPr>
              <a:t>in </a:t>
            </a:r>
            <a:r>
              <a:rPr sz="2400" spc="-5" dirty="0">
                <a:solidFill>
                  <a:srgbClr val="002060"/>
                </a:solidFill>
                <a:latin typeface="Times New Roman" panose="02020603050405020304" pitchFamily="18" charset="0"/>
                <a:cs typeface="Times New Roman" panose="02020603050405020304" pitchFamily="18" charset="0"/>
              </a:rPr>
              <a:t>physical </a:t>
            </a:r>
            <a:r>
              <a:rPr sz="2400" dirty="0">
                <a:solidFill>
                  <a:srgbClr val="002060"/>
                </a:solidFill>
                <a:latin typeface="Times New Roman" panose="02020603050405020304" pitchFamily="18" charset="0"/>
                <a:cs typeface="Times New Roman" panose="02020603050405020304" pitchFamily="18" charset="0"/>
              </a:rPr>
              <a:t>address </a:t>
            </a:r>
            <a:r>
              <a:rPr sz="2400" spc="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space.</a:t>
            </a:r>
            <a:endParaRPr sz="2400" dirty="0">
              <a:solidFill>
                <a:srgbClr val="002060"/>
              </a:solidFill>
              <a:latin typeface="Times New Roman" panose="02020603050405020304" pitchFamily="18" charset="0"/>
              <a:cs typeface="Times New Roman" panose="02020603050405020304" pitchFamily="18" charset="0"/>
            </a:endParaRPr>
          </a:p>
          <a:p>
            <a:pPr marL="241300" indent="-228600" algn="just">
              <a:lnSpc>
                <a:spcPct val="150000"/>
              </a:lnSpc>
              <a:spcBef>
                <a:spcPts val="280"/>
              </a:spcBef>
              <a:buSzPct val="79166"/>
              <a:buChar char="•"/>
              <a:tabLst>
                <a:tab pos="241300" algn="l"/>
              </a:tabLst>
            </a:pPr>
            <a:r>
              <a:rPr sz="2400" spc="-5" dirty="0">
                <a:solidFill>
                  <a:srgbClr val="002060"/>
                </a:solidFill>
                <a:latin typeface="Times New Roman" panose="02020603050405020304" pitchFamily="18" charset="0"/>
                <a:cs typeface="Times New Roman" panose="02020603050405020304" pitchFamily="18" charset="0"/>
              </a:rPr>
              <a:t>The</a:t>
            </a:r>
            <a:r>
              <a:rPr sz="240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page</a:t>
            </a:r>
            <a:r>
              <a:rPr sz="2400" spc="1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table</a:t>
            </a:r>
            <a:r>
              <a:rPr sz="2400" spc="1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will</a:t>
            </a:r>
            <a:r>
              <a:rPr sz="2400" spc="2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updated</a:t>
            </a:r>
            <a:r>
              <a:rPr sz="2400" spc="15" dirty="0">
                <a:solidFill>
                  <a:srgbClr val="002060"/>
                </a:solidFill>
                <a:latin typeface="Times New Roman" panose="02020603050405020304" pitchFamily="18" charset="0"/>
                <a:cs typeface="Times New Roman" panose="02020603050405020304" pitchFamily="18" charset="0"/>
              </a:rPr>
              <a:t> </a:t>
            </a:r>
            <a:r>
              <a:rPr sz="2400" spc="-20" dirty="0">
                <a:solidFill>
                  <a:srgbClr val="002060"/>
                </a:solidFill>
                <a:latin typeface="Times New Roman" panose="02020603050405020304" pitchFamily="18" charset="0"/>
                <a:cs typeface="Times New Roman" panose="02020603050405020304" pitchFamily="18" charset="0"/>
              </a:rPr>
              <a:t>accordingly</a:t>
            </a:r>
            <a:r>
              <a:rPr sz="2400" spc="-20" dirty="0" smtClean="0">
                <a:solidFill>
                  <a:srgbClr val="002060"/>
                </a:solidFill>
                <a:latin typeface="Times New Roman" panose="02020603050405020304" pitchFamily="18" charset="0"/>
                <a:cs typeface="Times New Roman" panose="02020603050405020304" pitchFamily="18" charset="0"/>
              </a:rPr>
              <a:t>.</a:t>
            </a:r>
            <a:r>
              <a:rPr lang="en-IN" sz="2400" spc="-20" dirty="0" smtClean="0">
                <a:solidFill>
                  <a:srgbClr val="002060"/>
                </a:solidFill>
                <a:latin typeface="Times New Roman" panose="02020603050405020304" pitchFamily="18" charset="0"/>
                <a:cs typeface="Times New Roman" panose="02020603050405020304" pitchFamily="18" charset="0"/>
              </a:rPr>
              <a:t> </a:t>
            </a:r>
            <a:r>
              <a:rPr sz="2400" spc="-5" dirty="0" smtClean="0">
                <a:solidFill>
                  <a:srgbClr val="002060"/>
                </a:solidFill>
                <a:latin typeface="Times New Roman" panose="02020603050405020304" pitchFamily="18" charset="0"/>
                <a:cs typeface="Times New Roman" panose="02020603050405020304" pitchFamily="18" charset="0"/>
              </a:rPr>
              <a:t>The</a:t>
            </a:r>
            <a:r>
              <a:rPr sz="2400" dirty="0" smtClean="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signal</a:t>
            </a:r>
            <a:r>
              <a:rPr sz="240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will</a:t>
            </a:r>
            <a:r>
              <a:rPr sz="240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be</a:t>
            </a:r>
            <a:r>
              <a:rPr sz="2400" dirty="0">
                <a:solidFill>
                  <a:srgbClr val="002060"/>
                </a:solidFill>
                <a:latin typeface="Times New Roman" panose="02020603050405020304" pitchFamily="18" charset="0"/>
                <a:cs typeface="Times New Roman" panose="02020603050405020304" pitchFamily="18" charset="0"/>
              </a:rPr>
              <a:t> sent</a:t>
            </a:r>
            <a:r>
              <a:rPr sz="2400" spc="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to</a:t>
            </a:r>
            <a:r>
              <a:rPr sz="2400" spc="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the</a:t>
            </a:r>
            <a:r>
              <a:rPr sz="2400" spc="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CPU</a:t>
            </a:r>
            <a:r>
              <a:rPr sz="2400" dirty="0">
                <a:solidFill>
                  <a:srgbClr val="002060"/>
                </a:solidFill>
                <a:latin typeface="Times New Roman" panose="02020603050405020304" pitchFamily="18" charset="0"/>
                <a:cs typeface="Times New Roman" panose="02020603050405020304" pitchFamily="18" charset="0"/>
              </a:rPr>
              <a:t> to</a:t>
            </a:r>
            <a:r>
              <a:rPr sz="2400" spc="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continue</a:t>
            </a:r>
            <a:r>
              <a:rPr sz="2400" spc="65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the</a:t>
            </a:r>
            <a:r>
              <a:rPr sz="2400" spc="65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program </a:t>
            </a:r>
            <a:r>
              <a:rPr sz="2400" spc="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execution</a:t>
            </a:r>
            <a:r>
              <a:rPr sz="2400" spc="2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and</a:t>
            </a:r>
            <a:r>
              <a:rPr sz="2400" spc="1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it</a:t>
            </a:r>
            <a:r>
              <a:rPr sz="240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will</a:t>
            </a:r>
            <a:r>
              <a:rPr sz="2400" spc="3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place</a:t>
            </a:r>
            <a:r>
              <a:rPr sz="2400" spc="10"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the</a:t>
            </a:r>
            <a:r>
              <a:rPr sz="2400" spc="-1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process</a:t>
            </a:r>
            <a:r>
              <a:rPr sz="2400" spc="2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back</a:t>
            </a:r>
            <a:r>
              <a:rPr sz="2400"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into</a:t>
            </a:r>
            <a:r>
              <a:rPr sz="2400" spc="5" dirty="0">
                <a:solidFill>
                  <a:srgbClr val="002060"/>
                </a:solidFill>
                <a:latin typeface="Times New Roman" panose="02020603050405020304" pitchFamily="18" charset="0"/>
                <a:cs typeface="Times New Roman" panose="02020603050405020304" pitchFamily="18" charset="0"/>
              </a:rPr>
              <a:t> </a:t>
            </a:r>
            <a:r>
              <a:rPr sz="2400" spc="-5" dirty="0">
                <a:solidFill>
                  <a:srgbClr val="002060"/>
                </a:solidFill>
                <a:latin typeface="Times New Roman" panose="02020603050405020304" pitchFamily="18" charset="0"/>
                <a:cs typeface="Times New Roman" panose="02020603050405020304" pitchFamily="18" charset="0"/>
              </a:rPr>
              <a:t>ready</a:t>
            </a:r>
            <a:r>
              <a:rPr sz="2400" spc="5" dirty="0">
                <a:solidFill>
                  <a:srgbClr val="002060"/>
                </a:solidFill>
                <a:latin typeface="Times New Roman" panose="02020603050405020304" pitchFamily="18" charset="0"/>
                <a:cs typeface="Times New Roman" panose="02020603050405020304" pitchFamily="18" charset="0"/>
              </a:rPr>
              <a:t> </a:t>
            </a:r>
            <a:r>
              <a:rPr sz="2400" dirty="0">
                <a:solidFill>
                  <a:srgbClr val="002060"/>
                </a:solidFill>
                <a:latin typeface="Times New Roman" panose="02020603050405020304" pitchFamily="18" charset="0"/>
                <a:cs typeface="Times New Roman" panose="02020603050405020304" pitchFamily="18" charset="0"/>
              </a:rPr>
              <a:t>state.</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230579" y="580390"/>
            <a:ext cx="8102600" cy="635000"/>
          </a:xfrm>
          <a:prstGeom prst="rect">
            <a:avLst/>
          </a:prstGeom>
        </p:spPr>
        <p:txBody>
          <a:bodyPr vert="horz" wrap="square" lIns="0" tIns="12065" rIns="0" bIns="0" rtlCol="0">
            <a:spAutoFit/>
          </a:bodyPr>
          <a:lstStyle/>
          <a:p>
            <a:pPr marL="12700">
              <a:lnSpc>
                <a:spcPct val="100000"/>
              </a:lnSpc>
              <a:spcBef>
                <a:spcPts val="95"/>
              </a:spcBef>
            </a:pPr>
            <a:r>
              <a:rPr spc="-55" dirty="0"/>
              <a:t>Types</a:t>
            </a:r>
            <a:r>
              <a:rPr spc="-5" dirty="0"/>
              <a:t> of </a:t>
            </a:r>
            <a:r>
              <a:rPr spc="-10" dirty="0"/>
              <a:t>Page</a:t>
            </a:r>
            <a:r>
              <a:rPr spc="5" dirty="0"/>
              <a:t> </a:t>
            </a:r>
            <a:r>
              <a:rPr spc="-10" dirty="0"/>
              <a:t>Replacement</a:t>
            </a:r>
            <a:r>
              <a:rPr spc="20" dirty="0"/>
              <a:t> </a:t>
            </a:r>
            <a:r>
              <a:rPr spc="-10" dirty="0"/>
              <a:t>Methods</a:t>
            </a:r>
          </a:p>
        </p:txBody>
      </p:sp>
      <p:sp>
        <p:nvSpPr>
          <p:cNvPr id="4" name="object 4"/>
          <p:cNvSpPr txBox="1"/>
          <p:nvPr/>
        </p:nvSpPr>
        <p:spPr>
          <a:xfrm>
            <a:off x="1418336" y="1777589"/>
            <a:ext cx="7298055" cy="3322833"/>
          </a:xfrm>
          <a:prstGeom prst="rect">
            <a:avLst/>
          </a:prstGeom>
        </p:spPr>
        <p:txBody>
          <a:bodyPr vert="horz" wrap="square" lIns="0" tIns="52705" rIns="0" bIns="0" rtlCol="0">
            <a:spAutoFit/>
          </a:bodyPr>
          <a:lstStyle/>
          <a:p>
            <a:pPr marL="12700">
              <a:lnSpc>
                <a:spcPct val="150000"/>
              </a:lnSpc>
              <a:spcBef>
                <a:spcPts val="415"/>
              </a:spcBef>
            </a:pPr>
            <a:r>
              <a:rPr sz="2800" spc="-5" dirty="0">
                <a:solidFill>
                  <a:srgbClr val="002060"/>
                </a:solidFill>
                <a:latin typeface="Times New Roman" panose="02020603050405020304" pitchFamily="18" charset="0"/>
                <a:cs typeface="Times New Roman" panose="02020603050405020304" pitchFamily="18" charset="0"/>
              </a:rPr>
              <a:t>Here,</a:t>
            </a:r>
            <a:r>
              <a:rPr sz="2800" spc="15"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are</a:t>
            </a:r>
            <a:r>
              <a:rPr sz="2800" spc="10" dirty="0">
                <a:solidFill>
                  <a:srgbClr val="002060"/>
                </a:solidFill>
                <a:latin typeface="Times New Roman" panose="02020603050405020304" pitchFamily="18" charset="0"/>
                <a:cs typeface="Times New Roman" panose="02020603050405020304" pitchFamily="18" charset="0"/>
              </a:rPr>
              <a:t> </a:t>
            </a:r>
            <a:r>
              <a:rPr sz="2800" dirty="0">
                <a:solidFill>
                  <a:srgbClr val="002060"/>
                </a:solidFill>
                <a:latin typeface="Times New Roman" panose="02020603050405020304" pitchFamily="18" charset="0"/>
                <a:cs typeface="Times New Roman" panose="02020603050405020304" pitchFamily="18" charset="0"/>
              </a:rPr>
              <a:t>some</a:t>
            </a:r>
            <a:r>
              <a:rPr sz="2800" spc="-5" dirty="0">
                <a:solidFill>
                  <a:srgbClr val="002060"/>
                </a:solidFill>
                <a:latin typeface="Times New Roman" panose="02020603050405020304" pitchFamily="18" charset="0"/>
                <a:cs typeface="Times New Roman" panose="02020603050405020304" pitchFamily="18" charset="0"/>
              </a:rPr>
              <a:t> important</a:t>
            </a:r>
            <a:r>
              <a:rPr sz="2800" spc="25"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Page</a:t>
            </a:r>
            <a:r>
              <a:rPr sz="2800" spc="1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replacement</a:t>
            </a:r>
            <a:r>
              <a:rPr sz="2800" spc="3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methods</a:t>
            </a:r>
            <a:endParaRPr sz="2800" dirty="0">
              <a:solidFill>
                <a:srgbClr val="002060"/>
              </a:solidFill>
              <a:latin typeface="Times New Roman" panose="02020603050405020304" pitchFamily="18" charset="0"/>
              <a:cs typeface="Times New Roman" panose="02020603050405020304" pitchFamily="18" charset="0"/>
            </a:endParaRPr>
          </a:p>
          <a:p>
            <a:pPr marL="698500" indent="-229235">
              <a:lnSpc>
                <a:spcPct val="150000"/>
              </a:lnSpc>
              <a:spcBef>
                <a:spcPts val="315"/>
              </a:spcBef>
              <a:buSzPct val="79166"/>
              <a:buChar char="•"/>
              <a:tabLst>
                <a:tab pos="698500" algn="l"/>
                <a:tab pos="699135" algn="l"/>
              </a:tabLst>
            </a:pPr>
            <a:r>
              <a:rPr sz="2800" dirty="0">
                <a:solidFill>
                  <a:srgbClr val="002060"/>
                </a:solidFill>
                <a:latin typeface="Times New Roman" panose="02020603050405020304" pitchFamily="18" charset="0"/>
                <a:cs typeface="Times New Roman" panose="02020603050405020304" pitchFamily="18" charset="0"/>
              </a:rPr>
              <a:t>FIFO</a:t>
            </a:r>
          </a:p>
          <a:p>
            <a:pPr marL="698500" indent="-229235">
              <a:lnSpc>
                <a:spcPct val="150000"/>
              </a:lnSpc>
              <a:spcBef>
                <a:spcPts val="315"/>
              </a:spcBef>
              <a:buSzPct val="79166"/>
              <a:buChar char="•"/>
              <a:tabLst>
                <a:tab pos="698500" algn="l"/>
                <a:tab pos="699135" algn="l"/>
              </a:tabLst>
            </a:pPr>
            <a:r>
              <a:rPr sz="2800" spc="-5" dirty="0">
                <a:solidFill>
                  <a:srgbClr val="002060"/>
                </a:solidFill>
                <a:latin typeface="Times New Roman" panose="02020603050405020304" pitchFamily="18" charset="0"/>
                <a:cs typeface="Times New Roman" panose="02020603050405020304" pitchFamily="18" charset="0"/>
              </a:rPr>
              <a:t>Optimal</a:t>
            </a:r>
            <a:r>
              <a:rPr sz="2800" spc="-15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Algorithm</a:t>
            </a:r>
            <a:endParaRPr sz="2800" dirty="0">
              <a:solidFill>
                <a:srgbClr val="002060"/>
              </a:solidFill>
              <a:latin typeface="Times New Roman" panose="02020603050405020304" pitchFamily="18" charset="0"/>
              <a:cs typeface="Times New Roman" panose="02020603050405020304" pitchFamily="18" charset="0"/>
            </a:endParaRPr>
          </a:p>
          <a:p>
            <a:pPr marL="698500" indent="-229235">
              <a:lnSpc>
                <a:spcPct val="150000"/>
              </a:lnSpc>
              <a:spcBef>
                <a:spcPts val="310"/>
              </a:spcBef>
              <a:buSzPct val="79166"/>
              <a:buChar char="•"/>
              <a:tabLst>
                <a:tab pos="698500" algn="l"/>
                <a:tab pos="699135" algn="l"/>
              </a:tabLst>
            </a:pPr>
            <a:r>
              <a:rPr sz="2800" spc="-5" dirty="0">
                <a:solidFill>
                  <a:srgbClr val="002060"/>
                </a:solidFill>
                <a:latin typeface="Times New Roman" panose="02020603050405020304" pitchFamily="18" charset="0"/>
                <a:cs typeface="Times New Roman" panose="02020603050405020304" pitchFamily="18" charset="0"/>
              </a:rPr>
              <a:t>LRU</a:t>
            </a:r>
            <a:r>
              <a:rPr sz="2800" spc="-10" dirty="0">
                <a:solidFill>
                  <a:srgbClr val="002060"/>
                </a:solidFill>
                <a:latin typeface="Times New Roman" panose="02020603050405020304" pitchFamily="18" charset="0"/>
                <a:cs typeface="Times New Roman" panose="02020603050405020304" pitchFamily="18" charset="0"/>
              </a:rPr>
              <a:t> </a:t>
            </a:r>
            <a:r>
              <a:rPr sz="2800" spc="-5" dirty="0">
                <a:solidFill>
                  <a:srgbClr val="002060"/>
                </a:solidFill>
                <a:latin typeface="Times New Roman" panose="02020603050405020304" pitchFamily="18" charset="0"/>
                <a:cs typeface="Times New Roman" panose="02020603050405020304" pitchFamily="18" charset="0"/>
              </a:rPr>
              <a:t>Page Replacement</a:t>
            </a:r>
            <a:endParaRPr sz="2800"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p:nvPr/>
        </p:nvSpPr>
        <p:spPr>
          <a:xfrm>
            <a:off x="1075372" y="533400"/>
            <a:ext cx="10507028" cy="6390852"/>
          </a:xfrm>
          <a:prstGeom prst="rect">
            <a:avLst/>
          </a:prstGeom>
        </p:spPr>
        <p:txBody>
          <a:bodyPr vert="horz" wrap="square" lIns="0" tIns="156845" rIns="0" bIns="0" rtlCol="0">
            <a:spAutoFit/>
          </a:bodyPr>
          <a:lstStyle/>
          <a:p>
            <a:pPr marL="12700">
              <a:lnSpc>
                <a:spcPct val="150000"/>
              </a:lnSpc>
              <a:spcBef>
                <a:spcPts val="1235"/>
              </a:spcBef>
            </a:pPr>
            <a:r>
              <a:rPr sz="3200" b="1" spc="-5" dirty="0">
                <a:solidFill>
                  <a:srgbClr val="C00000"/>
                </a:solidFill>
                <a:uFill>
                  <a:solidFill>
                    <a:srgbClr val="624722"/>
                  </a:solidFill>
                </a:uFill>
                <a:latin typeface="Times New Roman" panose="02020603050405020304" pitchFamily="18" charset="0"/>
                <a:cs typeface="Times New Roman" panose="02020603050405020304" pitchFamily="18" charset="0"/>
              </a:rPr>
              <a:t>FIFO Page Replacement</a:t>
            </a:r>
            <a:endParaRPr sz="3200" dirty="0">
              <a:solidFill>
                <a:srgbClr val="C00000"/>
              </a:solidFill>
              <a:latin typeface="Times New Roman" panose="02020603050405020304" pitchFamily="18" charset="0"/>
              <a:cs typeface="Times New Roman" panose="02020603050405020304" pitchFamily="18" charset="0"/>
            </a:endParaRPr>
          </a:p>
          <a:p>
            <a:pPr marL="241300" marR="5080" indent="-229235" algn="just">
              <a:lnSpc>
                <a:spcPct val="150000"/>
              </a:lnSpc>
              <a:spcBef>
                <a:spcPts val="1800"/>
              </a:spcBef>
              <a:buSzPct val="80357"/>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FIFO </a:t>
            </a:r>
            <a:r>
              <a:rPr sz="2600" dirty="0">
                <a:solidFill>
                  <a:srgbClr val="002060"/>
                </a:solidFill>
                <a:latin typeface="Times New Roman" panose="02020603050405020304" pitchFamily="18" charset="0"/>
                <a:cs typeface="Times New Roman" panose="02020603050405020304" pitchFamily="18" charset="0"/>
              </a:rPr>
              <a:t>(First-in-first-out) </a:t>
            </a:r>
            <a:r>
              <a:rPr sz="2600" spc="-5" dirty="0">
                <a:solidFill>
                  <a:srgbClr val="002060"/>
                </a:solidFill>
                <a:latin typeface="Times New Roman" panose="02020603050405020304" pitchFamily="18" charset="0"/>
                <a:cs typeface="Times New Roman" panose="02020603050405020304" pitchFamily="18" charset="0"/>
              </a:rPr>
              <a:t>is a simple </a:t>
            </a:r>
            <a:r>
              <a:rPr sz="2600" dirty="0">
                <a:solidFill>
                  <a:srgbClr val="002060"/>
                </a:solidFill>
                <a:latin typeface="Times New Roman" panose="02020603050405020304" pitchFamily="18" charset="0"/>
                <a:cs typeface="Times New Roman" panose="02020603050405020304" pitchFamily="18" charset="0"/>
              </a:rPr>
              <a:t>implementation method. </a:t>
            </a:r>
            <a:r>
              <a:rPr sz="2600" spc="-5" dirty="0">
                <a:solidFill>
                  <a:srgbClr val="002060"/>
                </a:solidFill>
                <a:latin typeface="Times New Roman" panose="02020603050405020304" pitchFamily="18" charset="0"/>
                <a:cs typeface="Times New Roman" panose="02020603050405020304" pitchFamily="18" charset="0"/>
              </a:rPr>
              <a:t>In </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this method, </a:t>
            </a:r>
            <a:r>
              <a:rPr sz="2600" dirty="0">
                <a:solidFill>
                  <a:srgbClr val="002060"/>
                </a:solidFill>
                <a:latin typeface="Times New Roman" panose="02020603050405020304" pitchFamily="18" charset="0"/>
                <a:cs typeface="Times New Roman" panose="02020603050405020304" pitchFamily="18" charset="0"/>
              </a:rPr>
              <a:t>memory </a:t>
            </a:r>
            <a:r>
              <a:rPr sz="2600" spc="-5" dirty="0">
                <a:solidFill>
                  <a:srgbClr val="002060"/>
                </a:solidFill>
                <a:latin typeface="Times New Roman" panose="02020603050405020304" pitchFamily="18" charset="0"/>
                <a:cs typeface="Times New Roman" panose="02020603050405020304" pitchFamily="18" charset="0"/>
              </a:rPr>
              <a:t>selects the </a:t>
            </a:r>
            <a:r>
              <a:rPr sz="2600" dirty="0">
                <a:solidFill>
                  <a:srgbClr val="002060"/>
                </a:solidFill>
                <a:latin typeface="Times New Roman" panose="02020603050405020304" pitchFamily="18" charset="0"/>
                <a:cs typeface="Times New Roman" panose="02020603050405020304" pitchFamily="18" charset="0"/>
              </a:rPr>
              <a:t>page </a:t>
            </a:r>
            <a:r>
              <a:rPr sz="2600" spc="-5" dirty="0">
                <a:solidFill>
                  <a:srgbClr val="002060"/>
                </a:solidFill>
                <a:latin typeface="Times New Roman" panose="02020603050405020304" pitchFamily="18" charset="0"/>
                <a:cs typeface="Times New Roman" panose="02020603050405020304" pitchFamily="18" charset="0"/>
              </a:rPr>
              <a:t>for a </a:t>
            </a:r>
            <a:r>
              <a:rPr sz="2600" dirty="0">
                <a:solidFill>
                  <a:srgbClr val="002060"/>
                </a:solidFill>
                <a:latin typeface="Times New Roman" panose="02020603050405020304" pitchFamily="18" charset="0"/>
                <a:cs typeface="Times New Roman" panose="02020603050405020304" pitchFamily="18" charset="0"/>
              </a:rPr>
              <a:t>replacement that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has been </a:t>
            </a:r>
            <a:r>
              <a:rPr sz="2600" spc="-5" dirty="0">
                <a:solidFill>
                  <a:srgbClr val="002060"/>
                </a:solidFill>
                <a:latin typeface="Times New Roman" panose="02020603050405020304" pitchFamily="18" charset="0"/>
                <a:cs typeface="Times New Roman" panose="02020603050405020304" pitchFamily="18" charset="0"/>
              </a:rPr>
              <a:t>in the virtual </a:t>
            </a:r>
            <a:r>
              <a:rPr sz="2600" dirty="0">
                <a:solidFill>
                  <a:srgbClr val="002060"/>
                </a:solidFill>
                <a:latin typeface="Times New Roman" panose="02020603050405020304" pitchFamily="18" charset="0"/>
                <a:cs typeface="Times New Roman" panose="02020603050405020304" pitchFamily="18" charset="0"/>
              </a:rPr>
              <a:t>address of </a:t>
            </a:r>
            <a:r>
              <a:rPr sz="2600" spc="-5" dirty="0">
                <a:solidFill>
                  <a:srgbClr val="002060"/>
                </a:solidFill>
                <a:latin typeface="Times New Roman" panose="02020603050405020304" pitchFamily="18" charset="0"/>
                <a:cs typeface="Times New Roman" panose="02020603050405020304" pitchFamily="18" charset="0"/>
              </a:rPr>
              <a:t>the </a:t>
            </a:r>
            <a:r>
              <a:rPr sz="2600" dirty="0">
                <a:solidFill>
                  <a:srgbClr val="002060"/>
                </a:solidFill>
                <a:latin typeface="Times New Roman" panose="02020603050405020304" pitchFamily="18" charset="0"/>
                <a:cs typeface="Times New Roman" panose="02020603050405020304" pitchFamily="18" charset="0"/>
              </a:rPr>
              <a:t>memory </a:t>
            </a:r>
            <a:r>
              <a:rPr sz="2600" spc="-5" dirty="0">
                <a:solidFill>
                  <a:srgbClr val="002060"/>
                </a:solidFill>
                <a:latin typeface="Times New Roman" panose="02020603050405020304" pitchFamily="18" charset="0"/>
                <a:cs typeface="Times New Roman" panose="02020603050405020304" pitchFamily="18" charset="0"/>
              </a:rPr>
              <a:t>for the longest </a:t>
            </a:r>
            <a:r>
              <a:rPr sz="2600" dirty="0">
                <a:solidFill>
                  <a:srgbClr val="002060"/>
                </a:solidFill>
                <a:latin typeface="Times New Roman" panose="02020603050405020304" pitchFamily="18" charset="0"/>
                <a:cs typeface="Times New Roman" panose="02020603050405020304" pitchFamily="18" charset="0"/>
              </a:rPr>
              <a:t> time.</a:t>
            </a:r>
          </a:p>
          <a:p>
            <a:pPr marL="241300" marR="6350" indent="-229235" algn="just">
              <a:lnSpc>
                <a:spcPct val="150000"/>
              </a:lnSpc>
              <a:spcBef>
                <a:spcPts val="1800"/>
              </a:spcBef>
              <a:buSzPct val="80357"/>
              <a:buChar char="•"/>
              <a:tabLst>
                <a:tab pos="241935" algn="l"/>
              </a:tabLst>
            </a:pPr>
            <a:r>
              <a:rPr sz="2600" spc="-5" dirty="0" smtClean="0">
                <a:solidFill>
                  <a:srgbClr val="002060"/>
                </a:solidFill>
                <a:latin typeface="Times New Roman" panose="02020603050405020304" pitchFamily="18" charset="0"/>
                <a:cs typeface="Times New Roman" panose="02020603050405020304" pitchFamily="18" charset="0"/>
              </a:rPr>
              <a:t>Whenever</a:t>
            </a:r>
            <a:r>
              <a:rPr sz="2600" spc="530" dirty="0" smtClean="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a:t>
            </a:r>
            <a:r>
              <a:rPr sz="2600" spc="52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new</a:t>
            </a:r>
            <a:r>
              <a:rPr sz="2600" spc="52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page</a:t>
            </a:r>
            <a:r>
              <a:rPr sz="2600" spc="52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loaded,</a:t>
            </a:r>
            <a:r>
              <a:rPr sz="2600" spc="53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53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page</a:t>
            </a:r>
            <a:r>
              <a:rPr sz="2600" spc="52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recently</a:t>
            </a:r>
            <a:r>
              <a:rPr sz="2600" spc="53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comes</a:t>
            </a:r>
            <a:r>
              <a:rPr sz="2600" spc="530" dirty="0">
                <a:solidFill>
                  <a:srgbClr val="002060"/>
                </a:solidFill>
                <a:latin typeface="Times New Roman" panose="02020603050405020304" pitchFamily="18" charset="0"/>
                <a:cs typeface="Times New Roman" panose="02020603050405020304" pitchFamily="18" charset="0"/>
              </a:rPr>
              <a:t> </a:t>
            </a:r>
            <a:r>
              <a:rPr sz="2600" spc="10" dirty="0">
                <a:solidFill>
                  <a:srgbClr val="002060"/>
                </a:solidFill>
                <a:latin typeface="Times New Roman" panose="02020603050405020304" pitchFamily="18" charset="0"/>
                <a:cs typeface="Times New Roman" panose="02020603050405020304" pitchFamily="18" charset="0"/>
              </a:rPr>
              <a:t>in </a:t>
            </a:r>
            <a:r>
              <a:rPr sz="2600" spc="-77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 memory is </a:t>
            </a:r>
            <a:r>
              <a:rPr sz="2600" dirty="0">
                <a:solidFill>
                  <a:srgbClr val="002060"/>
                </a:solidFill>
                <a:latin typeface="Times New Roman" panose="02020603050405020304" pitchFamily="18" charset="0"/>
                <a:cs typeface="Times New Roman" panose="02020603050405020304" pitchFamily="18" charset="0"/>
              </a:rPr>
              <a:t>removed. </a:t>
            </a:r>
            <a:r>
              <a:rPr sz="2600" spc="-5" dirty="0">
                <a:solidFill>
                  <a:srgbClr val="002060"/>
                </a:solidFill>
                <a:latin typeface="Times New Roman" panose="02020603050405020304" pitchFamily="18" charset="0"/>
                <a:cs typeface="Times New Roman" panose="02020603050405020304" pitchFamily="18" charset="0"/>
              </a:rPr>
              <a:t>So, it is easy to decide which page </a:t>
            </a:r>
            <a:r>
              <a:rPr sz="2600" dirty="0">
                <a:solidFill>
                  <a:srgbClr val="002060"/>
                </a:solidFill>
                <a:latin typeface="Times New Roman" panose="02020603050405020304" pitchFamily="18" charset="0"/>
                <a:cs typeface="Times New Roman" panose="02020603050405020304" pitchFamily="18" charset="0"/>
              </a:rPr>
              <a:t> requires </a:t>
            </a:r>
            <a:r>
              <a:rPr sz="2600" spc="-5" dirty="0">
                <a:solidFill>
                  <a:srgbClr val="002060"/>
                </a:solidFill>
                <a:latin typeface="Times New Roman" panose="02020603050405020304" pitchFamily="18" charset="0"/>
                <a:cs typeface="Times New Roman" panose="02020603050405020304" pitchFamily="18" charset="0"/>
              </a:rPr>
              <a:t>to be removed </a:t>
            </a:r>
            <a:r>
              <a:rPr sz="2600" dirty="0">
                <a:solidFill>
                  <a:srgbClr val="002060"/>
                </a:solidFill>
                <a:latin typeface="Times New Roman" panose="02020603050405020304" pitchFamily="18" charset="0"/>
                <a:cs typeface="Times New Roman" panose="02020603050405020304" pitchFamily="18" charset="0"/>
              </a:rPr>
              <a:t>as </a:t>
            </a:r>
            <a:r>
              <a:rPr sz="2600" spc="-5" dirty="0">
                <a:solidFill>
                  <a:srgbClr val="002060"/>
                </a:solidFill>
                <a:latin typeface="Times New Roman" panose="02020603050405020304" pitchFamily="18" charset="0"/>
                <a:cs typeface="Times New Roman" panose="02020603050405020304" pitchFamily="18" charset="0"/>
              </a:rPr>
              <a:t>its </a:t>
            </a:r>
            <a:r>
              <a:rPr sz="2600" dirty="0">
                <a:solidFill>
                  <a:srgbClr val="002060"/>
                </a:solidFill>
                <a:latin typeface="Times New Roman" panose="02020603050405020304" pitchFamily="18" charset="0"/>
                <a:cs typeface="Times New Roman" panose="02020603050405020304" pitchFamily="18" charset="0"/>
              </a:rPr>
              <a:t>identification number </a:t>
            </a:r>
            <a:r>
              <a:rPr sz="2600" spc="-5" dirty="0">
                <a:solidFill>
                  <a:srgbClr val="002060"/>
                </a:solidFill>
                <a:latin typeface="Times New Roman" panose="02020603050405020304" pitchFamily="18" charset="0"/>
                <a:cs typeface="Times New Roman" panose="02020603050405020304" pitchFamily="18" charset="0"/>
              </a:rPr>
              <a:t>is always </a:t>
            </a:r>
            <a:r>
              <a:rPr sz="2600" dirty="0">
                <a:solidFill>
                  <a:srgbClr val="002060"/>
                </a:solidFill>
                <a:latin typeface="Times New Roman" panose="02020603050405020304" pitchFamily="18" charset="0"/>
                <a:cs typeface="Times New Roman" panose="02020603050405020304" pitchFamily="18" charset="0"/>
              </a:rPr>
              <a:t> at</a:t>
            </a:r>
            <a:r>
              <a:rPr sz="2600" spc="-1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1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FIFO</a:t>
            </a:r>
            <a:r>
              <a:rPr sz="2600" dirty="0">
                <a:solidFill>
                  <a:srgbClr val="002060"/>
                </a:solidFill>
                <a:latin typeface="Times New Roman" panose="02020603050405020304" pitchFamily="18" charset="0"/>
                <a:cs typeface="Times New Roman" panose="02020603050405020304" pitchFamily="18" charset="0"/>
              </a:rPr>
              <a:t> stack.</a:t>
            </a:r>
          </a:p>
          <a:p>
            <a:pPr marL="241300" marR="5715" indent="-229235" algn="just">
              <a:lnSpc>
                <a:spcPct val="150000"/>
              </a:lnSpc>
              <a:spcBef>
                <a:spcPts val="1800"/>
              </a:spcBef>
              <a:buSzPct val="80357"/>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The </a:t>
            </a:r>
            <a:r>
              <a:rPr sz="2600" dirty="0">
                <a:solidFill>
                  <a:srgbClr val="002060"/>
                </a:solidFill>
                <a:latin typeface="Times New Roman" panose="02020603050405020304" pitchFamily="18" charset="0"/>
                <a:cs typeface="Times New Roman" panose="02020603050405020304" pitchFamily="18" charset="0"/>
              </a:rPr>
              <a:t>oldest page </a:t>
            </a:r>
            <a:r>
              <a:rPr sz="2600" spc="-5" dirty="0">
                <a:solidFill>
                  <a:srgbClr val="002060"/>
                </a:solidFill>
                <a:latin typeface="Times New Roman" panose="02020603050405020304" pitchFamily="18" charset="0"/>
                <a:cs typeface="Times New Roman" panose="02020603050405020304" pitchFamily="18" charset="0"/>
              </a:rPr>
              <a:t>in the </a:t>
            </a:r>
            <a:r>
              <a:rPr sz="2600" dirty="0">
                <a:solidFill>
                  <a:srgbClr val="002060"/>
                </a:solidFill>
                <a:latin typeface="Times New Roman" panose="02020603050405020304" pitchFamily="18" charset="0"/>
                <a:cs typeface="Times New Roman" panose="02020603050405020304" pitchFamily="18" charset="0"/>
              </a:rPr>
              <a:t>main memory </a:t>
            </a:r>
            <a:r>
              <a:rPr sz="2600" spc="-5" dirty="0">
                <a:solidFill>
                  <a:srgbClr val="002060"/>
                </a:solidFill>
                <a:latin typeface="Times New Roman" panose="02020603050405020304" pitchFamily="18" charset="0"/>
                <a:cs typeface="Times New Roman" panose="02020603050405020304" pitchFamily="18" charset="0"/>
              </a:rPr>
              <a:t>is </a:t>
            </a:r>
            <a:r>
              <a:rPr sz="2600" dirty="0">
                <a:solidFill>
                  <a:srgbClr val="002060"/>
                </a:solidFill>
                <a:latin typeface="Times New Roman" panose="02020603050405020304" pitchFamily="18" charset="0"/>
                <a:cs typeface="Times New Roman" panose="02020603050405020304" pitchFamily="18" charset="0"/>
              </a:rPr>
              <a:t>one that </a:t>
            </a:r>
            <a:r>
              <a:rPr sz="2600" spc="-5" dirty="0">
                <a:solidFill>
                  <a:srgbClr val="002060"/>
                </a:solidFill>
                <a:latin typeface="Times New Roman" panose="02020603050405020304" pitchFamily="18" charset="0"/>
                <a:cs typeface="Times New Roman" panose="02020603050405020304" pitchFamily="18" charset="0"/>
              </a:rPr>
              <a:t>should </a:t>
            </a:r>
            <a:r>
              <a:rPr sz="2600" spc="10" dirty="0">
                <a:solidFill>
                  <a:srgbClr val="002060"/>
                </a:solidFill>
                <a:latin typeface="Times New Roman" panose="02020603050405020304" pitchFamily="18" charset="0"/>
                <a:cs typeface="Times New Roman" panose="02020603050405020304" pitchFamily="18" charset="0"/>
              </a:rPr>
              <a:t>be </a:t>
            </a:r>
            <a:r>
              <a:rPr sz="2600" spc="1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selected </a:t>
            </a:r>
            <a:r>
              <a:rPr sz="2600" spc="-5" dirty="0">
                <a:solidFill>
                  <a:srgbClr val="002060"/>
                </a:solidFill>
                <a:latin typeface="Times New Roman" panose="02020603050405020304" pitchFamily="18" charset="0"/>
                <a:cs typeface="Times New Roman" panose="02020603050405020304" pitchFamily="18" charset="0"/>
              </a:rPr>
              <a:t>for</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replacement</a:t>
            </a:r>
            <a:r>
              <a:rPr sz="2600" spc="2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first.</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633983"/>
            <a:ext cx="12188825" cy="6016625"/>
            <a:chOff x="0" y="633983"/>
            <a:chExt cx="12188825" cy="6016625"/>
          </a:xfrm>
        </p:grpSpPr>
        <p:pic>
          <p:nvPicPr>
            <p:cNvPr id="3" name="object 3"/>
            <p:cNvPicPr/>
            <p:nvPr/>
          </p:nvPicPr>
          <p:blipFill>
            <a:blip r:embed="rId2" cstate="print"/>
            <a:stretch>
              <a:fillRect/>
            </a:stretch>
          </p:blipFill>
          <p:spPr>
            <a:xfrm>
              <a:off x="0" y="5208777"/>
              <a:ext cx="12188825" cy="1441448"/>
            </a:xfrm>
            <a:prstGeom prst="rect">
              <a:avLst/>
            </a:prstGeom>
          </p:spPr>
        </p:pic>
        <p:pic>
          <p:nvPicPr>
            <p:cNvPr id="4" name="object 4"/>
            <p:cNvPicPr/>
            <p:nvPr/>
          </p:nvPicPr>
          <p:blipFill>
            <a:blip r:embed="rId3" cstate="print"/>
            <a:stretch>
              <a:fillRect/>
            </a:stretch>
          </p:blipFill>
          <p:spPr>
            <a:xfrm>
              <a:off x="1261871" y="633983"/>
              <a:ext cx="10465308" cy="5483352"/>
            </a:xfrm>
            <a:prstGeom prst="rect">
              <a:avLst/>
            </a:prstGeom>
          </p:spPr>
        </p:pic>
      </p:gr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p:nvPr/>
        </p:nvSpPr>
        <p:spPr>
          <a:xfrm>
            <a:off x="1143000" y="1066800"/>
            <a:ext cx="10145395" cy="5191806"/>
          </a:xfrm>
          <a:prstGeom prst="rect">
            <a:avLst/>
          </a:prstGeom>
        </p:spPr>
        <p:txBody>
          <a:bodyPr vert="horz" wrap="square" lIns="0" tIns="155575" rIns="0" bIns="0" rtlCol="0">
            <a:spAutoFit/>
          </a:bodyPr>
          <a:lstStyle/>
          <a:p>
            <a:pPr marL="12700">
              <a:lnSpc>
                <a:spcPct val="100000"/>
              </a:lnSpc>
              <a:spcBef>
                <a:spcPts val="1225"/>
              </a:spcBef>
            </a:pPr>
            <a:r>
              <a:rPr sz="3200" b="1" spc="-5" dirty="0">
                <a:solidFill>
                  <a:srgbClr val="C00000"/>
                </a:solidFill>
                <a:uFill>
                  <a:solidFill>
                    <a:srgbClr val="624722"/>
                  </a:solidFill>
                </a:uFill>
                <a:latin typeface="Times New Roman" panose="02020603050405020304" pitchFamily="18" charset="0"/>
                <a:cs typeface="Times New Roman" panose="02020603050405020304" pitchFamily="18" charset="0"/>
              </a:rPr>
              <a:t>Optimal</a:t>
            </a:r>
            <a:r>
              <a:rPr sz="3200" b="1" spc="-114" dirty="0">
                <a:solidFill>
                  <a:srgbClr val="C00000"/>
                </a:solidFill>
                <a:uFill>
                  <a:solidFill>
                    <a:srgbClr val="624722"/>
                  </a:solidFill>
                </a:uFill>
                <a:latin typeface="Times New Roman" panose="02020603050405020304" pitchFamily="18" charset="0"/>
                <a:cs typeface="Times New Roman" panose="02020603050405020304" pitchFamily="18" charset="0"/>
              </a:rPr>
              <a:t> </a:t>
            </a:r>
            <a:r>
              <a:rPr sz="3200" b="1" spc="-5" dirty="0">
                <a:solidFill>
                  <a:srgbClr val="C00000"/>
                </a:solidFill>
                <a:uFill>
                  <a:solidFill>
                    <a:srgbClr val="624722"/>
                  </a:solidFill>
                </a:uFill>
                <a:latin typeface="Times New Roman" panose="02020603050405020304" pitchFamily="18" charset="0"/>
                <a:cs typeface="Times New Roman" panose="02020603050405020304" pitchFamily="18" charset="0"/>
              </a:rPr>
              <a:t>Algorithm</a:t>
            </a:r>
            <a:endParaRPr sz="3200" dirty="0">
              <a:solidFill>
                <a:srgbClr val="C00000"/>
              </a:solidFill>
              <a:latin typeface="Times New Roman" panose="02020603050405020304" pitchFamily="18" charset="0"/>
              <a:cs typeface="Times New Roman" panose="02020603050405020304" pitchFamily="18" charset="0"/>
            </a:endParaRPr>
          </a:p>
          <a:p>
            <a:pPr marL="241300" marR="8890" indent="-229235" algn="just">
              <a:lnSpc>
                <a:spcPct val="80000"/>
              </a:lnSpc>
              <a:spcBef>
                <a:spcPts val="1800"/>
              </a:spcBef>
              <a:buSzPct val="80357"/>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The </a:t>
            </a:r>
            <a:r>
              <a:rPr sz="2600" dirty="0">
                <a:solidFill>
                  <a:srgbClr val="002060"/>
                </a:solidFill>
                <a:latin typeface="Times New Roman" panose="02020603050405020304" pitchFamily="18" charset="0"/>
                <a:cs typeface="Times New Roman" panose="02020603050405020304" pitchFamily="18" charset="0"/>
              </a:rPr>
              <a:t>optimal page replacement method selects that </a:t>
            </a:r>
            <a:r>
              <a:rPr sz="2600" spc="-5" dirty="0">
                <a:solidFill>
                  <a:srgbClr val="002060"/>
                </a:solidFill>
                <a:latin typeface="Times New Roman" panose="02020603050405020304" pitchFamily="18" charset="0"/>
                <a:cs typeface="Times New Roman" panose="02020603050405020304" pitchFamily="18" charset="0"/>
              </a:rPr>
              <a:t>page for a </a:t>
            </a:r>
            <a:r>
              <a:rPr sz="2600" dirty="0">
                <a:solidFill>
                  <a:srgbClr val="002060"/>
                </a:solidFill>
                <a:latin typeface="Times New Roman" panose="02020603050405020304" pitchFamily="18" charset="0"/>
                <a:cs typeface="Times New Roman" panose="02020603050405020304" pitchFamily="18" charset="0"/>
              </a:rPr>
              <a:t> replacement </a:t>
            </a:r>
            <a:r>
              <a:rPr sz="2600" spc="-5" dirty="0">
                <a:solidFill>
                  <a:srgbClr val="002060"/>
                </a:solidFill>
                <a:latin typeface="Times New Roman" panose="02020603050405020304" pitchFamily="18" charset="0"/>
                <a:cs typeface="Times New Roman" panose="02020603050405020304" pitchFamily="18" charset="0"/>
              </a:rPr>
              <a:t>for which the time to the next </a:t>
            </a:r>
            <a:r>
              <a:rPr sz="2600" dirty="0">
                <a:solidFill>
                  <a:srgbClr val="002060"/>
                </a:solidFill>
                <a:latin typeface="Times New Roman" panose="02020603050405020304" pitchFamily="18" charset="0"/>
                <a:cs typeface="Times New Roman" panose="02020603050405020304" pitchFamily="18" charset="0"/>
              </a:rPr>
              <a:t>reference </a:t>
            </a:r>
            <a:r>
              <a:rPr sz="2600" spc="-5" dirty="0">
                <a:solidFill>
                  <a:srgbClr val="002060"/>
                </a:solidFill>
                <a:latin typeface="Times New Roman" panose="02020603050405020304" pitchFamily="18" charset="0"/>
                <a:cs typeface="Times New Roman" panose="02020603050405020304" pitchFamily="18" charset="0"/>
              </a:rPr>
              <a:t>is </a:t>
            </a:r>
            <a:r>
              <a:rPr sz="2600" dirty="0">
                <a:solidFill>
                  <a:srgbClr val="002060"/>
                </a:solidFill>
                <a:latin typeface="Times New Roman" panose="02020603050405020304" pitchFamily="18" charset="0"/>
                <a:cs typeface="Times New Roman" panose="02020603050405020304" pitchFamily="18" charset="0"/>
              </a:rPr>
              <a:t>the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longest.</a:t>
            </a:r>
          </a:p>
          <a:p>
            <a:pPr marL="12700">
              <a:lnSpc>
                <a:spcPct val="100000"/>
              </a:lnSpc>
              <a:spcBef>
                <a:spcPts val="1130"/>
              </a:spcBef>
            </a:pPr>
            <a:r>
              <a:rPr sz="2600" b="1" dirty="0">
                <a:solidFill>
                  <a:srgbClr val="002060"/>
                </a:solidFill>
                <a:latin typeface="Times New Roman" panose="02020603050405020304" pitchFamily="18" charset="0"/>
                <a:cs typeface="Times New Roman" panose="02020603050405020304" pitchFamily="18" charset="0"/>
              </a:rPr>
              <a:t>Features:</a:t>
            </a:r>
          </a:p>
          <a:p>
            <a:pPr marL="241300" marR="5080" indent="-229235" algn="just">
              <a:lnSpc>
                <a:spcPts val="2690"/>
              </a:lnSpc>
              <a:spcBef>
                <a:spcPts val="1775"/>
              </a:spcBef>
              <a:buSzPct val="80357"/>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Optimal </a:t>
            </a:r>
            <a:r>
              <a:rPr sz="2600" dirty="0">
                <a:solidFill>
                  <a:srgbClr val="002060"/>
                </a:solidFill>
                <a:latin typeface="Times New Roman" panose="02020603050405020304" pitchFamily="18" charset="0"/>
                <a:cs typeface="Times New Roman" panose="02020603050405020304" pitchFamily="18" charset="0"/>
              </a:rPr>
              <a:t>algorithm results </a:t>
            </a:r>
            <a:r>
              <a:rPr sz="2600" spc="-5" dirty="0">
                <a:solidFill>
                  <a:srgbClr val="002060"/>
                </a:solidFill>
                <a:latin typeface="Times New Roman" panose="02020603050405020304" pitchFamily="18" charset="0"/>
                <a:cs typeface="Times New Roman" panose="02020603050405020304" pitchFamily="18" charset="0"/>
              </a:rPr>
              <a:t>in </a:t>
            </a:r>
            <a:r>
              <a:rPr sz="2600" spc="-10" dirty="0">
                <a:solidFill>
                  <a:srgbClr val="002060"/>
                </a:solidFill>
                <a:latin typeface="Times New Roman" panose="02020603050405020304" pitchFamily="18" charset="0"/>
                <a:cs typeface="Times New Roman" panose="02020603050405020304" pitchFamily="18" charset="0"/>
              </a:rPr>
              <a:t>the </a:t>
            </a:r>
            <a:r>
              <a:rPr sz="2600" dirty="0">
                <a:solidFill>
                  <a:srgbClr val="002060"/>
                </a:solidFill>
                <a:latin typeface="Times New Roman" panose="02020603050405020304" pitchFamily="18" charset="0"/>
                <a:cs typeface="Times New Roman" panose="02020603050405020304" pitchFamily="18" charset="0"/>
              </a:rPr>
              <a:t>fewest </a:t>
            </a:r>
            <a:r>
              <a:rPr sz="2600" spc="-5" dirty="0">
                <a:solidFill>
                  <a:srgbClr val="002060"/>
                </a:solidFill>
                <a:latin typeface="Times New Roman" panose="02020603050405020304" pitchFamily="18" charset="0"/>
                <a:cs typeface="Times New Roman" panose="02020603050405020304" pitchFamily="18" charset="0"/>
              </a:rPr>
              <a:t>number of page </a:t>
            </a:r>
            <a:r>
              <a:rPr sz="2600" dirty="0" smtClean="0">
                <a:solidFill>
                  <a:srgbClr val="002060"/>
                </a:solidFill>
                <a:latin typeface="Times New Roman" panose="02020603050405020304" pitchFamily="18" charset="0"/>
                <a:cs typeface="Times New Roman" panose="02020603050405020304" pitchFamily="18" charset="0"/>
              </a:rPr>
              <a:t>faults.</a:t>
            </a:r>
            <a:r>
              <a:rPr lang="en-IN" sz="2600"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This</a:t>
            </a:r>
            <a:r>
              <a:rPr sz="2600" spc="5" dirty="0" smtClean="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algorithm</a:t>
            </a:r>
            <a:r>
              <a:rPr sz="2600" spc="2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difficult</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implement.</a:t>
            </a:r>
          </a:p>
          <a:p>
            <a:pPr marL="241300" marR="6985" indent="-229235" algn="just">
              <a:lnSpc>
                <a:spcPct val="80000"/>
              </a:lnSpc>
              <a:spcBef>
                <a:spcPts val="1825"/>
              </a:spcBef>
              <a:buSzPct val="80357"/>
              <a:buChar char="•"/>
              <a:tabLst>
                <a:tab pos="241935" algn="l"/>
              </a:tabLst>
            </a:pPr>
            <a:r>
              <a:rPr sz="2600" spc="-10" dirty="0">
                <a:solidFill>
                  <a:srgbClr val="002060"/>
                </a:solidFill>
                <a:latin typeface="Times New Roman" panose="02020603050405020304" pitchFamily="18" charset="0"/>
                <a:cs typeface="Times New Roman" panose="02020603050405020304" pitchFamily="18" charset="0"/>
              </a:rPr>
              <a:t>An </a:t>
            </a:r>
            <a:r>
              <a:rPr sz="2600" dirty="0">
                <a:solidFill>
                  <a:srgbClr val="002060"/>
                </a:solidFill>
                <a:latin typeface="Times New Roman" panose="02020603050405020304" pitchFamily="18" charset="0"/>
                <a:cs typeface="Times New Roman" panose="02020603050405020304" pitchFamily="18" charset="0"/>
              </a:rPr>
              <a:t>optimal page-replacement </a:t>
            </a:r>
            <a:r>
              <a:rPr sz="2600" spc="-5" dirty="0">
                <a:solidFill>
                  <a:srgbClr val="002060"/>
                </a:solidFill>
                <a:latin typeface="Times New Roman" panose="02020603050405020304" pitchFamily="18" charset="0"/>
                <a:cs typeface="Times New Roman" panose="02020603050405020304" pitchFamily="18" charset="0"/>
              </a:rPr>
              <a:t>algorithm </a:t>
            </a:r>
            <a:r>
              <a:rPr sz="2600" dirty="0">
                <a:solidFill>
                  <a:srgbClr val="002060"/>
                </a:solidFill>
                <a:latin typeface="Times New Roman" panose="02020603050405020304" pitchFamily="18" charset="0"/>
                <a:cs typeface="Times New Roman" panose="02020603050405020304" pitchFamily="18" charset="0"/>
              </a:rPr>
              <a:t>method has </a:t>
            </a:r>
            <a:r>
              <a:rPr sz="2600" spc="-5" dirty="0">
                <a:solidFill>
                  <a:srgbClr val="002060"/>
                </a:solidFill>
                <a:latin typeface="Times New Roman" panose="02020603050405020304" pitchFamily="18" charset="0"/>
                <a:cs typeface="Times New Roman" panose="02020603050405020304" pitchFamily="18" charset="0"/>
              </a:rPr>
              <a:t>the lowest </a:t>
            </a:r>
            <a:r>
              <a:rPr sz="2600" spc="-76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page-fault</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rate</a:t>
            </a:r>
            <a:r>
              <a:rPr sz="2600" dirty="0">
                <a:solidFill>
                  <a:srgbClr val="002060"/>
                </a:solidFill>
                <a:latin typeface="Times New Roman" panose="02020603050405020304" pitchFamily="18" charset="0"/>
                <a:cs typeface="Times New Roman" panose="02020603050405020304" pitchFamily="18" charset="0"/>
              </a:rPr>
              <a:t> of</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all</a:t>
            </a:r>
            <a:r>
              <a:rPr sz="2600" dirty="0">
                <a:solidFill>
                  <a:srgbClr val="002060"/>
                </a:solidFill>
                <a:latin typeface="Times New Roman" panose="02020603050405020304" pitchFamily="18" charset="0"/>
                <a:cs typeface="Times New Roman" panose="02020603050405020304" pitchFamily="18" charset="0"/>
              </a:rPr>
              <a:t> algorithms.</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This</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algorithm</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exists</a:t>
            </a:r>
            <a:r>
              <a:rPr sz="2600" dirty="0">
                <a:solidFill>
                  <a:srgbClr val="002060"/>
                </a:solidFill>
                <a:latin typeface="Times New Roman" panose="02020603050405020304" pitchFamily="18" charset="0"/>
                <a:cs typeface="Times New Roman" panose="02020603050405020304" pitchFamily="18" charset="0"/>
              </a:rPr>
              <a:t> and </a:t>
            </a:r>
            <a:r>
              <a:rPr sz="2600" spc="-76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which</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should</a:t>
            </a:r>
            <a:r>
              <a:rPr sz="2600" spc="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called</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MIN or</a:t>
            </a:r>
            <a:r>
              <a:rPr sz="2600" dirty="0">
                <a:solidFill>
                  <a:srgbClr val="002060"/>
                </a:solidFill>
                <a:latin typeface="Times New Roman" panose="02020603050405020304" pitchFamily="18" charset="0"/>
                <a:cs typeface="Times New Roman" panose="02020603050405020304" pitchFamily="18" charset="0"/>
              </a:rPr>
              <a:t> </a:t>
            </a:r>
            <a:r>
              <a:rPr sz="2600" spc="-85" dirty="0">
                <a:solidFill>
                  <a:srgbClr val="002060"/>
                </a:solidFill>
                <a:latin typeface="Times New Roman" panose="02020603050405020304" pitchFamily="18" charset="0"/>
                <a:cs typeface="Times New Roman" panose="02020603050405020304" pitchFamily="18" charset="0"/>
              </a:rPr>
              <a:t>OPT.</a:t>
            </a:r>
            <a:endParaRPr sz="2600" dirty="0">
              <a:solidFill>
                <a:srgbClr val="002060"/>
              </a:solidFill>
              <a:latin typeface="Times New Roman" panose="02020603050405020304" pitchFamily="18" charset="0"/>
              <a:cs typeface="Times New Roman" panose="02020603050405020304" pitchFamily="18" charset="0"/>
            </a:endParaRPr>
          </a:p>
          <a:p>
            <a:pPr marL="241300" marR="5080" indent="-229235" algn="just">
              <a:lnSpc>
                <a:spcPts val="2690"/>
              </a:lnSpc>
              <a:spcBef>
                <a:spcPts val="1775"/>
              </a:spcBef>
              <a:buSzPct val="80357"/>
              <a:buChar char="•"/>
              <a:tabLst>
                <a:tab pos="241935" algn="l"/>
              </a:tabLst>
            </a:pPr>
            <a:r>
              <a:rPr sz="2600" spc="-5" dirty="0">
                <a:solidFill>
                  <a:srgbClr val="002060"/>
                </a:solidFill>
                <a:latin typeface="Times New Roman" panose="02020603050405020304" pitchFamily="18" charset="0"/>
                <a:cs typeface="Times New Roman" panose="02020603050405020304" pitchFamily="18" charset="0"/>
              </a:rPr>
              <a:t>Replace the </a:t>
            </a:r>
            <a:r>
              <a:rPr sz="2600" dirty="0">
                <a:solidFill>
                  <a:srgbClr val="002060"/>
                </a:solidFill>
                <a:latin typeface="Times New Roman" panose="02020603050405020304" pitchFamily="18" charset="0"/>
                <a:cs typeface="Times New Roman" panose="02020603050405020304" pitchFamily="18" charset="0"/>
              </a:rPr>
              <a:t>page </a:t>
            </a:r>
            <a:r>
              <a:rPr sz="2600" spc="-5" dirty="0">
                <a:solidFill>
                  <a:srgbClr val="002060"/>
                </a:solidFill>
                <a:latin typeface="Times New Roman" panose="02020603050405020304" pitchFamily="18" charset="0"/>
                <a:cs typeface="Times New Roman" panose="02020603050405020304" pitchFamily="18" charset="0"/>
              </a:rPr>
              <a:t>which </a:t>
            </a:r>
            <a:r>
              <a:rPr sz="2600" dirty="0">
                <a:solidFill>
                  <a:srgbClr val="002060"/>
                </a:solidFill>
                <a:latin typeface="Times New Roman" panose="02020603050405020304" pitchFamily="18" charset="0"/>
                <a:cs typeface="Times New Roman" panose="02020603050405020304" pitchFamily="18" charset="0"/>
              </a:rPr>
              <a:t>unlike </a:t>
            </a:r>
            <a:r>
              <a:rPr sz="2600" spc="-5" dirty="0">
                <a:solidFill>
                  <a:srgbClr val="002060"/>
                </a:solidFill>
                <a:latin typeface="Times New Roman" panose="02020603050405020304" pitchFamily="18" charset="0"/>
                <a:cs typeface="Times New Roman" panose="02020603050405020304" pitchFamily="18" charset="0"/>
              </a:rPr>
              <a:t>to use for a longer </a:t>
            </a:r>
            <a:r>
              <a:rPr sz="2600" dirty="0">
                <a:solidFill>
                  <a:srgbClr val="002060"/>
                </a:solidFill>
                <a:latin typeface="Times New Roman" panose="02020603050405020304" pitchFamily="18" charset="0"/>
                <a:cs typeface="Times New Roman" panose="02020603050405020304" pitchFamily="18" charset="0"/>
              </a:rPr>
              <a:t>period of </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time. </a:t>
            </a:r>
            <a:r>
              <a:rPr sz="2600" spc="-5" dirty="0">
                <a:solidFill>
                  <a:srgbClr val="002060"/>
                </a:solidFill>
                <a:latin typeface="Times New Roman" panose="02020603050405020304" pitchFamily="18" charset="0"/>
                <a:cs typeface="Times New Roman" panose="02020603050405020304" pitchFamily="18" charset="0"/>
              </a:rPr>
              <a:t>It</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only</a:t>
            </a:r>
            <a:r>
              <a:rPr sz="2600" dirty="0">
                <a:solidFill>
                  <a:srgbClr val="002060"/>
                </a:solidFill>
                <a:latin typeface="Times New Roman" panose="02020603050405020304" pitchFamily="18" charset="0"/>
                <a:cs typeface="Times New Roman" panose="02020603050405020304" pitchFamily="18" charset="0"/>
              </a:rPr>
              <a:t> uses</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time</a:t>
            </a:r>
            <a:r>
              <a:rPr sz="2600" spc="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when</a:t>
            </a:r>
            <a:r>
              <a:rPr sz="2600" spc="1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page</a:t>
            </a:r>
            <a:r>
              <a:rPr sz="2600" spc="1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needs</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 be</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used.</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pic>
        <p:nvPicPr>
          <p:cNvPr id="3" name="object 3"/>
          <p:cNvPicPr/>
          <p:nvPr/>
        </p:nvPicPr>
        <p:blipFill>
          <a:blip r:embed="rId3" cstate="print"/>
          <a:stretch>
            <a:fillRect/>
          </a:stretch>
        </p:blipFill>
        <p:spPr>
          <a:xfrm>
            <a:off x="542544" y="478536"/>
            <a:ext cx="5369686" cy="3489960"/>
          </a:xfrm>
          <a:prstGeom prst="rect">
            <a:avLst/>
          </a:prstGeom>
        </p:spPr>
      </p:pic>
      <p:grpSp>
        <p:nvGrpSpPr>
          <p:cNvPr id="4" name="object 4"/>
          <p:cNvGrpSpPr/>
          <p:nvPr/>
        </p:nvGrpSpPr>
        <p:grpSpPr>
          <a:xfrm>
            <a:off x="5679947" y="3968496"/>
            <a:ext cx="6282055" cy="2734310"/>
            <a:chOff x="5679947" y="3968496"/>
            <a:chExt cx="6282055" cy="2734310"/>
          </a:xfrm>
        </p:grpSpPr>
        <p:pic>
          <p:nvPicPr>
            <p:cNvPr id="5" name="object 5"/>
            <p:cNvPicPr/>
            <p:nvPr/>
          </p:nvPicPr>
          <p:blipFill>
            <a:blip r:embed="rId4" cstate="print"/>
            <a:stretch>
              <a:fillRect/>
            </a:stretch>
          </p:blipFill>
          <p:spPr>
            <a:xfrm>
              <a:off x="5679947" y="3968496"/>
              <a:ext cx="6281928" cy="2734056"/>
            </a:xfrm>
            <a:prstGeom prst="rect">
              <a:avLst/>
            </a:prstGeom>
          </p:spPr>
        </p:pic>
        <p:sp>
          <p:nvSpPr>
            <p:cNvPr id="6" name="object 6"/>
            <p:cNvSpPr/>
            <p:nvPr/>
          </p:nvSpPr>
          <p:spPr>
            <a:xfrm>
              <a:off x="5797295" y="4358640"/>
              <a:ext cx="114935" cy="382270"/>
            </a:xfrm>
            <a:custGeom>
              <a:avLst/>
              <a:gdLst/>
              <a:ahLst/>
              <a:cxnLst/>
              <a:rect l="l" t="t" r="r" b="b"/>
              <a:pathLst>
                <a:path w="114935" h="382270">
                  <a:moveTo>
                    <a:pt x="0" y="0"/>
                  </a:moveTo>
                  <a:lnTo>
                    <a:pt x="114426" y="381762"/>
                  </a:lnTo>
                </a:path>
              </a:pathLst>
            </a:custGeom>
            <a:ln w="6350">
              <a:solidFill>
                <a:srgbClr val="5A94A3"/>
              </a:solidFill>
            </a:ln>
          </p:spPr>
          <p:txBody>
            <a:bodyPr wrap="square" lIns="0" tIns="0" rIns="0" bIns="0" rtlCol="0"/>
            <a:lstStyle/>
            <a:p>
              <a:endParaRPr/>
            </a:p>
          </p:txBody>
        </p:sp>
        <p:sp>
          <p:nvSpPr>
            <p:cNvPr id="7" name="object 7"/>
            <p:cNvSpPr/>
            <p:nvPr/>
          </p:nvSpPr>
          <p:spPr>
            <a:xfrm>
              <a:off x="6178295" y="4358640"/>
              <a:ext cx="462280" cy="382270"/>
            </a:xfrm>
            <a:custGeom>
              <a:avLst/>
              <a:gdLst/>
              <a:ahLst/>
              <a:cxnLst/>
              <a:rect l="l" t="t" r="r" b="b"/>
              <a:pathLst>
                <a:path w="462279" h="382270">
                  <a:moveTo>
                    <a:pt x="0" y="0"/>
                  </a:moveTo>
                  <a:lnTo>
                    <a:pt x="141986" y="381762"/>
                  </a:lnTo>
                </a:path>
                <a:path w="462279" h="382270">
                  <a:moveTo>
                    <a:pt x="320039" y="0"/>
                  </a:moveTo>
                  <a:lnTo>
                    <a:pt x="462025" y="381762"/>
                  </a:lnTo>
                </a:path>
              </a:pathLst>
            </a:custGeom>
            <a:ln w="6350">
              <a:solidFill>
                <a:srgbClr val="803B62"/>
              </a:solidFill>
            </a:ln>
          </p:spPr>
          <p:txBody>
            <a:bodyPr wrap="square" lIns="0" tIns="0" rIns="0" bIns="0" rtlCol="0"/>
            <a:lstStyle/>
            <a:p>
              <a:endParaRPr/>
            </a:p>
          </p:txBody>
        </p:sp>
        <p:sp>
          <p:nvSpPr>
            <p:cNvPr id="8" name="object 8"/>
            <p:cNvSpPr/>
            <p:nvPr/>
          </p:nvSpPr>
          <p:spPr>
            <a:xfrm>
              <a:off x="6794754" y="4355211"/>
              <a:ext cx="1351280" cy="385445"/>
            </a:xfrm>
            <a:custGeom>
              <a:avLst/>
              <a:gdLst/>
              <a:ahLst/>
              <a:cxnLst/>
              <a:rect l="l" t="t" r="r" b="b"/>
              <a:pathLst>
                <a:path w="1351279" h="385445">
                  <a:moveTo>
                    <a:pt x="244983" y="385191"/>
                  </a:moveTo>
                  <a:lnTo>
                    <a:pt x="240068" y="334772"/>
                  </a:lnTo>
                  <a:lnTo>
                    <a:pt x="236728" y="300355"/>
                  </a:lnTo>
                  <a:lnTo>
                    <a:pt x="209867" y="317233"/>
                  </a:lnTo>
                  <a:lnTo>
                    <a:pt x="10668" y="0"/>
                  </a:lnTo>
                  <a:lnTo>
                    <a:pt x="0" y="6858"/>
                  </a:lnTo>
                  <a:lnTo>
                    <a:pt x="199085" y="323989"/>
                  </a:lnTo>
                  <a:lnTo>
                    <a:pt x="172212" y="340868"/>
                  </a:lnTo>
                  <a:lnTo>
                    <a:pt x="244983" y="385191"/>
                  </a:lnTo>
                  <a:close/>
                </a:path>
                <a:path w="1351279" h="385445">
                  <a:moveTo>
                    <a:pt x="840486" y="385191"/>
                  </a:moveTo>
                  <a:lnTo>
                    <a:pt x="838974" y="332232"/>
                  </a:lnTo>
                  <a:lnTo>
                    <a:pt x="838073" y="299974"/>
                  </a:lnTo>
                  <a:lnTo>
                    <a:pt x="810107" y="314934"/>
                  </a:lnTo>
                  <a:lnTo>
                    <a:pt x="641858" y="381"/>
                  </a:lnTo>
                  <a:lnTo>
                    <a:pt x="630682" y="6477"/>
                  </a:lnTo>
                  <a:lnTo>
                    <a:pt x="798880" y="320941"/>
                  </a:lnTo>
                  <a:lnTo>
                    <a:pt x="770890" y="335915"/>
                  </a:lnTo>
                  <a:lnTo>
                    <a:pt x="840486" y="385191"/>
                  </a:lnTo>
                  <a:close/>
                </a:path>
                <a:path w="1351279" h="385445">
                  <a:moveTo>
                    <a:pt x="1351280" y="301244"/>
                  </a:moveTo>
                  <a:lnTo>
                    <a:pt x="1320914" y="310400"/>
                  </a:lnTo>
                  <a:lnTo>
                    <a:pt x="1227582" y="1651"/>
                  </a:lnTo>
                  <a:lnTo>
                    <a:pt x="1215390" y="5207"/>
                  </a:lnTo>
                  <a:lnTo>
                    <a:pt x="1308722" y="314071"/>
                  </a:lnTo>
                  <a:lnTo>
                    <a:pt x="1278382" y="323215"/>
                  </a:lnTo>
                  <a:lnTo>
                    <a:pt x="1336929" y="385191"/>
                  </a:lnTo>
                  <a:lnTo>
                    <a:pt x="1347000" y="326263"/>
                  </a:lnTo>
                  <a:lnTo>
                    <a:pt x="1351280" y="301244"/>
                  </a:lnTo>
                  <a:close/>
                </a:path>
              </a:pathLst>
            </a:custGeom>
            <a:solidFill>
              <a:srgbClr val="803B62"/>
            </a:solidFill>
          </p:spPr>
          <p:txBody>
            <a:bodyPr wrap="square" lIns="0" tIns="0" rIns="0" bIns="0" rtlCol="0"/>
            <a:lstStyle/>
            <a:p>
              <a:endParaRPr/>
            </a:p>
          </p:txBody>
        </p:sp>
      </p:gr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219200" y="963156"/>
            <a:ext cx="4438015" cy="504625"/>
          </a:xfrm>
          <a:prstGeom prst="rect">
            <a:avLst/>
          </a:prstGeom>
        </p:spPr>
        <p:txBody>
          <a:bodyPr vert="horz" wrap="square" lIns="0" tIns="12065" rIns="0" bIns="0" rtlCol="0">
            <a:spAutoFit/>
          </a:bodyPr>
          <a:lstStyle/>
          <a:p>
            <a:pPr marL="12700">
              <a:lnSpc>
                <a:spcPct val="100000"/>
              </a:lnSpc>
              <a:spcBef>
                <a:spcPts val="95"/>
              </a:spcBef>
            </a:pPr>
            <a:r>
              <a:rPr spc="-5" dirty="0">
                <a:uFill>
                  <a:solidFill>
                    <a:srgbClr val="624722"/>
                  </a:solidFill>
                </a:uFill>
              </a:rPr>
              <a:t>LRU</a:t>
            </a:r>
            <a:r>
              <a:rPr spc="-40" dirty="0">
                <a:uFill>
                  <a:solidFill>
                    <a:srgbClr val="624722"/>
                  </a:solidFill>
                </a:uFill>
              </a:rPr>
              <a:t> </a:t>
            </a:r>
            <a:r>
              <a:rPr spc="-5" dirty="0">
                <a:uFill>
                  <a:solidFill>
                    <a:srgbClr val="624722"/>
                  </a:solidFill>
                </a:uFill>
              </a:rPr>
              <a:t>Page</a:t>
            </a:r>
            <a:r>
              <a:rPr spc="-35" dirty="0">
                <a:uFill>
                  <a:solidFill>
                    <a:srgbClr val="624722"/>
                  </a:solidFill>
                </a:uFill>
              </a:rPr>
              <a:t> </a:t>
            </a:r>
            <a:r>
              <a:rPr spc="-5" dirty="0">
                <a:uFill>
                  <a:solidFill>
                    <a:srgbClr val="624722"/>
                  </a:solidFill>
                </a:uFill>
              </a:rPr>
              <a:t>Replacement</a:t>
            </a:r>
            <a:endParaRPr dirty="0"/>
          </a:p>
        </p:txBody>
      </p:sp>
      <p:sp>
        <p:nvSpPr>
          <p:cNvPr id="4" name="object 4"/>
          <p:cNvSpPr txBox="1"/>
          <p:nvPr/>
        </p:nvSpPr>
        <p:spPr>
          <a:xfrm>
            <a:off x="1219200" y="1752600"/>
            <a:ext cx="10515600" cy="4623702"/>
          </a:xfrm>
          <a:prstGeom prst="rect">
            <a:avLst/>
          </a:prstGeom>
        </p:spPr>
        <p:txBody>
          <a:bodyPr vert="horz" wrap="square" lIns="0" tIns="12065" rIns="0" bIns="0" rtlCol="0">
            <a:spAutoFit/>
          </a:bodyPr>
          <a:lstStyle/>
          <a:p>
            <a:pPr marL="241300" indent="-229235">
              <a:lnSpc>
                <a:spcPct val="150000"/>
              </a:lnSpc>
              <a:spcBef>
                <a:spcPts val="95"/>
              </a:spcBef>
              <a:buSzPct val="80000"/>
              <a:buChar char="•"/>
              <a:tabLst>
                <a:tab pos="241300" algn="l"/>
                <a:tab pos="241935" algn="l"/>
              </a:tabLst>
            </a:pPr>
            <a:r>
              <a:rPr sz="2600" spc="-5" dirty="0">
                <a:solidFill>
                  <a:srgbClr val="002060"/>
                </a:solidFill>
                <a:latin typeface="Times New Roman" panose="02020603050405020304" pitchFamily="18" charset="0"/>
                <a:cs typeface="Times New Roman" panose="02020603050405020304" pitchFamily="18" charset="0"/>
              </a:rPr>
              <a:t>The</a:t>
            </a:r>
            <a:r>
              <a:rPr sz="2600" spc="17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full</a:t>
            </a:r>
            <a:r>
              <a:rPr sz="2600" spc="17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form</a:t>
            </a:r>
            <a:r>
              <a:rPr sz="2600" spc="17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of</a:t>
            </a:r>
            <a:r>
              <a:rPr sz="2600" spc="19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LRU</a:t>
            </a:r>
            <a:r>
              <a:rPr sz="2600" spc="18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spc="17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18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Least</a:t>
            </a:r>
            <a:r>
              <a:rPr sz="2600" spc="18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Recently</a:t>
            </a:r>
            <a:r>
              <a:rPr sz="2600" spc="17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Used</a:t>
            </a:r>
            <a:r>
              <a:rPr sz="2600" spc="18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page.</a:t>
            </a:r>
            <a:r>
              <a:rPr sz="2600" spc="18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This</a:t>
            </a:r>
            <a:r>
              <a:rPr sz="2600" spc="17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method</a:t>
            </a:r>
            <a:r>
              <a:rPr sz="2600" spc="190" dirty="0">
                <a:solidFill>
                  <a:srgbClr val="002060"/>
                </a:solidFill>
                <a:latin typeface="Times New Roman" panose="02020603050405020304" pitchFamily="18" charset="0"/>
                <a:cs typeface="Times New Roman" panose="02020603050405020304" pitchFamily="18" charset="0"/>
              </a:rPr>
              <a:t> </a:t>
            </a:r>
            <a:r>
              <a:rPr sz="2600" spc="-10" dirty="0">
                <a:solidFill>
                  <a:srgbClr val="002060"/>
                </a:solidFill>
                <a:latin typeface="Times New Roman" panose="02020603050405020304" pitchFamily="18" charset="0"/>
                <a:cs typeface="Times New Roman" panose="02020603050405020304" pitchFamily="18" charset="0"/>
              </a:rPr>
              <a:t>helps</a:t>
            </a:r>
            <a:endParaRPr sz="2600" dirty="0">
              <a:solidFill>
                <a:srgbClr val="002060"/>
              </a:solidFill>
              <a:latin typeface="Times New Roman" panose="02020603050405020304" pitchFamily="18" charset="0"/>
              <a:cs typeface="Times New Roman" panose="02020603050405020304" pitchFamily="18" charset="0"/>
            </a:endParaRPr>
          </a:p>
          <a:p>
            <a:pPr marL="241300" marR="5715">
              <a:lnSpc>
                <a:spcPct val="150000"/>
              </a:lnSpc>
              <a:spcBef>
                <a:spcPts val="455"/>
              </a:spcBef>
            </a:pPr>
            <a:r>
              <a:rPr sz="2600" spc="-5" dirty="0">
                <a:solidFill>
                  <a:srgbClr val="002060"/>
                </a:solidFill>
                <a:latin typeface="Times New Roman" panose="02020603050405020304" pitchFamily="18" charset="0"/>
                <a:cs typeface="Times New Roman" panose="02020603050405020304" pitchFamily="18" charset="0"/>
              </a:rPr>
              <a:t>OS</a:t>
            </a:r>
            <a:r>
              <a:rPr sz="2600" spc="26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a:t>
            </a:r>
            <a:r>
              <a:rPr sz="2600" spc="26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find</a:t>
            </a:r>
            <a:r>
              <a:rPr sz="2600" spc="26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page</a:t>
            </a:r>
            <a:r>
              <a:rPr sz="2600" spc="26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usage</a:t>
            </a:r>
            <a:r>
              <a:rPr sz="2600" spc="26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over</a:t>
            </a:r>
            <a:r>
              <a:rPr sz="2600" spc="254"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a:t>
            </a:r>
            <a:r>
              <a:rPr sz="2600" spc="27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short</a:t>
            </a:r>
            <a:r>
              <a:rPr sz="2600" spc="26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period</a:t>
            </a:r>
            <a:r>
              <a:rPr sz="2600" spc="27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of</a:t>
            </a:r>
            <a:r>
              <a:rPr sz="2600" spc="26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time.</a:t>
            </a:r>
            <a:r>
              <a:rPr sz="2600" spc="27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This</a:t>
            </a:r>
            <a:r>
              <a:rPr sz="2600" spc="254"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algorithm</a:t>
            </a:r>
            <a:r>
              <a:rPr sz="2600" spc="27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should </a:t>
            </a:r>
            <a:r>
              <a:rPr sz="2600" spc="-68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be</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implemented</a:t>
            </a:r>
            <a:r>
              <a:rPr sz="2600" spc="1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by</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associating</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counter</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with</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an even-</a:t>
            </a:r>
            <a:r>
              <a:rPr sz="2600" spc="1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page.</a:t>
            </a:r>
            <a:endParaRPr sz="2600" dirty="0">
              <a:solidFill>
                <a:srgbClr val="002060"/>
              </a:solidFill>
              <a:latin typeface="Times New Roman" panose="02020603050405020304" pitchFamily="18" charset="0"/>
              <a:cs typeface="Times New Roman" panose="02020603050405020304" pitchFamily="18" charset="0"/>
            </a:endParaRPr>
          </a:p>
          <a:p>
            <a:pPr marL="12700">
              <a:lnSpc>
                <a:spcPct val="150000"/>
              </a:lnSpc>
              <a:spcBef>
                <a:spcPts val="900"/>
              </a:spcBef>
            </a:pPr>
            <a:r>
              <a:rPr sz="2600" b="1" spc="-5" dirty="0">
                <a:solidFill>
                  <a:srgbClr val="002060"/>
                </a:solidFill>
                <a:latin typeface="Times New Roman" panose="02020603050405020304" pitchFamily="18" charset="0"/>
                <a:cs typeface="Times New Roman" panose="02020603050405020304" pitchFamily="18" charset="0"/>
              </a:rPr>
              <a:t>How</a:t>
            </a:r>
            <a:r>
              <a:rPr sz="2600" b="1" spc="-10" dirty="0">
                <a:solidFill>
                  <a:srgbClr val="002060"/>
                </a:solidFill>
                <a:latin typeface="Times New Roman" panose="02020603050405020304" pitchFamily="18" charset="0"/>
                <a:cs typeface="Times New Roman" panose="02020603050405020304" pitchFamily="18" charset="0"/>
              </a:rPr>
              <a:t> </a:t>
            </a:r>
            <a:r>
              <a:rPr sz="2600" b="1" spc="-5" dirty="0">
                <a:solidFill>
                  <a:srgbClr val="002060"/>
                </a:solidFill>
                <a:latin typeface="Times New Roman" panose="02020603050405020304" pitchFamily="18" charset="0"/>
                <a:cs typeface="Times New Roman" panose="02020603050405020304" pitchFamily="18" charset="0"/>
              </a:rPr>
              <a:t>does</a:t>
            </a:r>
            <a:r>
              <a:rPr sz="2600" b="1" spc="-10" dirty="0">
                <a:solidFill>
                  <a:srgbClr val="002060"/>
                </a:solidFill>
                <a:latin typeface="Times New Roman" panose="02020603050405020304" pitchFamily="18" charset="0"/>
                <a:cs typeface="Times New Roman" panose="02020603050405020304" pitchFamily="18" charset="0"/>
              </a:rPr>
              <a:t> </a:t>
            </a:r>
            <a:r>
              <a:rPr sz="2600" b="1" spc="-5" dirty="0">
                <a:solidFill>
                  <a:srgbClr val="002060"/>
                </a:solidFill>
                <a:latin typeface="Times New Roman" panose="02020603050405020304" pitchFamily="18" charset="0"/>
                <a:cs typeface="Times New Roman" panose="02020603050405020304" pitchFamily="18" charset="0"/>
              </a:rPr>
              <a:t>it </a:t>
            </a:r>
            <a:r>
              <a:rPr sz="2600" b="1" dirty="0">
                <a:solidFill>
                  <a:srgbClr val="002060"/>
                </a:solidFill>
                <a:latin typeface="Times New Roman" panose="02020603050405020304" pitchFamily="18" charset="0"/>
                <a:cs typeface="Times New Roman" panose="02020603050405020304" pitchFamily="18" charset="0"/>
              </a:rPr>
              <a:t>work?</a:t>
            </a:r>
            <a:endParaRPr sz="2600" dirty="0">
              <a:solidFill>
                <a:srgbClr val="002060"/>
              </a:solidFill>
              <a:latin typeface="Times New Roman" panose="02020603050405020304" pitchFamily="18" charset="0"/>
              <a:cs typeface="Times New Roman" panose="02020603050405020304" pitchFamily="18" charset="0"/>
            </a:endParaRPr>
          </a:p>
          <a:p>
            <a:pPr marL="241300" marR="5080" indent="-229235">
              <a:lnSpc>
                <a:spcPct val="150000"/>
              </a:lnSpc>
              <a:spcBef>
                <a:spcPts val="1795"/>
              </a:spcBef>
              <a:buSzPct val="80000"/>
              <a:buChar char="•"/>
              <a:tabLst>
                <a:tab pos="241300" algn="l"/>
                <a:tab pos="241935" algn="l"/>
              </a:tabLst>
            </a:pPr>
            <a:r>
              <a:rPr sz="2600" spc="-5" dirty="0">
                <a:solidFill>
                  <a:srgbClr val="002060"/>
                </a:solidFill>
                <a:latin typeface="Times New Roman" panose="02020603050405020304" pitchFamily="18" charset="0"/>
                <a:cs typeface="Times New Roman" panose="02020603050405020304" pitchFamily="18" charset="0"/>
              </a:rPr>
              <a:t>Page,</a:t>
            </a:r>
            <a:r>
              <a:rPr sz="2600" spc="4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which</a:t>
            </a:r>
            <a:r>
              <a:rPr sz="2600" spc="4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has</a:t>
            </a:r>
            <a:r>
              <a:rPr sz="2600" spc="4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not</a:t>
            </a:r>
            <a:r>
              <a:rPr sz="2600" spc="6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been</a:t>
            </a:r>
            <a:r>
              <a:rPr sz="2600" spc="4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used</a:t>
            </a:r>
            <a:r>
              <a:rPr sz="2600" spc="3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for</a:t>
            </a:r>
            <a:r>
              <a:rPr sz="2600" spc="6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5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longest</a:t>
            </a:r>
            <a:r>
              <a:rPr sz="2600" spc="4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time</a:t>
            </a:r>
            <a:r>
              <a:rPr sz="2600" spc="5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in</a:t>
            </a:r>
            <a:r>
              <a:rPr sz="2600" spc="5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6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main</a:t>
            </a:r>
            <a:r>
              <a:rPr sz="2600" spc="55" dirty="0">
                <a:solidFill>
                  <a:srgbClr val="002060"/>
                </a:solidFill>
                <a:latin typeface="Times New Roman" panose="02020603050405020304" pitchFamily="18" charset="0"/>
                <a:cs typeface="Times New Roman" panose="02020603050405020304" pitchFamily="18" charset="0"/>
              </a:rPr>
              <a:t> </a:t>
            </a:r>
            <a:r>
              <a:rPr sz="2600" spc="-30" dirty="0">
                <a:solidFill>
                  <a:srgbClr val="002060"/>
                </a:solidFill>
                <a:latin typeface="Times New Roman" panose="02020603050405020304" pitchFamily="18" charset="0"/>
                <a:cs typeface="Times New Roman" panose="02020603050405020304" pitchFamily="18" charset="0"/>
              </a:rPr>
              <a:t>memory,</a:t>
            </a:r>
            <a:r>
              <a:rPr sz="2600" spc="5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is </a:t>
            </a:r>
            <a:r>
              <a:rPr sz="2600" spc="-68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one</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that</a:t>
            </a:r>
            <a:r>
              <a:rPr sz="2600" spc="5" dirty="0">
                <a:solidFill>
                  <a:srgbClr val="002060"/>
                </a:solidFill>
                <a:latin typeface="Times New Roman" panose="02020603050405020304" pitchFamily="18" charset="0"/>
                <a:cs typeface="Times New Roman" panose="02020603050405020304" pitchFamily="18" charset="0"/>
              </a:rPr>
              <a:t> </a:t>
            </a:r>
            <a:r>
              <a:rPr sz="2600" spc="-10" dirty="0">
                <a:solidFill>
                  <a:srgbClr val="002060"/>
                </a:solidFill>
                <a:latin typeface="Times New Roman" panose="02020603050405020304" pitchFamily="18" charset="0"/>
                <a:cs typeface="Times New Roman" panose="02020603050405020304" pitchFamily="18" charset="0"/>
              </a:rPr>
              <a:t>will</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be</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selected</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for</a:t>
            </a:r>
            <a:r>
              <a:rPr sz="2600" spc="15" dirty="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replacement.</a:t>
            </a:r>
            <a:r>
              <a:rPr lang="en-IN" sz="2600" spc="-5" dirty="0" smtClean="0">
                <a:solidFill>
                  <a:srgbClr val="002060"/>
                </a:solidFill>
                <a:latin typeface="Times New Roman" panose="02020603050405020304" pitchFamily="18" charset="0"/>
                <a:cs typeface="Times New Roman" panose="02020603050405020304" pitchFamily="18" charset="0"/>
              </a:rPr>
              <a:t>It is e</a:t>
            </a:r>
            <a:r>
              <a:rPr sz="2600" spc="-5" dirty="0" err="1" smtClean="0">
                <a:solidFill>
                  <a:srgbClr val="002060"/>
                </a:solidFill>
                <a:latin typeface="Times New Roman" panose="02020603050405020304" pitchFamily="18" charset="0"/>
                <a:cs typeface="Times New Roman" panose="02020603050405020304" pitchFamily="18" charset="0"/>
              </a:rPr>
              <a:t>asy</a:t>
            </a:r>
            <a:r>
              <a:rPr sz="2600" spc="10" dirty="0" smtClean="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to</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implement,</a:t>
            </a:r>
            <a:r>
              <a:rPr sz="2600" spc="3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keep</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a:t>
            </a:r>
            <a:r>
              <a:rPr sz="2600" spc="1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list,</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replace</a:t>
            </a:r>
            <a:r>
              <a:rPr sz="2600" spc="2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pages</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by</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looking</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back</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into</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time</a:t>
            </a:r>
            <a:r>
              <a:rPr sz="2600" spc="-5" dirty="0" smtClean="0">
                <a:solidFill>
                  <a:srgbClr val="002060"/>
                </a:solidFill>
                <a:latin typeface="Times New Roman" panose="02020603050405020304" pitchFamily="18" charset="0"/>
                <a:cs typeface="Times New Roman" panose="02020603050405020304" pitchFamily="18" charset="0"/>
              </a:rPr>
              <a:t>.</a:t>
            </a:r>
            <a:endParaRPr sz="2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964005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219200" y="963156"/>
            <a:ext cx="4438015" cy="504625"/>
          </a:xfrm>
          <a:prstGeom prst="rect">
            <a:avLst/>
          </a:prstGeom>
        </p:spPr>
        <p:txBody>
          <a:bodyPr vert="horz" wrap="square" lIns="0" tIns="12065" rIns="0" bIns="0" rtlCol="0">
            <a:spAutoFit/>
          </a:bodyPr>
          <a:lstStyle/>
          <a:p>
            <a:pPr marL="12700">
              <a:lnSpc>
                <a:spcPct val="100000"/>
              </a:lnSpc>
              <a:spcBef>
                <a:spcPts val="95"/>
              </a:spcBef>
            </a:pPr>
            <a:r>
              <a:rPr spc="-5" dirty="0">
                <a:uFill>
                  <a:solidFill>
                    <a:srgbClr val="624722"/>
                  </a:solidFill>
                </a:uFill>
              </a:rPr>
              <a:t>LRU</a:t>
            </a:r>
            <a:r>
              <a:rPr spc="-40" dirty="0">
                <a:uFill>
                  <a:solidFill>
                    <a:srgbClr val="624722"/>
                  </a:solidFill>
                </a:uFill>
              </a:rPr>
              <a:t> </a:t>
            </a:r>
            <a:r>
              <a:rPr spc="-5" dirty="0">
                <a:uFill>
                  <a:solidFill>
                    <a:srgbClr val="624722"/>
                  </a:solidFill>
                </a:uFill>
              </a:rPr>
              <a:t>Page</a:t>
            </a:r>
            <a:r>
              <a:rPr spc="-35" dirty="0">
                <a:uFill>
                  <a:solidFill>
                    <a:srgbClr val="624722"/>
                  </a:solidFill>
                </a:uFill>
              </a:rPr>
              <a:t> </a:t>
            </a:r>
            <a:r>
              <a:rPr spc="-5" dirty="0">
                <a:uFill>
                  <a:solidFill>
                    <a:srgbClr val="624722"/>
                  </a:solidFill>
                </a:uFill>
              </a:rPr>
              <a:t>Replacement</a:t>
            </a:r>
            <a:endParaRPr dirty="0"/>
          </a:p>
        </p:txBody>
      </p:sp>
      <p:sp>
        <p:nvSpPr>
          <p:cNvPr id="4" name="object 4"/>
          <p:cNvSpPr txBox="1"/>
          <p:nvPr/>
        </p:nvSpPr>
        <p:spPr>
          <a:xfrm>
            <a:off x="1143000" y="1752600"/>
            <a:ext cx="10591800" cy="4739118"/>
          </a:xfrm>
          <a:prstGeom prst="rect">
            <a:avLst/>
          </a:prstGeom>
        </p:spPr>
        <p:txBody>
          <a:bodyPr vert="horz" wrap="square" lIns="0" tIns="12065" rIns="0" bIns="0" rtlCol="0">
            <a:spAutoFit/>
          </a:bodyPr>
          <a:lstStyle/>
          <a:p>
            <a:pPr marL="12700">
              <a:lnSpc>
                <a:spcPct val="150000"/>
              </a:lnSpc>
              <a:spcBef>
                <a:spcPts val="900"/>
              </a:spcBef>
            </a:pPr>
            <a:r>
              <a:rPr sz="2600" b="1" spc="-5" dirty="0" smtClean="0">
                <a:solidFill>
                  <a:srgbClr val="002060"/>
                </a:solidFill>
                <a:latin typeface="Times New Roman" panose="02020603050405020304" pitchFamily="18" charset="0"/>
                <a:cs typeface="Times New Roman" panose="02020603050405020304" pitchFamily="18" charset="0"/>
              </a:rPr>
              <a:t>Features</a:t>
            </a:r>
            <a:r>
              <a:rPr sz="2600" b="1" spc="-5" dirty="0">
                <a:solidFill>
                  <a:srgbClr val="002060"/>
                </a:solidFill>
                <a:latin typeface="Times New Roman" panose="02020603050405020304" pitchFamily="18" charset="0"/>
                <a:cs typeface="Times New Roman" panose="02020603050405020304" pitchFamily="18" charset="0"/>
              </a:rPr>
              <a:t>:</a:t>
            </a:r>
            <a:endParaRPr sz="2600" dirty="0">
              <a:solidFill>
                <a:srgbClr val="002060"/>
              </a:solidFill>
              <a:latin typeface="Times New Roman" panose="02020603050405020304" pitchFamily="18" charset="0"/>
              <a:cs typeface="Times New Roman" panose="02020603050405020304" pitchFamily="18" charset="0"/>
            </a:endParaRPr>
          </a:p>
          <a:p>
            <a:pPr marL="241300" indent="-229235">
              <a:lnSpc>
                <a:spcPct val="150000"/>
              </a:lnSpc>
              <a:spcBef>
                <a:spcPts val="900"/>
              </a:spcBef>
              <a:buSzPct val="80000"/>
              <a:buChar char="•"/>
              <a:tabLst>
                <a:tab pos="241300" algn="l"/>
                <a:tab pos="241935" algn="l"/>
              </a:tabLst>
            </a:pPr>
            <a:r>
              <a:rPr sz="2600" spc="-5" dirty="0">
                <a:solidFill>
                  <a:srgbClr val="002060"/>
                </a:solidFill>
                <a:latin typeface="Times New Roman" panose="02020603050405020304" pitchFamily="18" charset="0"/>
                <a:cs typeface="Times New Roman" panose="02020603050405020304" pitchFamily="18" charset="0"/>
              </a:rPr>
              <a:t>The</a:t>
            </a:r>
            <a:r>
              <a:rPr sz="2600" spc="21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LRU</a:t>
            </a:r>
            <a:r>
              <a:rPr sz="2600" spc="2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replacement</a:t>
            </a:r>
            <a:r>
              <a:rPr sz="2600" spc="22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method</a:t>
            </a:r>
            <a:r>
              <a:rPr sz="2600" spc="21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has</a:t>
            </a:r>
            <a:r>
              <a:rPr sz="2600" spc="2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2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highest</a:t>
            </a:r>
            <a:r>
              <a:rPr sz="2600" spc="2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count.</a:t>
            </a:r>
            <a:r>
              <a:rPr sz="2600" spc="2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This</a:t>
            </a:r>
            <a:r>
              <a:rPr sz="2600" spc="21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counter</a:t>
            </a:r>
            <a:r>
              <a:rPr sz="2600" spc="21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spc="21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also</a:t>
            </a:r>
            <a:endParaRPr sz="2600" dirty="0">
              <a:solidFill>
                <a:srgbClr val="002060"/>
              </a:solidFill>
              <a:latin typeface="Times New Roman" panose="02020603050405020304" pitchFamily="18" charset="0"/>
              <a:cs typeface="Times New Roman" panose="02020603050405020304" pitchFamily="18" charset="0"/>
            </a:endParaRPr>
          </a:p>
          <a:p>
            <a:pPr marL="241300" marR="7620">
              <a:lnSpc>
                <a:spcPct val="150000"/>
              </a:lnSpc>
              <a:spcBef>
                <a:spcPts val="450"/>
              </a:spcBef>
              <a:tabLst>
                <a:tab pos="1288415" algn="l"/>
                <a:tab pos="2283460" algn="l"/>
                <a:tab pos="3806190" algn="l"/>
                <a:tab pos="4838065" algn="l"/>
                <a:tab pos="6045200" algn="l"/>
                <a:tab pos="6882130" algn="l"/>
                <a:tab pos="7630795" algn="l"/>
                <a:tab pos="8380095" algn="l"/>
                <a:tab pos="9178925" algn="l"/>
                <a:tab pos="10174605" algn="l"/>
              </a:tabLst>
            </a:pPr>
            <a:r>
              <a:rPr sz="2600" spc="-5" dirty="0">
                <a:solidFill>
                  <a:srgbClr val="002060"/>
                </a:solidFill>
                <a:latin typeface="Times New Roman" panose="02020603050405020304" pitchFamily="18" charset="0"/>
                <a:cs typeface="Times New Roman" panose="02020603050405020304" pitchFamily="18" charset="0"/>
              </a:rPr>
              <a:t>called	a</a:t>
            </a:r>
            <a:r>
              <a:rPr sz="2600" dirty="0">
                <a:solidFill>
                  <a:srgbClr val="002060"/>
                </a:solidFill>
                <a:latin typeface="Times New Roman" panose="02020603050405020304" pitchFamily="18" charset="0"/>
                <a:cs typeface="Times New Roman" panose="02020603050405020304" pitchFamily="18" charset="0"/>
              </a:rPr>
              <a:t>g</a:t>
            </a:r>
            <a:r>
              <a:rPr sz="2600" spc="-20" dirty="0">
                <a:solidFill>
                  <a:srgbClr val="002060"/>
                </a:solidFill>
                <a:latin typeface="Times New Roman" panose="02020603050405020304" pitchFamily="18" charset="0"/>
                <a:cs typeface="Times New Roman" panose="02020603050405020304" pitchFamily="18" charset="0"/>
              </a:rPr>
              <a:t>i</a:t>
            </a:r>
            <a:r>
              <a:rPr sz="2600" spc="-5" dirty="0">
                <a:solidFill>
                  <a:srgbClr val="002060"/>
                </a:solidFill>
                <a:latin typeface="Times New Roman" panose="02020603050405020304" pitchFamily="18" charset="0"/>
                <a:cs typeface="Times New Roman" panose="02020603050405020304" pitchFamily="18" charset="0"/>
              </a:rPr>
              <a:t>ng</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registers,</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which</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sp</a:t>
            </a:r>
            <a:r>
              <a:rPr sz="2600" dirty="0">
                <a:solidFill>
                  <a:srgbClr val="002060"/>
                </a:solidFill>
                <a:latin typeface="Times New Roman" panose="02020603050405020304" pitchFamily="18" charset="0"/>
                <a:cs typeface="Times New Roman" panose="02020603050405020304" pitchFamily="18" charset="0"/>
              </a:rPr>
              <a:t>e</a:t>
            </a:r>
            <a:r>
              <a:rPr sz="2600" spc="-5" dirty="0">
                <a:solidFill>
                  <a:srgbClr val="002060"/>
                </a:solidFill>
                <a:latin typeface="Times New Roman" panose="02020603050405020304" pitchFamily="18" charset="0"/>
                <a:cs typeface="Times New Roman" panose="02020603050405020304" pitchFamily="18" charset="0"/>
              </a:rPr>
              <a:t>cify</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a:t>
            </a:r>
            <a:r>
              <a:rPr sz="2600" dirty="0">
                <a:solidFill>
                  <a:srgbClr val="002060"/>
                </a:solidFill>
                <a:latin typeface="Times New Roman" panose="02020603050405020304" pitchFamily="18" charset="0"/>
                <a:cs typeface="Times New Roman" panose="02020603050405020304" pitchFamily="18" charset="0"/>
              </a:rPr>
              <a:t>e</a:t>
            </a:r>
            <a:r>
              <a:rPr sz="2600" spc="-5" dirty="0">
                <a:solidFill>
                  <a:srgbClr val="002060"/>
                </a:solidFill>
                <a:latin typeface="Times New Roman" panose="02020603050405020304" pitchFamily="18" charset="0"/>
                <a:cs typeface="Times New Roman" panose="02020603050405020304" pitchFamily="18" charset="0"/>
              </a:rPr>
              <a:t>ir</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age</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and</a:t>
            </a:r>
            <a:r>
              <a:rPr sz="2600" dirty="0">
                <a:solidFill>
                  <a:srgbClr val="002060"/>
                </a:solidFill>
                <a:latin typeface="Times New Roman" panose="02020603050405020304" pitchFamily="18" charset="0"/>
                <a:cs typeface="Times New Roman" panose="02020603050405020304" pitchFamily="18" charset="0"/>
              </a:rPr>
              <a:t>	</a:t>
            </a:r>
            <a:r>
              <a:rPr sz="2600" spc="-15" dirty="0">
                <a:solidFill>
                  <a:srgbClr val="002060"/>
                </a:solidFill>
                <a:latin typeface="Times New Roman" panose="02020603050405020304" pitchFamily="18" charset="0"/>
                <a:cs typeface="Times New Roman" panose="02020603050405020304" pitchFamily="18" charset="0"/>
              </a:rPr>
              <a:t>h</a:t>
            </a:r>
            <a:r>
              <a:rPr sz="2600" spc="-5" dirty="0">
                <a:solidFill>
                  <a:srgbClr val="002060"/>
                </a:solidFill>
                <a:latin typeface="Times New Roman" panose="02020603050405020304" pitchFamily="18" charset="0"/>
                <a:cs typeface="Times New Roman" panose="02020603050405020304" pitchFamily="18" charset="0"/>
              </a:rPr>
              <a:t>ow</a:t>
            </a:r>
            <a:r>
              <a:rPr sz="2600" dirty="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much</a:t>
            </a:r>
            <a:r>
              <a:rPr lang="en-IN" sz="2600" spc="-5" dirty="0" smtClean="0">
                <a:solidFill>
                  <a:srgbClr val="002060"/>
                </a:solidFill>
                <a:latin typeface="Times New Roman" panose="02020603050405020304" pitchFamily="18" charset="0"/>
                <a:cs typeface="Times New Roman" panose="02020603050405020304" pitchFamily="18" charset="0"/>
              </a:rPr>
              <a:t> </a:t>
            </a:r>
            <a:r>
              <a:rPr sz="2600" spc="-5" dirty="0" smtClean="0">
                <a:solidFill>
                  <a:srgbClr val="002060"/>
                </a:solidFill>
                <a:latin typeface="Times New Roman" panose="02020603050405020304" pitchFamily="18" charset="0"/>
                <a:cs typeface="Times New Roman" panose="02020603050405020304" pitchFamily="18" charset="0"/>
              </a:rPr>
              <a:t>th</a:t>
            </a:r>
            <a:r>
              <a:rPr sz="2600" dirty="0" smtClean="0">
                <a:solidFill>
                  <a:srgbClr val="002060"/>
                </a:solidFill>
                <a:latin typeface="Times New Roman" panose="02020603050405020304" pitchFamily="18" charset="0"/>
                <a:cs typeface="Times New Roman" panose="02020603050405020304" pitchFamily="18" charset="0"/>
              </a:rPr>
              <a:t>e</a:t>
            </a:r>
            <a:r>
              <a:rPr sz="2600" spc="-5" dirty="0" smtClean="0">
                <a:solidFill>
                  <a:srgbClr val="002060"/>
                </a:solidFill>
                <a:latin typeface="Times New Roman" panose="02020603050405020304" pitchFamily="18" charset="0"/>
                <a:cs typeface="Times New Roman" panose="02020603050405020304" pitchFamily="18" charset="0"/>
              </a:rPr>
              <a:t>ir  </a:t>
            </a:r>
            <a:r>
              <a:rPr sz="2600" spc="-5" dirty="0">
                <a:solidFill>
                  <a:srgbClr val="002060"/>
                </a:solidFill>
                <a:latin typeface="Times New Roman" panose="02020603050405020304" pitchFamily="18" charset="0"/>
                <a:cs typeface="Times New Roman" panose="02020603050405020304" pitchFamily="18" charset="0"/>
              </a:rPr>
              <a:t>associated</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pages</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should also</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be referenced.</a:t>
            </a:r>
            <a:endParaRPr sz="2600" dirty="0">
              <a:solidFill>
                <a:srgbClr val="002060"/>
              </a:solidFill>
              <a:latin typeface="Times New Roman" panose="02020603050405020304" pitchFamily="18" charset="0"/>
              <a:cs typeface="Times New Roman" panose="02020603050405020304" pitchFamily="18" charset="0"/>
            </a:endParaRPr>
          </a:p>
          <a:p>
            <a:pPr marL="241300" marR="8255" indent="-229235">
              <a:lnSpc>
                <a:spcPct val="150000"/>
              </a:lnSpc>
              <a:spcBef>
                <a:spcPts val="1800"/>
              </a:spcBef>
              <a:buSzPct val="80000"/>
              <a:buChar char="•"/>
              <a:tabLst>
                <a:tab pos="241300" algn="l"/>
                <a:tab pos="241935" algn="l"/>
              </a:tabLst>
            </a:pPr>
            <a:r>
              <a:rPr sz="2600" spc="-5" dirty="0">
                <a:solidFill>
                  <a:srgbClr val="002060"/>
                </a:solidFill>
                <a:latin typeface="Times New Roman" panose="02020603050405020304" pitchFamily="18" charset="0"/>
                <a:cs typeface="Times New Roman" panose="02020603050405020304" pitchFamily="18" charset="0"/>
              </a:rPr>
              <a:t>The</a:t>
            </a:r>
            <a:r>
              <a:rPr sz="2600" spc="9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page</a:t>
            </a:r>
            <a:r>
              <a:rPr sz="2600" spc="7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which</a:t>
            </a:r>
            <a:r>
              <a:rPr sz="2600" spc="9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hasn't</a:t>
            </a:r>
            <a:r>
              <a:rPr sz="2600" spc="9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been</a:t>
            </a:r>
            <a:r>
              <a:rPr sz="2600" spc="8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used</a:t>
            </a:r>
            <a:r>
              <a:rPr sz="2600" spc="9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for</a:t>
            </a:r>
            <a:r>
              <a:rPr sz="2600" spc="10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9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longest</a:t>
            </a:r>
            <a:r>
              <a:rPr sz="2600" spc="9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time</a:t>
            </a:r>
            <a:r>
              <a:rPr sz="2600" spc="9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a:t>
            </a:r>
            <a:r>
              <a:rPr sz="2600" spc="1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10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main</a:t>
            </a:r>
            <a:r>
              <a:rPr sz="2600" spc="10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memory </a:t>
            </a:r>
            <a:r>
              <a:rPr sz="2600" spc="-68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one</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that</a:t>
            </a:r>
            <a:r>
              <a:rPr sz="2600" spc="2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should</a:t>
            </a:r>
            <a:r>
              <a:rPr sz="2600" spc="-5" dirty="0">
                <a:solidFill>
                  <a:srgbClr val="002060"/>
                </a:solidFill>
                <a:latin typeface="Times New Roman" panose="02020603050405020304" pitchFamily="18" charset="0"/>
                <a:cs typeface="Times New Roman" panose="02020603050405020304" pitchFamily="18" charset="0"/>
              </a:rPr>
              <a:t> be</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selected for</a:t>
            </a:r>
            <a:r>
              <a:rPr sz="2600" spc="2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replacement.</a:t>
            </a:r>
            <a:endParaRPr sz="2600" dirty="0">
              <a:solidFill>
                <a:srgbClr val="002060"/>
              </a:solidFill>
              <a:latin typeface="Times New Roman" panose="02020603050405020304" pitchFamily="18" charset="0"/>
              <a:cs typeface="Times New Roman" panose="02020603050405020304" pitchFamily="18" charset="0"/>
            </a:endParaRPr>
          </a:p>
          <a:p>
            <a:pPr marL="241300" indent="-229235">
              <a:lnSpc>
                <a:spcPct val="150000"/>
              </a:lnSpc>
              <a:spcBef>
                <a:spcPts val="905"/>
              </a:spcBef>
              <a:buSzPct val="80000"/>
              <a:buChar char="•"/>
              <a:tabLst>
                <a:tab pos="241300" algn="l"/>
                <a:tab pos="241935" algn="l"/>
              </a:tabLst>
            </a:pPr>
            <a:r>
              <a:rPr sz="2600" spc="-5" dirty="0">
                <a:solidFill>
                  <a:srgbClr val="002060"/>
                </a:solidFill>
                <a:latin typeface="Times New Roman" panose="02020603050405020304" pitchFamily="18" charset="0"/>
                <a:cs typeface="Times New Roman" panose="02020603050405020304" pitchFamily="18" charset="0"/>
              </a:rPr>
              <a:t>It</a:t>
            </a:r>
            <a:r>
              <a:rPr sz="2600" spc="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also</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keeps</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list</a:t>
            </a:r>
            <a:r>
              <a:rPr sz="2600" spc="1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and</a:t>
            </a:r>
            <a:r>
              <a:rPr sz="26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replaces</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pages</a:t>
            </a:r>
            <a:r>
              <a:rPr sz="2600" spc="-1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by</a:t>
            </a:r>
            <a:r>
              <a:rPr sz="2600" spc="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looking</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back</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into</a:t>
            </a:r>
            <a:r>
              <a:rPr sz="2600" spc="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time.</a:t>
            </a:r>
            <a:endParaRPr sz="2600"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457200"/>
            <a:ext cx="12188825" cy="6193025"/>
            <a:chOff x="0" y="457200"/>
            <a:chExt cx="12188825" cy="6193025"/>
          </a:xfrm>
        </p:grpSpPr>
        <p:pic>
          <p:nvPicPr>
            <p:cNvPr id="3" name="object 3"/>
            <p:cNvPicPr/>
            <p:nvPr/>
          </p:nvPicPr>
          <p:blipFill>
            <a:blip r:embed="rId2" cstate="print"/>
            <a:stretch>
              <a:fillRect/>
            </a:stretch>
          </p:blipFill>
          <p:spPr>
            <a:xfrm>
              <a:off x="0" y="5208777"/>
              <a:ext cx="12188825" cy="1441448"/>
            </a:xfrm>
            <a:prstGeom prst="rect">
              <a:avLst/>
            </a:prstGeom>
          </p:spPr>
        </p:pic>
        <p:pic>
          <p:nvPicPr>
            <p:cNvPr id="4" name="object 4"/>
            <p:cNvPicPr/>
            <p:nvPr/>
          </p:nvPicPr>
          <p:blipFill>
            <a:blip r:embed="rId3" cstate="print"/>
            <a:stretch>
              <a:fillRect/>
            </a:stretch>
          </p:blipFill>
          <p:spPr>
            <a:xfrm>
              <a:off x="1371600" y="457200"/>
              <a:ext cx="9401556" cy="5899403"/>
            </a:xfrm>
            <a:prstGeom prst="rect">
              <a:avLst/>
            </a:prstGeom>
          </p:spPr>
        </p:pic>
      </p:gr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208778"/>
            <a:ext cx="12188825" cy="1441448"/>
          </a:xfrm>
          <a:prstGeom prst="rect">
            <a:avLst/>
          </a:prstGeom>
        </p:spPr>
      </p:pic>
      <p:sp>
        <p:nvSpPr>
          <p:cNvPr id="3" name="object 3"/>
          <p:cNvSpPr txBox="1">
            <a:spLocks noGrp="1"/>
          </p:cNvSpPr>
          <p:nvPr>
            <p:ph type="title"/>
          </p:nvPr>
        </p:nvSpPr>
        <p:spPr>
          <a:xfrm>
            <a:off x="1143000" y="933181"/>
            <a:ext cx="6687820" cy="504625"/>
          </a:xfrm>
          <a:prstGeom prst="rect">
            <a:avLst/>
          </a:prstGeom>
        </p:spPr>
        <p:txBody>
          <a:bodyPr vert="horz" wrap="square" lIns="0" tIns="12065" rIns="0" bIns="0" rtlCol="0">
            <a:spAutoFit/>
          </a:bodyPr>
          <a:lstStyle/>
          <a:p>
            <a:pPr marL="12700">
              <a:lnSpc>
                <a:spcPct val="100000"/>
              </a:lnSpc>
              <a:spcBef>
                <a:spcPts val="95"/>
              </a:spcBef>
            </a:pPr>
            <a:r>
              <a:rPr spc="-10" dirty="0"/>
              <a:t>Advantage</a:t>
            </a:r>
            <a:r>
              <a:rPr spc="-5" dirty="0"/>
              <a:t>s</a:t>
            </a:r>
            <a:r>
              <a:rPr spc="15" dirty="0"/>
              <a:t> </a:t>
            </a:r>
            <a:r>
              <a:rPr spc="-5" dirty="0" smtClean="0"/>
              <a:t>of</a:t>
            </a:r>
            <a:r>
              <a:rPr lang="en-IN" spc="-5" dirty="0" smtClean="0"/>
              <a:t> </a:t>
            </a:r>
            <a:r>
              <a:rPr spc="-280" dirty="0" smtClean="0"/>
              <a:t> </a:t>
            </a:r>
            <a:r>
              <a:rPr spc="-5" dirty="0"/>
              <a:t>Vir</a:t>
            </a:r>
            <a:r>
              <a:rPr spc="-20" dirty="0"/>
              <a:t>t</a:t>
            </a:r>
            <a:r>
              <a:rPr spc="-5" dirty="0"/>
              <a:t>ual</a:t>
            </a:r>
            <a:r>
              <a:rPr spc="25" dirty="0"/>
              <a:t> </a:t>
            </a:r>
            <a:r>
              <a:rPr spc="-10" dirty="0"/>
              <a:t>Memory</a:t>
            </a:r>
          </a:p>
        </p:txBody>
      </p:sp>
      <p:sp>
        <p:nvSpPr>
          <p:cNvPr id="4" name="object 4"/>
          <p:cNvSpPr txBox="1"/>
          <p:nvPr/>
        </p:nvSpPr>
        <p:spPr>
          <a:xfrm>
            <a:off x="1143000" y="1739849"/>
            <a:ext cx="10591800" cy="3991477"/>
          </a:xfrm>
          <a:prstGeom prst="rect">
            <a:avLst/>
          </a:prstGeom>
        </p:spPr>
        <p:txBody>
          <a:bodyPr vert="horz" wrap="square" lIns="0" tIns="13335" rIns="0" bIns="0" rtlCol="0">
            <a:spAutoFit/>
          </a:bodyPr>
          <a:lstStyle/>
          <a:p>
            <a:pPr marL="241300" indent="-229235">
              <a:lnSpc>
                <a:spcPts val="2655"/>
              </a:lnSpc>
              <a:spcBef>
                <a:spcPts val="105"/>
              </a:spcBef>
              <a:buSzPct val="78846"/>
              <a:buChar char="•"/>
              <a:tabLst>
                <a:tab pos="241300" algn="l"/>
                <a:tab pos="241935" algn="l"/>
              </a:tabLst>
            </a:pPr>
            <a:r>
              <a:rPr sz="2600" dirty="0">
                <a:solidFill>
                  <a:srgbClr val="002060"/>
                </a:solidFill>
                <a:latin typeface="Times New Roman" panose="02020603050405020304" pitchFamily="18" charset="0"/>
                <a:cs typeface="Times New Roman" panose="02020603050405020304" pitchFamily="18" charset="0"/>
              </a:rPr>
              <a:t>More</a:t>
            </a:r>
            <a:r>
              <a:rPr sz="2600" spc="19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processes</a:t>
            </a:r>
            <a:r>
              <a:rPr sz="2600" spc="20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may</a:t>
            </a:r>
            <a:r>
              <a:rPr sz="2600" spc="204"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be</a:t>
            </a:r>
            <a:r>
              <a:rPr sz="2600" spc="19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maintained</a:t>
            </a:r>
            <a:r>
              <a:rPr sz="2600" spc="20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a:t>
            </a:r>
            <a:r>
              <a:rPr sz="2600" spc="20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a:t>
            </a:r>
            <a:r>
              <a:rPr sz="2600" spc="20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main</a:t>
            </a:r>
            <a:r>
              <a:rPr sz="2600" spc="19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memory:</a:t>
            </a:r>
            <a:r>
              <a:rPr sz="2600" spc="19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Because</a:t>
            </a:r>
          </a:p>
          <a:p>
            <a:pPr marL="241300">
              <a:lnSpc>
                <a:spcPts val="2185"/>
              </a:lnSpc>
              <a:tabLst>
                <a:tab pos="838835" algn="l"/>
                <a:tab pos="1490980" algn="l"/>
                <a:tab pos="2475230" algn="l"/>
                <a:tab pos="2925445" algn="l"/>
                <a:tab pos="3726815" algn="l"/>
                <a:tab pos="4508500" algn="l"/>
                <a:tab pos="5492115" algn="l"/>
                <a:tab pos="5941695" algn="l"/>
                <a:tab pos="6577330" algn="l"/>
                <a:tab pos="7654925" algn="l"/>
                <a:tab pos="8104505" algn="l"/>
                <a:tab pos="8813165" algn="l"/>
              </a:tabLst>
            </a:pPr>
            <a:r>
              <a:rPr sz="2600" dirty="0">
                <a:solidFill>
                  <a:srgbClr val="002060"/>
                </a:solidFill>
                <a:latin typeface="Times New Roman" panose="02020603050405020304" pitchFamily="18" charset="0"/>
                <a:cs typeface="Times New Roman" panose="02020603050405020304" pitchFamily="18" charset="0"/>
              </a:rPr>
              <a:t>we	are	going	</a:t>
            </a:r>
            <a:r>
              <a:rPr sz="2600" spc="-5" dirty="0">
                <a:solidFill>
                  <a:srgbClr val="002060"/>
                </a:solidFill>
                <a:latin typeface="Times New Roman" panose="02020603050405020304" pitchFamily="18" charset="0"/>
                <a:cs typeface="Times New Roman" panose="02020603050405020304" pitchFamily="18" charset="0"/>
              </a:rPr>
              <a:t>to	</a:t>
            </a:r>
            <a:r>
              <a:rPr sz="2600" dirty="0">
                <a:solidFill>
                  <a:srgbClr val="002060"/>
                </a:solidFill>
                <a:latin typeface="Times New Roman" panose="02020603050405020304" pitchFamily="18" charset="0"/>
                <a:cs typeface="Times New Roman" panose="02020603050405020304" pitchFamily="18" charset="0"/>
              </a:rPr>
              <a:t>load	only	some	of	</a:t>
            </a:r>
            <a:r>
              <a:rPr sz="2600" spc="5" dirty="0">
                <a:solidFill>
                  <a:srgbClr val="002060"/>
                </a:solidFill>
                <a:latin typeface="Times New Roman" panose="02020603050405020304" pitchFamily="18" charset="0"/>
                <a:cs typeface="Times New Roman" panose="02020603050405020304" pitchFamily="18" charset="0"/>
              </a:rPr>
              <a:t>the	</a:t>
            </a:r>
            <a:r>
              <a:rPr sz="2600" dirty="0">
                <a:solidFill>
                  <a:srgbClr val="002060"/>
                </a:solidFill>
                <a:latin typeface="Times New Roman" panose="02020603050405020304" pitchFamily="18" charset="0"/>
                <a:cs typeface="Times New Roman" panose="02020603050405020304" pitchFamily="18" charset="0"/>
              </a:rPr>
              <a:t>pages	of	any	particular</a:t>
            </a:r>
          </a:p>
          <a:p>
            <a:pPr marL="241300">
              <a:lnSpc>
                <a:spcPts val="2185"/>
              </a:lnSpc>
              <a:tabLst>
                <a:tab pos="1666239" algn="l"/>
                <a:tab pos="2597785" algn="l"/>
                <a:tab pos="3012440" algn="l"/>
                <a:tab pos="3940175" algn="l"/>
                <a:tab pos="4500880" algn="l"/>
                <a:tab pos="5429250" algn="l"/>
                <a:tab pos="7204709" algn="l"/>
                <a:tab pos="8005445" algn="l"/>
                <a:tab pos="8971915" algn="l"/>
                <a:tab pos="9422765" algn="l"/>
              </a:tabLst>
            </a:pPr>
            <a:r>
              <a:rPr sz="2600" dirty="0">
                <a:solidFill>
                  <a:srgbClr val="002060"/>
                </a:solidFill>
                <a:latin typeface="Times New Roman" panose="02020603050405020304" pitchFamily="18" charset="0"/>
                <a:cs typeface="Times New Roman" panose="02020603050405020304" pitchFamily="18" charset="0"/>
              </a:rPr>
              <a:t>process,	there	</a:t>
            </a:r>
            <a:r>
              <a:rPr sz="2600" spc="-5" dirty="0">
                <a:solidFill>
                  <a:srgbClr val="002060"/>
                </a:solidFill>
                <a:latin typeface="Times New Roman" panose="02020603050405020304" pitchFamily="18" charset="0"/>
                <a:cs typeface="Times New Roman" panose="02020603050405020304" pitchFamily="18" charset="0"/>
              </a:rPr>
              <a:t>is	room	</a:t>
            </a:r>
            <a:r>
              <a:rPr sz="2600" dirty="0">
                <a:solidFill>
                  <a:srgbClr val="002060"/>
                </a:solidFill>
                <a:latin typeface="Times New Roman" panose="02020603050405020304" pitchFamily="18" charset="0"/>
                <a:cs typeface="Times New Roman" panose="02020603050405020304" pitchFamily="18" charset="0"/>
              </a:rPr>
              <a:t>for	</a:t>
            </a:r>
            <a:r>
              <a:rPr sz="2600" spc="-5" dirty="0">
                <a:solidFill>
                  <a:srgbClr val="002060"/>
                </a:solidFill>
                <a:latin typeface="Times New Roman" panose="02020603050405020304" pitchFamily="18" charset="0"/>
                <a:cs typeface="Times New Roman" panose="02020603050405020304" pitchFamily="18" charset="0"/>
              </a:rPr>
              <a:t>more	</a:t>
            </a:r>
            <a:r>
              <a:rPr sz="2600" dirty="0">
                <a:solidFill>
                  <a:srgbClr val="002060"/>
                </a:solidFill>
                <a:latin typeface="Times New Roman" panose="02020603050405020304" pitchFamily="18" charset="0"/>
                <a:cs typeface="Times New Roman" panose="02020603050405020304" pitchFamily="18" charset="0"/>
              </a:rPr>
              <a:t>processes.	This	leads	</a:t>
            </a:r>
            <a:r>
              <a:rPr sz="2600" spc="-5" dirty="0">
                <a:solidFill>
                  <a:srgbClr val="002060"/>
                </a:solidFill>
                <a:latin typeface="Times New Roman" panose="02020603050405020304" pitchFamily="18" charset="0"/>
                <a:cs typeface="Times New Roman" panose="02020603050405020304" pitchFamily="18" charset="0"/>
              </a:rPr>
              <a:t>to	more</a:t>
            </a:r>
            <a:endParaRPr sz="2600" dirty="0">
              <a:solidFill>
                <a:srgbClr val="002060"/>
              </a:solidFill>
              <a:latin typeface="Times New Roman" panose="02020603050405020304" pitchFamily="18" charset="0"/>
              <a:cs typeface="Times New Roman" panose="02020603050405020304" pitchFamily="18" charset="0"/>
            </a:endParaRPr>
          </a:p>
          <a:p>
            <a:pPr marL="241300">
              <a:lnSpc>
                <a:spcPts val="2185"/>
              </a:lnSpc>
            </a:pPr>
            <a:r>
              <a:rPr sz="2600" spc="-5" dirty="0">
                <a:solidFill>
                  <a:srgbClr val="002060"/>
                </a:solidFill>
                <a:latin typeface="Times New Roman" panose="02020603050405020304" pitchFamily="18" charset="0"/>
                <a:cs typeface="Times New Roman" panose="02020603050405020304" pitchFamily="18" charset="0"/>
              </a:rPr>
              <a:t>efficient</a:t>
            </a:r>
            <a:r>
              <a:rPr sz="2600" spc="18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utilization</a:t>
            </a:r>
            <a:r>
              <a:rPr sz="2600" spc="19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of</a:t>
            </a:r>
            <a:r>
              <a:rPr sz="2600" spc="17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a:t>
            </a:r>
            <a:r>
              <a:rPr sz="2600" spc="18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processor</a:t>
            </a:r>
            <a:r>
              <a:rPr sz="2600" spc="18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because</a:t>
            </a:r>
            <a:r>
              <a:rPr sz="2600" spc="19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it</a:t>
            </a:r>
            <a:r>
              <a:rPr sz="2600" spc="17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spc="19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more</a:t>
            </a:r>
            <a:r>
              <a:rPr sz="2600" spc="18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likely</a:t>
            </a:r>
            <a:r>
              <a:rPr sz="2600" spc="18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that</a:t>
            </a:r>
            <a:r>
              <a:rPr sz="2600" spc="18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at</a:t>
            </a:r>
          </a:p>
          <a:p>
            <a:pPr marL="241300" marR="10160">
              <a:lnSpc>
                <a:spcPct val="70000"/>
              </a:lnSpc>
              <a:spcBef>
                <a:spcPts val="470"/>
              </a:spcBef>
            </a:pPr>
            <a:r>
              <a:rPr sz="2600" dirty="0">
                <a:solidFill>
                  <a:srgbClr val="002060"/>
                </a:solidFill>
                <a:latin typeface="Times New Roman" panose="02020603050405020304" pitchFamily="18" charset="0"/>
                <a:cs typeface="Times New Roman" panose="02020603050405020304" pitchFamily="18" charset="0"/>
              </a:rPr>
              <a:t>least</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one</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of</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a:t>
            </a:r>
            <a:r>
              <a:rPr sz="2600" spc="3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more</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numerous</a:t>
            </a:r>
            <a:r>
              <a:rPr sz="2600" spc="2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processes</a:t>
            </a:r>
            <a:r>
              <a:rPr sz="2600" spc="2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will</a:t>
            </a:r>
            <a:r>
              <a:rPr sz="2600" spc="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be </a:t>
            </a:r>
            <a:r>
              <a:rPr sz="2600" spc="-5" dirty="0">
                <a:solidFill>
                  <a:srgbClr val="002060"/>
                </a:solidFill>
                <a:latin typeface="Times New Roman" panose="02020603050405020304" pitchFamily="18" charset="0"/>
                <a:cs typeface="Times New Roman" panose="02020603050405020304" pitchFamily="18" charset="0"/>
              </a:rPr>
              <a:t>in</a:t>
            </a:r>
            <a:r>
              <a:rPr sz="2600" spc="1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a:t>
            </a:r>
            <a:r>
              <a:rPr sz="2600" spc="2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ready</a:t>
            </a:r>
            <a:r>
              <a:rPr sz="2600" spc="1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state </a:t>
            </a:r>
            <a:r>
              <a:rPr sz="2600" spc="-70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at any</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particular</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time.</a:t>
            </a:r>
          </a:p>
          <a:p>
            <a:pPr marL="241300" indent="-229235">
              <a:lnSpc>
                <a:spcPts val="2650"/>
              </a:lnSpc>
              <a:spcBef>
                <a:spcPts val="865"/>
              </a:spcBef>
              <a:buSzPct val="78846"/>
              <a:buChar char="•"/>
              <a:tabLst>
                <a:tab pos="241300" algn="l"/>
                <a:tab pos="241935" algn="l"/>
              </a:tabLst>
            </a:pPr>
            <a:r>
              <a:rPr sz="2600" dirty="0">
                <a:solidFill>
                  <a:srgbClr val="002060"/>
                </a:solidFill>
                <a:latin typeface="Times New Roman" panose="02020603050405020304" pitchFamily="18" charset="0"/>
                <a:cs typeface="Times New Roman" panose="02020603050405020304" pitchFamily="18" charset="0"/>
              </a:rPr>
              <a:t>A</a:t>
            </a:r>
            <a:r>
              <a:rPr sz="2600" spc="-1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process</a:t>
            </a:r>
            <a:r>
              <a:rPr sz="2600" spc="12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may</a:t>
            </a:r>
            <a:r>
              <a:rPr sz="2600" spc="13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be</a:t>
            </a:r>
            <a:r>
              <a:rPr sz="2600" spc="13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larger</a:t>
            </a:r>
            <a:r>
              <a:rPr sz="2600" spc="13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than</a:t>
            </a:r>
            <a:r>
              <a:rPr sz="2600" spc="12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all</a:t>
            </a:r>
            <a:r>
              <a:rPr sz="2600" spc="13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of</a:t>
            </a:r>
            <a:r>
              <a:rPr sz="2600" spc="12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main</a:t>
            </a:r>
            <a:r>
              <a:rPr sz="2600" spc="13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memory:</a:t>
            </a:r>
            <a:r>
              <a:rPr sz="2600" spc="12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One</a:t>
            </a:r>
            <a:r>
              <a:rPr sz="2600" spc="14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of</a:t>
            </a:r>
            <a:r>
              <a:rPr sz="2600" spc="12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the</a:t>
            </a:r>
            <a:r>
              <a:rPr sz="2600" spc="13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most</a:t>
            </a:r>
          </a:p>
          <a:p>
            <a:pPr marL="241300">
              <a:lnSpc>
                <a:spcPts val="2185"/>
              </a:lnSpc>
            </a:pPr>
            <a:r>
              <a:rPr sz="2600" dirty="0">
                <a:solidFill>
                  <a:srgbClr val="002060"/>
                </a:solidFill>
                <a:latin typeface="Times New Roman" panose="02020603050405020304" pitchFamily="18" charset="0"/>
                <a:cs typeface="Times New Roman" panose="02020603050405020304" pitchFamily="18" charset="0"/>
              </a:rPr>
              <a:t>fundamental</a:t>
            </a:r>
            <a:r>
              <a:rPr sz="2600" spc="33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restrictions</a:t>
            </a:r>
            <a:r>
              <a:rPr sz="2600" spc="33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a:t>
            </a:r>
            <a:r>
              <a:rPr sz="2600" spc="33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programming</a:t>
            </a:r>
            <a:r>
              <a:rPr sz="2600" spc="33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is</a:t>
            </a:r>
            <a:r>
              <a:rPr sz="2600" spc="33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lifted.</a:t>
            </a:r>
            <a:r>
              <a:rPr sz="2600" spc="33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a:t>
            </a:r>
            <a:r>
              <a:rPr sz="2600" spc="19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process</a:t>
            </a:r>
            <a:r>
              <a:rPr sz="2600" spc="33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larger</a:t>
            </a:r>
          </a:p>
          <a:p>
            <a:pPr marL="241300">
              <a:lnSpc>
                <a:spcPts val="2185"/>
              </a:lnSpc>
              <a:tabLst>
                <a:tab pos="1102360" algn="l"/>
                <a:tab pos="1780539" algn="l"/>
                <a:tab pos="2713355" algn="l"/>
                <a:tab pos="4123054" algn="l"/>
                <a:tab pos="4872990" algn="l"/>
                <a:tab pos="5458460" algn="l"/>
                <a:tab pos="7017384" algn="l"/>
                <a:tab pos="8486775" algn="l"/>
                <a:tab pos="8979535" algn="l"/>
              </a:tabLst>
            </a:pPr>
            <a:r>
              <a:rPr sz="2600" dirty="0">
                <a:solidFill>
                  <a:srgbClr val="002060"/>
                </a:solidFill>
                <a:latin typeface="Times New Roman" panose="02020603050405020304" pitchFamily="18" charset="0"/>
                <a:cs typeface="Times New Roman" panose="02020603050405020304" pitchFamily="18" charset="0"/>
              </a:rPr>
              <a:t>than	the	main	memo</a:t>
            </a:r>
            <a:r>
              <a:rPr sz="2600" spc="-15" dirty="0">
                <a:solidFill>
                  <a:srgbClr val="002060"/>
                </a:solidFill>
                <a:latin typeface="Times New Roman" panose="02020603050405020304" pitchFamily="18" charset="0"/>
                <a:cs typeface="Times New Roman" panose="02020603050405020304" pitchFamily="18" charset="0"/>
              </a:rPr>
              <a:t>r</a:t>
            </a:r>
            <a:r>
              <a:rPr sz="2600" dirty="0">
                <a:solidFill>
                  <a:srgbClr val="002060"/>
                </a:solidFill>
                <a:latin typeface="Times New Roman" panose="02020603050405020304" pitchFamily="18" charset="0"/>
                <a:cs typeface="Times New Roman" panose="02020603050405020304" pitchFamily="18" charset="0"/>
              </a:rPr>
              <a:t>y	c</a:t>
            </a:r>
            <a:r>
              <a:rPr sz="2600" spc="5" dirty="0">
                <a:solidFill>
                  <a:srgbClr val="002060"/>
                </a:solidFill>
                <a:latin typeface="Times New Roman" panose="02020603050405020304" pitchFamily="18" charset="0"/>
                <a:cs typeface="Times New Roman" panose="02020603050405020304" pitchFamily="18" charset="0"/>
              </a:rPr>
              <a:t>a</a:t>
            </a:r>
            <a:r>
              <a:rPr sz="2600" dirty="0">
                <a:solidFill>
                  <a:srgbClr val="002060"/>
                </a:solidFill>
                <a:latin typeface="Times New Roman" panose="02020603050405020304" pitchFamily="18" charset="0"/>
                <a:cs typeface="Times New Roman" panose="02020603050405020304" pitchFamily="18" charset="0"/>
              </a:rPr>
              <a:t>n	</a:t>
            </a:r>
            <a:r>
              <a:rPr sz="2600" spc="5" dirty="0">
                <a:solidFill>
                  <a:srgbClr val="002060"/>
                </a:solidFill>
                <a:latin typeface="Times New Roman" panose="02020603050405020304" pitchFamily="18" charset="0"/>
                <a:cs typeface="Times New Roman" panose="02020603050405020304" pitchFamily="18" charset="0"/>
              </a:rPr>
              <a:t>b</a:t>
            </a:r>
            <a:r>
              <a:rPr sz="2600" dirty="0">
                <a:solidFill>
                  <a:srgbClr val="002060"/>
                </a:solidFill>
                <a:latin typeface="Times New Roman" panose="02020603050405020304" pitchFamily="18" charset="0"/>
                <a:cs typeface="Times New Roman" panose="02020603050405020304" pitchFamily="18" charset="0"/>
              </a:rPr>
              <a:t>e	e</a:t>
            </a:r>
            <a:r>
              <a:rPr sz="2600" spc="5" dirty="0">
                <a:solidFill>
                  <a:srgbClr val="002060"/>
                </a:solidFill>
                <a:latin typeface="Times New Roman" panose="02020603050405020304" pitchFamily="18" charset="0"/>
                <a:cs typeface="Times New Roman" panose="02020603050405020304" pitchFamily="18" charset="0"/>
              </a:rPr>
              <a:t>x</a:t>
            </a:r>
            <a:r>
              <a:rPr sz="2600" spc="-10" dirty="0">
                <a:solidFill>
                  <a:srgbClr val="002060"/>
                </a:solidFill>
                <a:latin typeface="Times New Roman" panose="02020603050405020304" pitchFamily="18" charset="0"/>
                <a:cs typeface="Times New Roman" panose="02020603050405020304" pitchFamily="18" charset="0"/>
              </a:rPr>
              <a:t>e</a:t>
            </a:r>
            <a:r>
              <a:rPr sz="2600" dirty="0">
                <a:solidFill>
                  <a:srgbClr val="002060"/>
                </a:solidFill>
                <a:latin typeface="Times New Roman" panose="02020603050405020304" pitchFamily="18" charset="0"/>
                <a:cs typeface="Times New Roman" panose="02020603050405020304" pitchFamily="18" charset="0"/>
              </a:rPr>
              <a:t>cuted	b</a:t>
            </a:r>
            <a:r>
              <a:rPr sz="2600" spc="5" dirty="0">
                <a:solidFill>
                  <a:srgbClr val="002060"/>
                </a:solidFill>
                <a:latin typeface="Times New Roman" panose="02020603050405020304" pitchFamily="18" charset="0"/>
                <a:cs typeface="Times New Roman" panose="02020603050405020304" pitchFamily="18" charset="0"/>
              </a:rPr>
              <a:t>e</a:t>
            </a:r>
            <a:r>
              <a:rPr sz="2600" dirty="0">
                <a:solidFill>
                  <a:srgbClr val="002060"/>
                </a:solidFill>
                <a:latin typeface="Times New Roman" panose="02020603050405020304" pitchFamily="18" charset="0"/>
                <a:cs typeface="Times New Roman" panose="02020603050405020304" pitchFamily="18" charset="0"/>
              </a:rPr>
              <a:t>cau</a:t>
            </a:r>
            <a:r>
              <a:rPr sz="2600" spc="5" dirty="0">
                <a:solidFill>
                  <a:srgbClr val="002060"/>
                </a:solidFill>
                <a:latin typeface="Times New Roman" panose="02020603050405020304" pitchFamily="18" charset="0"/>
                <a:cs typeface="Times New Roman" panose="02020603050405020304" pitchFamily="18" charset="0"/>
              </a:rPr>
              <a:t>s</a:t>
            </a:r>
            <a:r>
              <a:rPr sz="2600" dirty="0">
                <a:solidFill>
                  <a:srgbClr val="002060"/>
                </a:solidFill>
                <a:latin typeface="Times New Roman" panose="02020603050405020304" pitchFamily="18" charset="0"/>
                <a:cs typeface="Times New Roman" panose="02020603050405020304" pitchFamily="18" charset="0"/>
              </a:rPr>
              <a:t>e	of	d</a:t>
            </a:r>
            <a:r>
              <a:rPr sz="2600" spc="5" dirty="0">
                <a:solidFill>
                  <a:srgbClr val="002060"/>
                </a:solidFill>
                <a:latin typeface="Times New Roman" panose="02020603050405020304" pitchFamily="18" charset="0"/>
                <a:cs typeface="Times New Roman" panose="02020603050405020304" pitchFamily="18" charset="0"/>
              </a:rPr>
              <a:t>e</a:t>
            </a:r>
            <a:r>
              <a:rPr sz="2600" dirty="0">
                <a:solidFill>
                  <a:srgbClr val="002060"/>
                </a:solidFill>
                <a:latin typeface="Times New Roman" panose="02020603050405020304" pitchFamily="18" charset="0"/>
                <a:cs typeface="Times New Roman" panose="02020603050405020304" pitchFamily="18" charset="0"/>
              </a:rPr>
              <a:t>mand</a:t>
            </a:r>
          </a:p>
          <a:p>
            <a:pPr marL="241300" marR="7620">
              <a:lnSpc>
                <a:spcPct val="70000"/>
              </a:lnSpc>
              <a:spcBef>
                <a:spcPts val="465"/>
              </a:spcBef>
            </a:pPr>
            <a:r>
              <a:rPr sz="2600" dirty="0">
                <a:solidFill>
                  <a:srgbClr val="002060"/>
                </a:solidFill>
                <a:latin typeface="Times New Roman" panose="02020603050405020304" pitchFamily="18" charset="0"/>
                <a:cs typeface="Times New Roman" panose="02020603050405020304" pitchFamily="18" charset="0"/>
              </a:rPr>
              <a:t>paging.</a:t>
            </a:r>
            <a:r>
              <a:rPr sz="2600" spc="11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The</a:t>
            </a:r>
            <a:r>
              <a:rPr sz="2600" spc="12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OS</a:t>
            </a:r>
            <a:r>
              <a:rPr sz="2600" spc="12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itself</a:t>
            </a:r>
            <a:r>
              <a:rPr sz="2600" spc="114"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loads</a:t>
            </a:r>
            <a:r>
              <a:rPr sz="2600" spc="13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pages</a:t>
            </a:r>
            <a:r>
              <a:rPr sz="2600" spc="12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of</a:t>
            </a:r>
            <a:r>
              <a:rPr sz="2600" spc="1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a:t>
            </a:r>
            <a:r>
              <a:rPr sz="2600" spc="13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process</a:t>
            </a:r>
            <a:r>
              <a:rPr sz="2600" spc="120"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in</a:t>
            </a:r>
            <a:r>
              <a:rPr sz="2600" spc="12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main</a:t>
            </a:r>
            <a:r>
              <a:rPr sz="2600" spc="125" dirty="0">
                <a:solidFill>
                  <a:srgbClr val="002060"/>
                </a:solidFill>
                <a:latin typeface="Times New Roman" panose="02020603050405020304" pitchFamily="18" charset="0"/>
                <a:cs typeface="Times New Roman" panose="02020603050405020304" pitchFamily="18" charset="0"/>
              </a:rPr>
              <a:t> </a:t>
            </a:r>
            <a:r>
              <a:rPr sz="2600" spc="-5" dirty="0">
                <a:solidFill>
                  <a:srgbClr val="002060"/>
                </a:solidFill>
                <a:latin typeface="Times New Roman" panose="02020603050405020304" pitchFamily="18" charset="0"/>
                <a:cs typeface="Times New Roman" panose="02020603050405020304" pitchFamily="18" charset="0"/>
              </a:rPr>
              <a:t>memory</a:t>
            </a:r>
            <a:r>
              <a:rPr sz="2600" spc="12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as </a:t>
            </a:r>
            <a:r>
              <a:rPr sz="2600" spc="-70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required.</a:t>
            </a:r>
          </a:p>
          <a:p>
            <a:pPr marL="241300" marR="9525" indent="-229235">
              <a:lnSpc>
                <a:spcPct val="70000"/>
              </a:lnSpc>
              <a:spcBef>
                <a:spcPts val="1805"/>
              </a:spcBef>
              <a:buSzPct val="78846"/>
              <a:buChar char="•"/>
              <a:tabLst>
                <a:tab pos="241300" algn="l"/>
                <a:tab pos="241935" algn="l"/>
                <a:tab pos="626745" algn="l"/>
                <a:tab pos="1750060" algn="l"/>
                <a:tab pos="3001645" algn="l"/>
                <a:tab pos="5848350" algn="l"/>
                <a:tab pos="6895465" algn="l"/>
                <a:tab pos="7449184" algn="l"/>
                <a:tab pos="8442960" algn="l"/>
                <a:tab pos="9232265" algn="l"/>
                <a:tab pos="9712325" algn="l"/>
              </a:tabLst>
            </a:pPr>
            <a:r>
              <a:rPr sz="2600" spc="-5" dirty="0">
                <a:solidFill>
                  <a:srgbClr val="002060"/>
                </a:solidFill>
                <a:latin typeface="Times New Roman" panose="02020603050405020304" pitchFamily="18" charset="0"/>
                <a:cs typeface="Times New Roman" panose="02020603050405020304" pitchFamily="18" charset="0"/>
              </a:rPr>
              <a:t>I</a:t>
            </a:r>
            <a:r>
              <a:rPr sz="2600" dirty="0">
                <a:solidFill>
                  <a:srgbClr val="002060"/>
                </a:solidFill>
                <a:latin typeface="Times New Roman" panose="02020603050405020304" pitchFamily="18" charset="0"/>
                <a:cs typeface="Times New Roman" panose="02020603050405020304" pitchFamily="18" charset="0"/>
              </a:rPr>
              <a:t>t	allo</a:t>
            </a:r>
            <a:r>
              <a:rPr sz="2600" spc="5" dirty="0">
                <a:solidFill>
                  <a:srgbClr val="002060"/>
                </a:solidFill>
                <a:latin typeface="Times New Roman" panose="02020603050405020304" pitchFamily="18" charset="0"/>
                <a:cs typeface="Times New Roman" panose="02020603050405020304" pitchFamily="18" charset="0"/>
              </a:rPr>
              <a:t>w</a:t>
            </a:r>
            <a:r>
              <a:rPr sz="2600" dirty="0">
                <a:solidFill>
                  <a:srgbClr val="002060"/>
                </a:solidFill>
                <a:latin typeface="Times New Roman" panose="02020603050405020304" pitchFamily="18" charset="0"/>
                <a:cs typeface="Times New Roman" panose="02020603050405020304" pitchFamily="18" charset="0"/>
              </a:rPr>
              <a:t>s	gre</a:t>
            </a:r>
            <a:r>
              <a:rPr sz="2600" spc="5" dirty="0">
                <a:solidFill>
                  <a:srgbClr val="002060"/>
                </a:solidFill>
                <a:latin typeface="Times New Roman" panose="02020603050405020304" pitchFamily="18" charset="0"/>
                <a:cs typeface="Times New Roman" panose="02020603050405020304" pitchFamily="18" charset="0"/>
              </a:rPr>
              <a:t>a</a:t>
            </a:r>
            <a:r>
              <a:rPr sz="2600" dirty="0">
                <a:solidFill>
                  <a:srgbClr val="002060"/>
                </a:solidFill>
                <a:latin typeface="Times New Roman" panose="02020603050405020304" pitchFamily="18" charset="0"/>
                <a:cs typeface="Times New Roman" panose="02020603050405020304" pitchFamily="18" charset="0"/>
              </a:rPr>
              <a:t>ter	</a:t>
            </a:r>
            <a:r>
              <a:rPr sz="2600" spc="-15" dirty="0">
                <a:solidFill>
                  <a:srgbClr val="002060"/>
                </a:solidFill>
                <a:latin typeface="Times New Roman" panose="02020603050405020304" pitchFamily="18" charset="0"/>
                <a:cs typeface="Times New Roman" panose="02020603050405020304" pitchFamily="18" charset="0"/>
              </a:rPr>
              <a:t>m</a:t>
            </a:r>
            <a:r>
              <a:rPr sz="2600" dirty="0">
                <a:solidFill>
                  <a:srgbClr val="002060"/>
                </a:solidFill>
                <a:latin typeface="Times New Roman" panose="02020603050405020304" pitchFamily="18" charset="0"/>
                <a:cs typeface="Times New Roman" panose="02020603050405020304" pitchFamily="18" charset="0"/>
              </a:rPr>
              <a:t>ultiprogra</a:t>
            </a:r>
            <a:r>
              <a:rPr sz="2600" spc="-20" dirty="0">
                <a:solidFill>
                  <a:srgbClr val="002060"/>
                </a:solidFill>
                <a:latin typeface="Times New Roman" panose="02020603050405020304" pitchFamily="18" charset="0"/>
                <a:cs typeface="Times New Roman" panose="02020603050405020304" pitchFamily="18" charset="0"/>
              </a:rPr>
              <a:t>m</a:t>
            </a:r>
            <a:r>
              <a:rPr sz="2600" dirty="0">
                <a:solidFill>
                  <a:srgbClr val="002060"/>
                </a:solidFill>
                <a:latin typeface="Times New Roman" panose="02020603050405020304" pitchFamily="18" charset="0"/>
                <a:cs typeface="Times New Roman" panose="02020603050405020304" pitchFamily="18" charset="0"/>
              </a:rPr>
              <a:t>ming	l</a:t>
            </a:r>
            <a:r>
              <a:rPr sz="2600" spc="-15" dirty="0">
                <a:solidFill>
                  <a:srgbClr val="002060"/>
                </a:solidFill>
                <a:latin typeface="Times New Roman" panose="02020603050405020304" pitchFamily="18" charset="0"/>
                <a:cs typeface="Times New Roman" panose="02020603050405020304" pitchFamily="18" charset="0"/>
              </a:rPr>
              <a:t>e</a:t>
            </a:r>
            <a:r>
              <a:rPr sz="2600" dirty="0">
                <a:solidFill>
                  <a:srgbClr val="002060"/>
                </a:solidFill>
                <a:latin typeface="Times New Roman" panose="02020603050405020304" pitchFamily="18" charset="0"/>
                <a:cs typeface="Times New Roman" panose="02020603050405020304" pitchFamily="18" charset="0"/>
              </a:rPr>
              <a:t>v</a:t>
            </a:r>
            <a:r>
              <a:rPr sz="2600" spc="5" dirty="0">
                <a:solidFill>
                  <a:srgbClr val="002060"/>
                </a:solidFill>
                <a:latin typeface="Times New Roman" panose="02020603050405020304" pitchFamily="18" charset="0"/>
                <a:cs typeface="Times New Roman" panose="02020603050405020304" pitchFamily="18" charset="0"/>
              </a:rPr>
              <a:t>e</a:t>
            </a:r>
            <a:r>
              <a:rPr sz="2600" spc="-15" dirty="0">
                <a:solidFill>
                  <a:srgbClr val="002060"/>
                </a:solidFill>
                <a:latin typeface="Times New Roman" panose="02020603050405020304" pitchFamily="18" charset="0"/>
                <a:cs typeface="Times New Roman" panose="02020603050405020304" pitchFamily="18" charset="0"/>
              </a:rPr>
              <a:t>l</a:t>
            </a:r>
            <a:r>
              <a:rPr sz="2600" dirty="0">
                <a:solidFill>
                  <a:srgbClr val="002060"/>
                </a:solidFill>
                <a:latin typeface="Times New Roman" panose="02020603050405020304" pitchFamily="18" charset="0"/>
                <a:cs typeface="Times New Roman" panose="02020603050405020304" pitchFamily="18" charset="0"/>
              </a:rPr>
              <a:t>s	by	</a:t>
            </a:r>
            <a:r>
              <a:rPr sz="2600" spc="-10" dirty="0">
                <a:solidFill>
                  <a:srgbClr val="002060"/>
                </a:solidFill>
                <a:latin typeface="Times New Roman" panose="02020603050405020304" pitchFamily="18" charset="0"/>
                <a:cs typeface="Times New Roman" panose="02020603050405020304" pitchFamily="18" charset="0"/>
              </a:rPr>
              <a:t>u</a:t>
            </a:r>
            <a:r>
              <a:rPr sz="2600" dirty="0">
                <a:solidFill>
                  <a:srgbClr val="002060"/>
                </a:solidFill>
                <a:latin typeface="Times New Roman" panose="02020603050405020304" pitchFamily="18" charset="0"/>
                <a:cs typeface="Times New Roman" panose="02020603050405020304" pitchFamily="18" charset="0"/>
              </a:rPr>
              <a:t>si</a:t>
            </a:r>
            <a:r>
              <a:rPr sz="2600" spc="5" dirty="0">
                <a:solidFill>
                  <a:srgbClr val="002060"/>
                </a:solidFill>
                <a:latin typeface="Times New Roman" panose="02020603050405020304" pitchFamily="18" charset="0"/>
                <a:cs typeface="Times New Roman" panose="02020603050405020304" pitchFamily="18" charset="0"/>
              </a:rPr>
              <a:t>n</a:t>
            </a:r>
            <a:r>
              <a:rPr sz="2600" dirty="0">
                <a:solidFill>
                  <a:srgbClr val="002060"/>
                </a:solidFill>
                <a:latin typeface="Times New Roman" panose="02020603050405020304" pitchFamily="18" charset="0"/>
                <a:cs typeface="Times New Roman" panose="02020603050405020304" pitchFamily="18" charset="0"/>
              </a:rPr>
              <a:t>g	l</a:t>
            </a:r>
            <a:r>
              <a:rPr sz="2600" spc="-15" dirty="0">
                <a:solidFill>
                  <a:srgbClr val="002060"/>
                </a:solidFill>
                <a:latin typeface="Times New Roman" panose="02020603050405020304" pitchFamily="18" charset="0"/>
                <a:cs typeface="Times New Roman" panose="02020603050405020304" pitchFamily="18" charset="0"/>
              </a:rPr>
              <a:t>e</a:t>
            </a:r>
            <a:r>
              <a:rPr sz="2600" dirty="0">
                <a:solidFill>
                  <a:srgbClr val="002060"/>
                </a:solidFill>
                <a:latin typeface="Times New Roman" panose="02020603050405020304" pitchFamily="18" charset="0"/>
                <a:cs typeface="Times New Roman" panose="02020603050405020304" pitchFamily="18" charset="0"/>
              </a:rPr>
              <a:t>ss	of	the  available</a:t>
            </a:r>
            <a:r>
              <a:rPr sz="2600" spc="-1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(primary)</a:t>
            </a:r>
            <a:r>
              <a:rPr sz="2600" spc="-25"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memory</a:t>
            </a:r>
            <a:r>
              <a:rPr sz="2600" spc="-3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for</a:t>
            </a:r>
            <a:r>
              <a:rPr sz="2600" spc="5" dirty="0">
                <a:solidFill>
                  <a:srgbClr val="002060"/>
                </a:solidFill>
                <a:latin typeface="Times New Roman" panose="02020603050405020304" pitchFamily="18" charset="0"/>
                <a:cs typeface="Times New Roman" panose="02020603050405020304" pitchFamily="18" charset="0"/>
              </a:rPr>
              <a:t> each</a:t>
            </a:r>
            <a:r>
              <a:rPr sz="2600" spc="-10" dirty="0">
                <a:solidFill>
                  <a:srgbClr val="002060"/>
                </a:solidFill>
                <a:latin typeface="Times New Roman" panose="02020603050405020304" pitchFamily="18" charset="0"/>
                <a:cs typeface="Times New Roman" panose="02020603050405020304" pitchFamily="18" charset="0"/>
              </a:rPr>
              <a:t> </a:t>
            </a:r>
            <a:r>
              <a:rPr sz="2600" dirty="0">
                <a:solidFill>
                  <a:srgbClr val="002060"/>
                </a:solidFill>
                <a:latin typeface="Times New Roman" panose="02020603050405020304" pitchFamily="18" charset="0"/>
                <a:cs typeface="Times New Roman" panose="02020603050405020304" pitchFamily="18" charset="0"/>
              </a:rPr>
              <a:t>process.</a:t>
            </a: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745</TotalTime>
  <Words>5353</Words>
  <Application>Microsoft Office PowerPoint</Application>
  <PresentationFormat>Widescreen</PresentationFormat>
  <Paragraphs>418</Paragraphs>
  <Slides>96</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96</vt:i4>
      </vt:variant>
    </vt:vector>
  </HeadingPairs>
  <TitlesOfParts>
    <vt:vector size="104" baseType="lpstr">
      <vt:lpstr>Arial</vt:lpstr>
      <vt:lpstr>Arial MT</vt:lpstr>
      <vt:lpstr>Calibri</vt:lpstr>
      <vt:lpstr>Calibri Light</vt:lpstr>
      <vt:lpstr>Corbel</vt:lpstr>
      <vt:lpstr>Times New Roman</vt:lpstr>
      <vt:lpstr>Wingdings</vt:lpstr>
      <vt:lpstr>Retrospect</vt:lpstr>
      <vt:lpstr>PowerPoint Presentation</vt:lpstr>
      <vt:lpstr>Module-2 Syllabus</vt:lpstr>
      <vt:lpstr>IP addressing</vt:lpstr>
      <vt:lpstr>PowerPoint Presentation</vt:lpstr>
      <vt:lpstr>IP addressing</vt:lpstr>
      <vt:lpstr>IPv4 and IPv6 addresses</vt:lpstr>
      <vt:lpstr>PowerPoint Presentation</vt:lpstr>
      <vt:lpstr>Dotted Decimal Notation</vt:lpstr>
      <vt:lpstr>PowerPoint Presentation</vt:lpstr>
      <vt:lpstr>PowerPoint Presentation</vt:lpstr>
      <vt:lpstr>IP address classes</vt:lpstr>
      <vt:lpstr>PowerPoint Presentation</vt:lpstr>
      <vt:lpstr>Subnet Mask</vt:lpstr>
      <vt:lpstr>PowerPoint Presentation</vt:lpstr>
      <vt:lpstr>PowerPoint Presentation</vt:lpstr>
      <vt:lpstr>PowerPoint Presentation</vt:lpstr>
      <vt:lpstr>PowerPoint Presentation</vt:lpstr>
      <vt:lpstr>Private and Public IP addresses</vt:lpstr>
      <vt:lpstr>Private IP address</vt:lpstr>
      <vt:lpstr>PowerPoint Presentation</vt:lpstr>
      <vt:lpstr>Public IP address</vt:lpstr>
      <vt:lpstr>IP  Address Terminology</vt:lpstr>
      <vt:lpstr>PowerPoint Presentation</vt:lpstr>
      <vt:lpstr>PowerPoint Presentation</vt:lpstr>
      <vt:lpstr>Virtual LAN</vt:lpstr>
      <vt:lpstr>Virtual LAN</vt:lpstr>
      <vt:lpstr>PowerPoint Presentation</vt:lpstr>
      <vt:lpstr>Features of  VLANs</vt:lpstr>
      <vt:lpstr>Features of  VLANs</vt:lpstr>
      <vt:lpstr>Features of  VLANs</vt:lpstr>
      <vt:lpstr>PowerPoint Presentation</vt:lpstr>
      <vt:lpstr>PowerPoint Presentation</vt:lpstr>
      <vt:lpstr>Trunk Port</vt:lpstr>
      <vt:lpstr>VLAN Tagging</vt:lpstr>
      <vt:lpstr>VLAN Frame Tagging</vt:lpstr>
      <vt:lpstr>Types of  Virtual LAN (VLAN)</vt:lpstr>
      <vt:lpstr>Advantages</vt:lpstr>
      <vt:lpstr>PowerPoint Presentation</vt:lpstr>
      <vt:lpstr>Memory addressing</vt:lpstr>
      <vt:lpstr>Memory addressing</vt:lpstr>
      <vt:lpstr>Memory addressing</vt:lpstr>
      <vt:lpstr>Logical and Physical Address</vt:lpstr>
      <vt:lpstr>Logical and Physical Address</vt:lpstr>
      <vt:lpstr>Logical and Physical Address</vt:lpstr>
      <vt:lpstr>Logical and Physical Address</vt:lpstr>
      <vt:lpstr>Memory Allocation</vt:lpstr>
      <vt:lpstr>PowerPoint Presentation</vt:lpstr>
      <vt:lpstr>PowerPoint Presentation</vt:lpstr>
      <vt:lpstr>Non-Contiguous Memory Allocation</vt:lpstr>
      <vt:lpstr>Non-Contiguous Memory Allocation</vt:lpstr>
      <vt:lpstr>Differences</vt:lpstr>
      <vt:lpstr>Fragmentation</vt:lpstr>
      <vt:lpstr>Paging</vt:lpstr>
      <vt:lpstr>Basic Method of Paging</vt:lpstr>
      <vt:lpstr>Basic Method of Paging</vt:lpstr>
      <vt:lpstr>Basic Method of Paging</vt:lpstr>
      <vt:lpstr>Basic Method of Paging</vt:lpstr>
      <vt:lpstr>Translation of Logical Address into  Physical Address</vt:lpstr>
      <vt:lpstr>Translation of Logical Address into  Physical Address</vt:lpstr>
      <vt:lpstr>Page Table in OS</vt:lpstr>
      <vt:lpstr>Translation of Logical Address into  Physical Address</vt:lpstr>
      <vt:lpstr>Translation of Logical Address into  Physical Address</vt:lpstr>
      <vt:lpstr>Translation of Logical Address into  Physical Address</vt:lpstr>
      <vt:lpstr>PowerPoint Presentation</vt:lpstr>
      <vt:lpstr>PowerPoint Presentation</vt:lpstr>
      <vt:lpstr>PowerPoint Presentation</vt:lpstr>
      <vt:lpstr>PowerPoint Presentation</vt:lpstr>
      <vt:lpstr>Translation of look-aside buffer (TLB)</vt:lpstr>
      <vt:lpstr>Translation of look-aside buffer (TLB)</vt:lpstr>
      <vt:lpstr>Translation of look-aside buffer (TLB)</vt:lpstr>
      <vt:lpstr>PowerPoint Presentation</vt:lpstr>
      <vt:lpstr>PowerPoint Presentation</vt:lpstr>
      <vt:lpstr>Paging Example</vt:lpstr>
      <vt:lpstr>Paging Example</vt:lpstr>
      <vt:lpstr>PowerPoint Presentation</vt:lpstr>
      <vt:lpstr>PowerPoint Presentation</vt:lpstr>
      <vt:lpstr>PowerPoint Presentation</vt:lpstr>
      <vt:lpstr>PowerPoint Presentation</vt:lpstr>
      <vt:lpstr>Advantages of Paging</vt:lpstr>
      <vt:lpstr>Disadvantages of Paging</vt:lpstr>
      <vt:lpstr>Virtual Memory</vt:lpstr>
      <vt:lpstr>Virtual Memory</vt:lpstr>
      <vt:lpstr>How Virtual Memory Works?</vt:lpstr>
      <vt:lpstr>PowerPoint Presentation</vt:lpstr>
      <vt:lpstr>Demand Paging</vt:lpstr>
      <vt:lpstr>PowerPoint Presentation</vt:lpstr>
      <vt:lpstr>PowerPoint Presentation</vt:lpstr>
      <vt:lpstr>Types of Page Replacement Methods</vt:lpstr>
      <vt:lpstr>PowerPoint Presentation</vt:lpstr>
      <vt:lpstr>PowerPoint Presentation</vt:lpstr>
      <vt:lpstr>PowerPoint Presentation</vt:lpstr>
      <vt:lpstr>PowerPoint Presentation</vt:lpstr>
      <vt:lpstr>LRU Page Replacement</vt:lpstr>
      <vt:lpstr>LRU Page Replacement</vt:lpstr>
      <vt:lpstr>PowerPoint Presentation</vt:lpstr>
      <vt:lpstr>Advantages of  Virtual Memory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 addressing</dc:title>
  <dc:creator>Grace Joseph</dc:creator>
  <cp:lastModifiedBy> </cp:lastModifiedBy>
  <cp:revision>87</cp:revision>
  <dcterms:created xsi:type="dcterms:W3CDTF">2022-04-04T04:53:34Z</dcterms:created>
  <dcterms:modified xsi:type="dcterms:W3CDTF">2022-04-08T08:26:57Z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2021-06-18T00:00:00Z</vt:filetime>
  </property>
  <property fmtid="{D5CDD505-2E9C-101B-9397-08002B2CF9AE}" pid="3" name="Creator">
    <vt:lpwstr>Microsoft® PowerPoint® 2016</vt:lpwstr>
  </property>
  <property fmtid="{D5CDD505-2E9C-101B-9397-08002B2CF9AE}" pid="4" name="LastSaved">
    <vt:filetime>2022-04-04T00:00:00Z</vt:filetime>
  </property>
</Properties>
</file>